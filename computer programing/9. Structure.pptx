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915" r:id="rId1"/>
  </p:sldMasterIdLst>
  <p:notesMasterIdLst>
    <p:notesMasterId r:id="rId31"/>
  </p:notesMasterIdLst>
  <p:handoutMasterIdLst>
    <p:handoutMasterId r:id="rId32"/>
  </p:handoutMasterIdLst>
  <p:sldIdLst>
    <p:sldId id="356" r:id="rId2"/>
    <p:sldId id="359" r:id="rId3"/>
    <p:sldId id="360" r:id="rId4"/>
    <p:sldId id="361" r:id="rId5"/>
    <p:sldId id="362" r:id="rId6"/>
    <p:sldId id="363" r:id="rId7"/>
    <p:sldId id="364" r:id="rId8"/>
    <p:sldId id="365" r:id="rId9"/>
    <p:sldId id="366" r:id="rId10"/>
    <p:sldId id="387" r:id="rId11"/>
    <p:sldId id="388" r:id="rId12"/>
    <p:sldId id="367" r:id="rId13"/>
    <p:sldId id="368" r:id="rId14"/>
    <p:sldId id="369" r:id="rId15"/>
    <p:sldId id="372" r:id="rId16"/>
    <p:sldId id="373" r:id="rId17"/>
    <p:sldId id="374" r:id="rId18"/>
    <p:sldId id="375" r:id="rId19"/>
    <p:sldId id="376" r:id="rId20"/>
    <p:sldId id="377" r:id="rId21"/>
    <p:sldId id="378" r:id="rId22"/>
    <p:sldId id="379" r:id="rId23"/>
    <p:sldId id="380" r:id="rId24"/>
    <p:sldId id="381" r:id="rId25"/>
    <p:sldId id="382" r:id="rId26"/>
    <p:sldId id="383" r:id="rId27"/>
    <p:sldId id="386" r:id="rId28"/>
    <p:sldId id="389" r:id="rId29"/>
    <p:sldId id="358" r:id="rId30"/>
  </p:sldIdLst>
  <p:sldSz cx="9144000" cy="6858000" type="screen4x3"/>
  <p:notesSz cx="6985000" cy="9271000"/>
  <p:defaultTextStyle>
    <a:defPPr>
      <a:defRPr lang="en-US"/>
    </a:defPPr>
    <a:lvl1pPr algn="l" rtl="0" eaLnBrk="0" fontAlgn="base" hangingPunct="0">
      <a:spcBef>
        <a:spcPct val="0"/>
      </a:spcBef>
      <a:spcAft>
        <a:spcPct val="0"/>
      </a:spcAft>
      <a:defRPr kumimoji="1" sz="3200"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kumimoji="1" sz="32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kumimoji="1" sz="32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kumimoji="1" sz="32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kumimoji="1" sz="3200" kern="1200">
        <a:solidFill>
          <a:schemeClr val="tx1"/>
        </a:solidFill>
        <a:latin typeface="Tahoma" panose="020B0604030504040204" pitchFamily="34" charset="0"/>
        <a:ea typeface="+mn-ea"/>
        <a:cs typeface="+mn-cs"/>
      </a:defRPr>
    </a:lvl5pPr>
    <a:lvl6pPr marL="2286000" algn="l" defTabSz="914400" rtl="0" eaLnBrk="1" latinLnBrk="0" hangingPunct="1">
      <a:defRPr kumimoji="1" sz="3200" kern="1200">
        <a:solidFill>
          <a:schemeClr val="tx1"/>
        </a:solidFill>
        <a:latin typeface="Tahoma" panose="020B0604030504040204" pitchFamily="34" charset="0"/>
        <a:ea typeface="+mn-ea"/>
        <a:cs typeface="+mn-cs"/>
      </a:defRPr>
    </a:lvl6pPr>
    <a:lvl7pPr marL="2743200" algn="l" defTabSz="914400" rtl="0" eaLnBrk="1" latinLnBrk="0" hangingPunct="1">
      <a:defRPr kumimoji="1" sz="3200" kern="1200">
        <a:solidFill>
          <a:schemeClr val="tx1"/>
        </a:solidFill>
        <a:latin typeface="Tahoma" panose="020B0604030504040204" pitchFamily="34" charset="0"/>
        <a:ea typeface="+mn-ea"/>
        <a:cs typeface="+mn-cs"/>
      </a:defRPr>
    </a:lvl7pPr>
    <a:lvl8pPr marL="3200400" algn="l" defTabSz="914400" rtl="0" eaLnBrk="1" latinLnBrk="0" hangingPunct="1">
      <a:defRPr kumimoji="1" sz="3200" kern="1200">
        <a:solidFill>
          <a:schemeClr val="tx1"/>
        </a:solidFill>
        <a:latin typeface="Tahoma" panose="020B0604030504040204" pitchFamily="34" charset="0"/>
        <a:ea typeface="+mn-ea"/>
        <a:cs typeface="+mn-cs"/>
      </a:defRPr>
    </a:lvl8pPr>
    <a:lvl9pPr marL="3657600" algn="l" defTabSz="914400" rtl="0" eaLnBrk="1" latinLnBrk="0" hangingPunct="1">
      <a:defRPr kumimoji="1" sz="3200"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 uri="{2D200454-40CA-4A62-9FC3-DE9A4176ACB9}">
      <p15:notesGuideLst xmlns:p15="http://schemas.microsoft.com/office/powerpoint/2012/main" xmlns="">
        <p15:guide id="1" orient="horz" pos="2920">
          <p15:clr>
            <a:srgbClr val="A4A3A4"/>
          </p15:clr>
        </p15:guide>
        <p15:guide id="2" pos="220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0"/>
      </p:ext>
    </p:extLst>
  </p:showPr>
  <p:clrMru>
    <a:srgbClr val="040000"/>
    <a:srgbClr val="66FF33"/>
    <a:srgbClr val="FF0000"/>
    <a:srgbClr val="660033"/>
    <a:srgbClr val="0000FF"/>
    <a:srgbClr val="3366FF"/>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23603" autoAdjust="0"/>
    <p:restoredTop sz="89228" autoAdjust="0"/>
  </p:normalViewPr>
  <p:slideViewPr>
    <p:cSldViewPr>
      <p:cViewPr varScale="1">
        <p:scale>
          <a:sx n="69" d="100"/>
          <a:sy n="69" d="100"/>
        </p:scale>
        <p:origin x="-1098" y="-1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630"/>
    </p:cViewPr>
  </p:sorterViewPr>
  <p:notesViewPr>
    <p:cSldViewPr>
      <p:cViewPr varScale="1">
        <p:scale>
          <a:sx n="40" d="100"/>
          <a:sy n="40" d="100"/>
        </p:scale>
        <p:origin x="-1488" y="-96"/>
      </p:cViewPr>
      <p:guideLst>
        <p:guide orient="horz" pos="2920"/>
        <p:guide pos="2200"/>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38" name="Rectangle 2"/>
          <p:cNvSpPr>
            <a:spLocks noGrp="1" noChangeArrowheads="1"/>
          </p:cNvSpPr>
          <p:nvPr>
            <p:ph type="hdr" sz="quarter"/>
          </p:nvPr>
        </p:nvSpPr>
        <p:spPr bwMode="auto">
          <a:xfrm>
            <a:off x="0" y="0"/>
            <a:ext cx="3027363" cy="463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type="none" w="sm" len="sm"/>
                <a:tailEnd type="none" w="sm" len="sm"/>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2885" tIns="46442" rIns="92885" bIns="46442" numCol="1" anchor="t" anchorCtr="0" compatLnSpc="1">
            <a:prstTxWarp prst="textNoShape">
              <a:avLst/>
            </a:prstTxWarp>
          </a:bodyPr>
          <a:lstStyle>
            <a:lvl1pPr defTabSz="928688">
              <a:spcBef>
                <a:spcPct val="0"/>
              </a:spcBef>
              <a:buClrTx/>
              <a:buFontTx/>
              <a:buNone/>
              <a:defRPr kumimoji="0" sz="1200">
                <a:latin typeface="Courier New" panose="02070309020205020404" pitchFamily="49" charset="0"/>
              </a:defRPr>
            </a:lvl1pPr>
          </a:lstStyle>
          <a:p>
            <a:pPr>
              <a:defRPr/>
            </a:pPr>
            <a:endParaRPr lang="en-US" altLang="en-US"/>
          </a:p>
        </p:txBody>
      </p:sp>
      <p:sp>
        <p:nvSpPr>
          <p:cNvPr id="14339" name="Rectangle 3"/>
          <p:cNvSpPr>
            <a:spLocks noGrp="1" noChangeArrowheads="1"/>
          </p:cNvSpPr>
          <p:nvPr>
            <p:ph type="dt" sz="quarter" idx="1"/>
          </p:nvPr>
        </p:nvSpPr>
        <p:spPr bwMode="auto">
          <a:xfrm>
            <a:off x="3957638" y="0"/>
            <a:ext cx="3027362" cy="463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type="none" w="sm" len="sm"/>
                <a:tailEnd type="none" w="sm" len="sm"/>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2885" tIns="46442" rIns="92885" bIns="46442" numCol="1" anchor="t" anchorCtr="0" compatLnSpc="1">
            <a:prstTxWarp prst="textNoShape">
              <a:avLst/>
            </a:prstTxWarp>
          </a:bodyPr>
          <a:lstStyle>
            <a:lvl1pPr algn="r" defTabSz="928688">
              <a:spcBef>
                <a:spcPct val="0"/>
              </a:spcBef>
              <a:buClrTx/>
              <a:buFontTx/>
              <a:buNone/>
              <a:defRPr kumimoji="0" sz="1200">
                <a:latin typeface="Courier New" panose="02070309020205020404" pitchFamily="49" charset="0"/>
              </a:defRPr>
            </a:lvl1pPr>
          </a:lstStyle>
          <a:p>
            <a:pPr>
              <a:defRPr/>
            </a:pPr>
            <a:endParaRPr lang="en-US" altLang="en-US"/>
          </a:p>
        </p:txBody>
      </p:sp>
      <p:sp>
        <p:nvSpPr>
          <p:cNvPr id="14340" name="Rectangle 4"/>
          <p:cNvSpPr>
            <a:spLocks noGrp="1" noChangeArrowheads="1"/>
          </p:cNvSpPr>
          <p:nvPr>
            <p:ph type="ftr" sz="quarter" idx="2"/>
          </p:nvPr>
        </p:nvSpPr>
        <p:spPr bwMode="auto">
          <a:xfrm>
            <a:off x="0" y="8807450"/>
            <a:ext cx="3027363" cy="463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type="none" w="sm" len="sm"/>
                <a:tailEnd type="none" w="sm" len="sm"/>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2885" tIns="46442" rIns="92885" bIns="46442" numCol="1" anchor="b" anchorCtr="0" compatLnSpc="1">
            <a:prstTxWarp prst="textNoShape">
              <a:avLst/>
            </a:prstTxWarp>
          </a:bodyPr>
          <a:lstStyle>
            <a:lvl1pPr defTabSz="928688">
              <a:spcBef>
                <a:spcPct val="0"/>
              </a:spcBef>
              <a:buClrTx/>
              <a:buFontTx/>
              <a:buNone/>
              <a:defRPr kumimoji="0" sz="1200">
                <a:latin typeface="Courier New" panose="02070309020205020404" pitchFamily="49" charset="0"/>
              </a:defRPr>
            </a:lvl1pPr>
          </a:lstStyle>
          <a:p>
            <a:pPr>
              <a:defRPr/>
            </a:pPr>
            <a:endParaRPr lang="en-US" altLang="en-US"/>
          </a:p>
        </p:txBody>
      </p:sp>
      <p:sp>
        <p:nvSpPr>
          <p:cNvPr id="14341" name="Rectangle 5"/>
          <p:cNvSpPr>
            <a:spLocks noGrp="1" noChangeArrowheads="1"/>
          </p:cNvSpPr>
          <p:nvPr>
            <p:ph type="sldNum" sz="quarter" idx="3"/>
          </p:nvPr>
        </p:nvSpPr>
        <p:spPr bwMode="auto">
          <a:xfrm>
            <a:off x="3957638" y="8807450"/>
            <a:ext cx="3027362" cy="463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12700" cap="sq">
                <a:solidFill>
                  <a:schemeClr val="tx1"/>
                </a:solidFill>
                <a:miter lim="800000"/>
                <a:headEnd type="none" w="sm" len="sm"/>
                <a:tailEnd type="none" w="sm" len="sm"/>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2885" tIns="46442" rIns="92885" bIns="46442" numCol="1" anchor="b" anchorCtr="0" compatLnSpc="1">
            <a:prstTxWarp prst="textNoShape">
              <a:avLst/>
            </a:prstTxWarp>
          </a:bodyPr>
          <a:lstStyle>
            <a:lvl1pPr algn="r" defTabSz="928688">
              <a:spcBef>
                <a:spcPct val="0"/>
              </a:spcBef>
              <a:buClrTx/>
              <a:buFontTx/>
              <a:buNone/>
              <a:defRPr kumimoji="0" sz="1200">
                <a:latin typeface="Courier New" panose="02070309020205020404" pitchFamily="49" charset="0"/>
              </a:defRPr>
            </a:lvl1pPr>
          </a:lstStyle>
          <a:p>
            <a:pPr>
              <a:defRPr/>
            </a:pPr>
            <a:fld id="{20FAFBA2-163C-4C6A-85FF-545EFF2BD5C9}" type="slidenum">
              <a:rPr lang="en-US" altLang="en-US"/>
              <a:pPr>
                <a:defRPr/>
              </a:pPr>
              <a:t>‹#›</a:t>
            </a:fld>
            <a:endParaRPr lang="en-US" altLang="en-US"/>
          </a:p>
        </p:txBody>
      </p:sp>
    </p:spTree>
    <p:extLst>
      <p:ext uri="{BB962C8B-B14F-4D97-AF65-F5344CB8AC3E}">
        <p14:creationId xmlns:p14="http://schemas.microsoft.com/office/powerpoint/2010/main" xmlns="" val="21164862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27363" cy="463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2885" tIns="46442" rIns="92885" bIns="46442" numCol="1" anchor="t" anchorCtr="0" compatLnSpc="1">
            <a:prstTxWarp prst="textNoShape">
              <a:avLst/>
            </a:prstTxWarp>
          </a:bodyPr>
          <a:lstStyle>
            <a:lvl1pPr defTabSz="928688">
              <a:spcBef>
                <a:spcPct val="0"/>
              </a:spcBef>
              <a:buClrTx/>
              <a:buFontTx/>
              <a:buNone/>
              <a:defRPr kumimoji="0" sz="1200">
                <a:latin typeface="Courier New" panose="02070309020205020404" pitchFamily="49" charset="0"/>
              </a:defRPr>
            </a:lvl1pPr>
          </a:lstStyle>
          <a:p>
            <a:pPr>
              <a:defRPr/>
            </a:pPr>
            <a:endParaRPr lang="en-US" altLang="en-US"/>
          </a:p>
        </p:txBody>
      </p:sp>
      <p:sp>
        <p:nvSpPr>
          <p:cNvPr id="6147" name="Rectangle 3"/>
          <p:cNvSpPr>
            <a:spLocks noGrp="1" noChangeArrowheads="1"/>
          </p:cNvSpPr>
          <p:nvPr>
            <p:ph type="dt" idx="1"/>
          </p:nvPr>
        </p:nvSpPr>
        <p:spPr bwMode="auto">
          <a:xfrm>
            <a:off x="3957638" y="0"/>
            <a:ext cx="3027362" cy="463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2885" tIns="46442" rIns="92885" bIns="46442" numCol="1" anchor="t" anchorCtr="0" compatLnSpc="1">
            <a:prstTxWarp prst="textNoShape">
              <a:avLst/>
            </a:prstTxWarp>
          </a:bodyPr>
          <a:lstStyle>
            <a:lvl1pPr algn="r" defTabSz="928688">
              <a:spcBef>
                <a:spcPct val="0"/>
              </a:spcBef>
              <a:buClrTx/>
              <a:buFontTx/>
              <a:buNone/>
              <a:defRPr kumimoji="0" sz="1200">
                <a:latin typeface="Courier New" panose="02070309020205020404" pitchFamily="49" charset="0"/>
              </a:defRPr>
            </a:lvl1pPr>
          </a:lstStyle>
          <a:p>
            <a:pPr>
              <a:defRPr/>
            </a:pPr>
            <a:endParaRPr lang="en-US" altLang="en-US"/>
          </a:p>
        </p:txBody>
      </p:sp>
      <p:sp>
        <p:nvSpPr>
          <p:cNvPr id="5124" name="Rectangle 4"/>
          <p:cNvSpPr>
            <a:spLocks noGrp="1" noRot="1" noChangeAspect="1" noChangeArrowheads="1" noTextEdit="1"/>
          </p:cNvSpPr>
          <p:nvPr>
            <p:ph type="sldImg" idx="2"/>
          </p:nvPr>
        </p:nvSpPr>
        <p:spPr bwMode="auto">
          <a:xfrm>
            <a:off x="1174750" y="695325"/>
            <a:ext cx="4635500" cy="3476625"/>
          </a:xfrm>
          <a:prstGeom prst="rect">
            <a:avLst/>
          </a:prstGeom>
          <a:noFill/>
          <a:ln w="9525">
            <a:solidFill>
              <a:srgbClr val="000000"/>
            </a:solidFill>
            <a:miter lim="800000"/>
            <a:headEnd/>
            <a:tailEnd/>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rgbClr val="808080"/>
                  </a:outerShdw>
                </a:effectLst>
              </a14:hiddenEffects>
            </a:ext>
            <a:ext uri="{53640926-AAD7-44D8-BBD7-CCE9431645EC}">
              <a14:shadowObscured xmlns:a14="http://schemas.microsoft.com/office/drawing/2010/main" xmlns="" val="1"/>
            </a:ext>
          </a:extLst>
        </p:spPr>
      </p:sp>
      <p:sp>
        <p:nvSpPr>
          <p:cNvPr id="6149" name="Rectangle 5"/>
          <p:cNvSpPr>
            <a:spLocks noGrp="1" noChangeArrowheads="1"/>
          </p:cNvSpPr>
          <p:nvPr>
            <p:ph type="body" sz="quarter" idx="3"/>
          </p:nvPr>
        </p:nvSpPr>
        <p:spPr bwMode="auto">
          <a:xfrm>
            <a:off x="931863" y="4403725"/>
            <a:ext cx="5121275" cy="41719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2885" tIns="46442" rIns="92885" bIns="46442" numCol="1" anchor="t" anchorCtr="0" compatLnSpc="1">
            <a:prstTxWarp prst="textNoShape">
              <a:avLst/>
            </a:prstTxWarp>
          </a:bodyPr>
          <a:lstStyle/>
          <a:p>
            <a:pPr lvl="0"/>
            <a:r>
              <a:rPr lang="en-US" altLang="en-US" noProof="0"/>
              <a:t>Click to edit Master text styles</a:t>
            </a:r>
          </a:p>
          <a:p>
            <a:pPr lvl="0"/>
            <a:r>
              <a:rPr lang="en-US" altLang="en-US" noProof="0"/>
              <a:t>Second level</a:t>
            </a:r>
          </a:p>
          <a:p>
            <a:pPr lvl="0"/>
            <a:r>
              <a:rPr lang="en-US" altLang="en-US" noProof="0"/>
              <a:t>Third level</a:t>
            </a:r>
          </a:p>
          <a:p>
            <a:pPr lvl="0"/>
            <a:r>
              <a:rPr lang="en-US" altLang="en-US" noProof="0"/>
              <a:t>Fourth level</a:t>
            </a:r>
          </a:p>
          <a:p>
            <a:pPr lvl="0"/>
            <a:r>
              <a:rPr lang="en-US" altLang="en-US" noProof="0"/>
              <a:t>Fifth level</a:t>
            </a:r>
          </a:p>
        </p:txBody>
      </p:sp>
      <p:sp>
        <p:nvSpPr>
          <p:cNvPr id="6150" name="Rectangle 6"/>
          <p:cNvSpPr>
            <a:spLocks noGrp="1" noChangeArrowheads="1"/>
          </p:cNvSpPr>
          <p:nvPr>
            <p:ph type="ftr" sz="quarter" idx="4"/>
          </p:nvPr>
        </p:nvSpPr>
        <p:spPr bwMode="auto">
          <a:xfrm>
            <a:off x="0" y="8807450"/>
            <a:ext cx="3027363" cy="463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2885" tIns="46442" rIns="92885" bIns="46442" numCol="1" anchor="b" anchorCtr="0" compatLnSpc="1">
            <a:prstTxWarp prst="textNoShape">
              <a:avLst/>
            </a:prstTxWarp>
          </a:bodyPr>
          <a:lstStyle>
            <a:lvl1pPr defTabSz="928688">
              <a:spcBef>
                <a:spcPct val="0"/>
              </a:spcBef>
              <a:buClrTx/>
              <a:buFontTx/>
              <a:buNone/>
              <a:defRPr kumimoji="0" sz="1200">
                <a:latin typeface="Courier New" panose="02070309020205020404" pitchFamily="49" charset="0"/>
              </a:defRPr>
            </a:lvl1pPr>
          </a:lstStyle>
          <a:p>
            <a:pPr>
              <a:defRPr/>
            </a:pPr>
            <a:endParaRPr lang="en-US" altLang="en-US"/>
          </a:p>
        </p:txBody>
      </p:sp>
      <p:sp>
        <p:nvSpPr>
          <p:cNvPr id="6151" name="Rectangle 7"/>
          <p:cNvSpPr>
            <a:spLocks noGrp="1" noChangeArrowheads="1"/>
          </p:cNvSpPr>
          <p:nvPr>
            <p:ph type="sldNum" sz="quarter" idx="5"/>
          </p:nvPr>
        </p:nvSpPr>
        <p:spPr bwMode="auto">
          <a:xfrm>
            <a:off x="3957638" y="8807450"/>
            <a:ext cx="3027362" cy="463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2885" tIns="46442" rIns="92885" bIns="46442" numCol="1" anchor="b" anchorCtr="0" compatLnSpc="1">
            <a:prstTxWarp prst="textNoShape">
              <a:avLst/>
            </a:prstTxWarp>
          </a:bodyPr>
          <a:lstStyle>
            <a:lvl1pPr algn="r" defTabSz="928688">
              <a:spcBef>
                <a:spcPct val="0"/>
              </a:spcBef>
              <a:buClrTx/>
              <a:buFontTx/>
              <a:buNone/>
              <a:defRPr kumimoji="0" sz="1200">
                <a:latin typeface="Courier New" panose="02070309020205020404" pitchFamily="49" charset="0"/>
              </a:defRPr>
            </a:lvl1pPr>
          </a:lstStyle>
          <a:p>
            <a:pPr>
              <a:defRPr/>
            </a:pPr>
            <a:fld id="{C1E2A1EE-FAD4-499F-A802-5A9C1B9E5EE9}" type="slidenum">
              <a:rPr lang="en-US" altLang="en-US"/>
              <a:pPr>
                <a:defRPr/>
              </a:pPr>
              <a:t>‹#›</a:t>
            </a:fld>
            <a:endParaRPr lang="en-US" altLang="en-US"/>
          </a:p>
        </p:txBody>
      </p:sp>
    </p:spTree>
    <p:extLst>
      <p:ext uri="{BB962C8B-B14F-4D97-AF65-F5344CB8AC3E}">
        <p14:creationId xmlns:p14="http://schemas.microsoft.com/office/powerpoint/2010/main" xmlns="" val="427789793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mn-ea"/>
        <a:cs typeface="+mn-cs"/>
      </a:defRPr>
    </a:lvl1pPr>
    <a:lvl2pPr marL="742950" indent="-285750" algn="l" rtl="0" eaLnBrk="0" fontAlgn="base" hangingPunct="0">
      <a:spcBef>
        <a:spcPct val="30000"/>
      </a:spcBef>
      <a:spcAft>
        <a:spcPct val="0"/>
      </a:spcAft>
      <a:defRPr kumimoji="1" sz="1200" kern="1200">
        <a:solidFill>
          <a:schemeClr val="tx1"/>
        </a:solidFill>
        <a:latin typeface="Times New Roman" panose="02020603050405020304" pitchFamily="18" charset="0"/>
        <a:ea typeface="+mn-ea"/>
        <a:cs typeface="+mn-cs"/>
      </a:defRPr>
    </a:lvl2pPr>
    <a:lvl3pPr marL="1143000" indent="-228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mn-ea"/>
        <a:cs typeface="+mn-cs"/>
      </a:defRPr>
    </a:lvl3pPr>
    <a:lvl4pPr marL="1600200" indent="-228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mn-ea"/>
        <a:cs typeface="+mn-cs"/>
      </a:defRPr>
    </a:lvl4pPr>
    <a:lvl5pPr marL="2057400" indent="-228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p:nvSpPr>
        <p:spPr>
          <a:xfrm>
            <a:off x="182563" y="182563"/>
            <a:ext cx="8778875" cy="6492875"/>
          </a:xfrm>
          <a:prstGeom prst="rect">
            <a:avLst/>
          </a:prstGeom>
          <a:solidFill>
            <a:schemeClr val="bg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cxnSp>
        <p:nvCxnSpPr>
          <p:cNvPr id="5" name="Straight Connector 4"/>
          <p:cNvCxnSpPr/>
          <p:nvPr/>
        </p:nvCxnSpPr>
        <p:spPr>
          <a:xfrm>
            <a:off x="1484313" y="3733800"/>
            <a:ext cx="61722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832485" y="882376"/>
            <a:ext cx="7475220" cy="2926080"/>
          </a:xfrm>
        </p:spPr>
        <p:txBody>
          <a:bodyPr anchor="b">
            <a:normAutofit/>
          </a:bodyPr>
          <a:lstStyle>
            <a:lvl1pPr algn="ctr">
              <a:lnSpc>
                <a:spcPct val="85000"/>
              </a:lnSpc>
              <a:defRPr sz="6000" b="1" cap="all" baseline="0">
                <a:ln w="15875">
                  <a:solidFill>
                    <a:schemeClr val="bg1"/>
                  </a:solidFill>
                </a:ln>
                <a:solidFill>
                  <a:schemeClr val="accent1"/>
                </a:solidFill>
                <a:effectLst>
                  <a:outerShdw dist="38100" dir="2700000" algn="tl" rotWithShape="0">
                    <a:schemeClr val="accent1"/>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282148" y="3869635"/>
            <a:ext cx="6575895" cy="1388165"/>
          </a:xfrm>
        </p:spPr>
        <p:txBody>
          <a:bodyPr>
            <a:normAutofit/>
          </a:bodyPr>
          <a:lstStyle>
            <a:lvl1pPr marL="0" indent="0" algn="ctr">
              <a:spcBef>
                <a:spcPts val="1000"/>
              </a:spcBef>
              <a:buNone/>
              <a:defRPr sz="1800">
                <a:solidFill>
                  <a:schemeClr val="accent1"/>
                </a:solidFill>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6" name="Date Placeholder 3"/>
          <p:cNvSpPr>
            <a:spLocks noGrp="1"/>
          </p:cNvSpPr>
          <p:nvPr>
            <p:ph type="dt" sz="half" idx="10"/>
          </p:nvPr>
        </p:nvSpPr>
        <p:spPr/>
        <p:txBody>
          <a:bodyPr/>
          <a:lstStyle>
            <a:lvl1pPr>
              <a:defRPr>
                <a:solidFill>
                  <a:schemeClr val="accent1"/>
                </a:solidFill>
              </a:defRPr>
            </a:lvl1pPr>
          </a:lstStyle>
          <a:p>
            <a:pPr>
              <a:defRPr/>
            </a:pPr>
            <a:endParaRPr lang="en-US" altLang="en-US"/>
          </a:p>
        </p:txBody>
      </p:sp>
      <p:sp>
        <p:nvSpPr>
          <p:cNvPr id="7" name="Footer Placeholder 4"/>
          <p:cNvSpPr>
            <a:spLocks noGrp="1"/>
          </p:cNvSpPr>
          <p:nvPr>
            <p:ph type="ftr" sz="quarter" idx="11"/>
          </p:nvPr>
        </p:nvSpPr>
        <p:spPr/>
        <p:txBody>
          <a:bodyPr/>
          <a:lstStyle>
            <a:lvl1pPr>
              <a:defRPr smtClean="0">
                <a:solidFill>
                  <a:schemeClr val="accent1"/>
                </a:solidFill>
              </a:defRPr>
            </a:lvl1pPr>
          </a:lstStyle>
          <a:p>
            <a:pPr>
              <a:defRPr/>
            </a:pPr>
            <a:r>
              <a:rPr lang="en-US" altLang="en-US"/>
              <a:t>Lectures on Numerical Methods</a:t>
            </a:r>
          </a:p>
        </p:txBody>
      </p:sp>
      <p:sp>
        <p:nvSpPr>
          <p:cNvPr id="8" name="Slide Number Placeholder 5"/>
          <p:cNvSpPr>
            <a:spLocks noGrp="1"/>
          </p:cNvSpPr>
          <p:nvPr>
            <p:ph type="sldNum" sz="quarter" idx="12"/>
          </p:nvPr>
        </p:nvSpPr>
        <p:spPr/>
        <p:txBody>
          <a:bodyPr/>
          <a:lstStyle>
            <a:lvl1pPr>
              <a:defRPr smtClean="0">
                <a:solidFill>
                  <a:schemeClr val="accent1"/>
                </a:solidFill>
              </a:defRPr>
            </a:lvl1pPr>
          </a:lstStyle>
          <a:p>
            <a:pPr>
              <a:defRPr/>
            </a:pPr>
            <a:fld id="{20FCB8B2-FEFF-4ED9-81C7-DE36113452CB}" type="slidenum">
              <a:rPr lang="en-US" altLang="en-US"/>
              <a:pPr>
                <a:defRPr/>
              </a:pPr>
              <a:t>‹#›</a:t>
            </a:fld>
            <a:endParaRPr lang="en-US" altLang="en-US"/>
          </a:p>
        </p:txBody>
      </p:sp>
    </p:spTree>
    <p:extLst>
      <p:ext uri="{BB962C8B-B14F-4D97-AF65-F5344CB8AC3E}">
        <p14:creationId xmlns:p14="http://schemas.microsoft.com/office/powerpoint/2010/main" xmlns="" val="1150753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spcBef>
                <a:spcPts val="1000"/>
              </a:spcBef>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442C231C-DD88-4C0B-ADF3-2C6C120A0673}" type="datetimeFigureOut">
              <a:rPr lang="en-US"/>
              <a:pPr>
                <a:defRPr/>
              </a:pPr>
              <a:t>26-May-22</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ltLang="en-US"/>
              <a:t>Lectures on Numerical Methods</a:t>
            </a:r>
          </a:p>
        </p:txBody>
      </p:sp>
      <p:sp>
        <p:nvSpPr>
          <p:cNvPr id="6" name="Slide Number Placeholder 5"/>
          <p:cNvSpPr>
            <a:spLocks noGrp="1"/>
          </p:cNvSpPr>
          <p:nvPr>
            <p:ph type="sldNum" sz="quarter" idx="12"/>
          </p:nvPr>
        </p:nvSpPr>
        <p:spPr/>
        <p:txBody>
          <a:bodyPr/>
          <a:lstStyle>
            <a:lvl1pPr>
              <a:defRPr/>
            </a:lvl1pPr>
          </a:lstStyle>
          <a:p>
            <a:pPr>
              <a:defRPr/>
            </a:pPr>
            <a:fld id="{30B87D24-6971-47FC-A7F7-0899C8DD5BC1}" type="slidenum">
              <a:rPr lang="en-US" altLang="en-US"/>
              <a:pPr>
                <a:defRPr/>
              </a:pPr>
              <a:t>‹#›</a:t>
            </a:fld>
            <a:endParaRPr lang="en-US" altLang="en-US"/>
          </a:p>
        </p:txBody>
      </p:sp>
    </p:spTree>
    <p:extLst>
      <p:ext uri="{BB962C8B-B14F-4D97-AF65-F5344CB8AC3E}">
        <p14:creationId xmlns:p14="http://schemas.microsoft.com/office/powerpoint/2010/main" xmlns="" val="35850515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cxnSp>
        <p:nvCxnSpPr>
          <p:cNvPr id="4" name="Straight Connector 3"/>
          <p:cNvCxnSpPr/>
          <p:nvPr/>
        </p:nvCxnSpPr>
        <p:spPr>
          <a:xfrm>
            <a:off x="1485900" y="4021138"/>
            <a:ext cx="61722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829818" y="1173575"/>
            <a:ext cx="7475220" cy="2926080"/>
          </a:xfrm>
        </p:spPr>
        <p:txBody>
          <a:bodyPr anchor="b">
            <a:noAutofit/>
          </a:bodyPr>
          <a:lstStyle>
            <a:lvl1pPr algn="ctr">
              <a:lnSpc>
                <a:spcPct val="85000"/>
              </a:lnSpc>
              <a:defRPr lang="en-US" sz="6000" b="1" kern="1200" cap="all" baseline="0" dirty="0">
                <a:ln w="15875">
                  <a:solidFill>
                    <a:schemeClr val="bg1"/>
                  </a:solidFill>
                </a:ln>
                <a:solidFill>
                  <a:schemeClr val="accent1"/>
                </a:solidFill>
                <a:effectLst>
                  <a:outerShdw dist="38100" dir="2700000" algn="tl" rotWithShape="0">
                    <a:schemeClr val="accent1"/>
                  </a:outerShdw>
                </a:effectLst>
                <a:latin typeface="+mj-lt"/>
                <a:ea typeface="+mj-ea"/>
                <a:cs typeface="+mj-cs"/>
              </a:defRPr>
            </a:lvl1pPr>
          </a:lstStyle>
          <a:p>
            <a:r>
              <a:rPr lang="en-US"/>
              <a:t>Click to edit Master title style</a:t>
            </a:r>
            <a:endParaRPr lang="en-US" dirty="0"/>
          </a:p>
        </p:txBody>
      </p:sp>
      <p:sp>
        <p:nvSpPr>
          <p:cNvPr id="3" name="Text Placeholder 2"/>
          <p:cNvSpPr>
            <a:spLocks noGrp="1"/>
          </p:cNvSpPr>
          <p:nvPr>
            <p:ph type="body" idx="1"/>
          </p:nvPr>
        </p:nvSpPr>
        <p:spPr>
          <a:xfrm>
            <a:off x="1282446" y="4154520"/>
            <a:ext cx="6576822" cy="1363806"/>
          </a:xfrm>
        </p:spPr>
        <p:txBody>
          <a:bodyPr>
            <a:normAutofit/>
          </a:bodyPr>
          <a:lstStyle>
            <a:lvl1pPr marL="0" indent="0" algn="ctr">
              <a:buNone/>
              <a:defRPr sz="1800">
                <a:solidFill>
                  <a:schemeClr val="accent1"/>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352706B9-8091-4305-B462-386BBC19CBD5}" type="datetimeFigureOut">
              <a:rPr lang="en-US"/>
              <a:pPr>
                <a:defRPr/>
              </a:pPr>
              <a:t>26-May-22</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ltLang="en-US"/>
              <a:t>Lectures on Numerical Methods</a:t>
            </a:r>
          </a:p>
        </p:txBody>
      </p:sp>
      <p:sp>
        <p:nvSpPr>
          <p:cNvPr id="7" name="Slide Number Placeholder 5"/>
          <p:cNvSpPr>
            <a:spLocks noGrp="1"/>
          </p:cNvSpPr>
          <p:nvPr>
            <p:ph type="sldNum" sz="quarter" idx="12"/>
          </p:nvPr>
        </p:nvSpPr>
        <p:spPr/>
        <p:txBody>
          <a:bodyPr/>
          <a:lstStyle>
            <a:lvl1pPr>
              <a:defRPr/>
            </a:lvl1pPr>
          </a:lstStyle>
          <a:p>
            <a:pPr>
              <a:defRPr/>
            </a:pPr>
            <a:fld id="{BCBF4E7A-8930-440A-B9A5-AB99F3CD4105}" type="slidenum">
              <a:rPr lang="en-US" altLang="en-US"/>
              <a:pPr>
                <a:defRPr/>
              </a:pPr>
              <a:t>‹#›</a:t>
            </a:fld>
            <a:endParaRPr lang="en-US" altLang="en-US"/>
          </a:p>
        </p:txBody>
      </p:sp>
    </p:spTree>
    <p:extLst>
      <p:ext uri="{BB962C8B-B14F-4D97-AF65-F5344CB8AC3E}">
        <p14:creationId xmlns:p14="http://schemas.microsoft.com/office/powerpoint/2010/main" xmlns="" val="35312115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57250" y="2057399"/>
            <a:ext cx="3566160" cy="402336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00709" y="2057400"/>
            <a:ext cx="3566160" cy="402336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C9ED61D9-D19E-4C84-A496-758AABF5DE71}" type="datetimeFigureOut">
              <a:rPr lang="en-US"/>
              <a:pPr>
                <a:defRPr/>
              </a:pPr>
              <a:t>26-May-22</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ltLang="en-US"/>
              <a:t>Lectures on Numerical Methods</a:t>
            </a:r>
          </a:p>
        </p:txBody>
      </p:sp>
      <p:sp>
        <p:nvSpPr>
          <p:cNvPr id="7" name="Slide Number Placeholder 5"/>
          <p:cNvSpPr>
            <a:spLocks noGrp="1"/>
          </p:cNvSpPr>
          <p:nvPr>
            <p:ph type="sldNum" sz="quarter" idx="12"/>
          </p:nvPr>
        </p:nvSpPr>
        <p:spPr/>
        <p:txBody>
          <a:bodyPr/>
          <a:lstStyle>
            <a:lvl1pPr>
              <a:defRPr/>
            </a:lvl1pPr>
          </a:lstStyle>
          <a:p>
            <a:pPr>
              <a:defRPr/>
            </a:pPr>
            <a:fld id="{1B100682-8224-4D49-9294-199C648A094E}" type="slidenum">
              <a:rPr lang="en-US" altLang="en-US"/>
              <a:pPr>
                <a:defRPr/>
              </a:pPr>
              <a:t>‹#›</a:t>
            </a:fld>
            <a:endParaRPr lang="en-US" altLang="en-US"/>
          </a:p>
        </p:txBody>
      </p:sp>
    </p:spTree>
    <p:extLst>
      <p:ext uri="{BB962C8B-B14F-4D97-AF65-F5344CB8AC3E}">
        <p14:creationId xmlns:p14="http://schemas.microsoft.com/office/powerpoint/2010/main" xmlns="" val="26557992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857250" y="2001511"/>
            <a:ext cx="3566160" cy="777240"/>
          </a:xfrm>
        </p:spPr>
        <p:txBody>
          <a:bodyPr anchor="ct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857250" y="2721483"/>
            <a:ext cx="3566160" cy="338328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01880" y="1999032"/>
            <a:ext cx="3566160" cy="777240"/>
          </a:xfrm>
        </p:spPr>
        <p:txBody>
          <a:bodyPr anchor="ctr"/>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01880" y="2719322"/>
            <a:ext cx="3566160" cy="3383280"/>
          </a:xfrm>
        </p:spPr>
        <p:txBody>
          <a:bodyPr/>
          <a:lstStyle>
            <a:lvl1pPr>
              <a:defRPr sz="165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5C1B84B6-A072-4710-BE76-AD53BC2B881A}" type="datetimeFigureOut">
              <a:rPr lang="en-US"/>
              <a:pPr>
                <a:defRPr/>
              </a:pPr>
              <a:t>26-May-22</a:t>
            </a:fld>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altLang="en-US"/>
              <a:t>Lectures on Numerical Methods</a:t>
            </a:r>
          </a:p>
        </p:txBody>
      </p:sp>
      <p:sp>
        <p:nvSpPr>
          <p:cNvPr id="9" name="Slide Number Placeholder 5"/>
          <p:cNvSpPr>
            <a:spLocks noGrp="1"/>
          </p:cNvSpPr>
          <p:nvPr>
            <p:ph type="sldNum" sz="quarter" idx="12"/>
          </p:nvPr>
        </p:nvSpPr>
        <p:spPr/>
        <p:txBody>
          <a:bodyPr/>
          <a:lstStyle>
            <a:lvl1pPr>
              <a:defRPr/>
            </a:lvl1pPr>
          </a:lstStyle>
          <a:p>
            <a:pPr>
              <a:defRPr/>
            </a:pPr>
            <a:fld id="{22CF589C-85CC-42E4-ADAD-66CDA1F56636}" type="slidenum">
              <a:rPr lang="en-US" altLang="en-US"/>
              <a:pPr>
                <a:defRPr/>
              </a:pPr>
              <a:t>‹#›</a:t>
            </a:fld>
            <a:endParaRPr lang="en-US" altLang="en-US"/>
          </a:p>
        </p:txBody>
      </p:sp>
    </p:spTree>
    <p:extLst>
      <p:ext uri="{BB962C8B-B14F-4D97-AF65-F5344CB8AC3E}">
        <p14:creationId xmlns:p14="http://schemas.microsoft.com/office/powerpoint/2010/main" xmlns="" val="18862621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fld id="{21F047B7-A7BD-44F4-B3A3-5525E3B8AC4D}" type="datetimeFigureOut">
              <a:rPr lang="en-US"/>
              <a:pPr>
                <a:defRPr/>
              </a:pPr>
              <a:t>26-May-22</a:t>
            </a:fld>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altLang="en-US"/>
              <a:t>Lectures on Numerical Methods</a:t>
            </a:r>
          </a:p>
        </p:txBody>
      </p:sp>
      <p:sp>
        <p:nvSpPr>
          <p:cNvPr id="5" name="Slide Number Placeholder 5"/>
          <p:cNvSpPr>
            <a:spLocks noGrp="1"/>
          </p:cNvSpPr>
          <p:nvPr>
            <p:ph type="sldNum" sz="quarter" idx="12"/>
          </p:nvPr>
        </p:nvSpPr>
        <p:spPr/>
        <p:txBody>
          <a:bodyPr/>
          <a:lstStyle>
            <a:lvl1pPr>
              <a:defRPr/>
            </a:lvl1pPr>
          </a:lstStyle>
          <a:p>
            <a:pPr>
              <a:defRPr/>
            </a:pPr>
            <a:fld id="{66C5272E-41B9-4059-929A-9CA3183B79E7}" type="slidenum">
              <a:rPr lang="en-US" altLang="en-US"/>
              <a:pPr>
                <a:defRPr/>
              </a:pPr>
              <a:t>‹#›</a:t>
            </a:fld>
            <a:endParaRPr lang="en-US" altLang="en-US"/>
          </a:p>
        </p:txBody>
      </p:sp>
    </p:spTree>
    <p:extLst>
      <p:ext uri="{BB962C8B-B14F-4D97-AF65-F5344CB8AC3E}">
        <p14:creationId xmlns:p14="http://schemas.microsoft.com/office/powerpoint/2010/main" xmlns="" val="445097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8B32D702-A8C1-4F88-AF13-DA6065C58F3F}" type="datetimeFigureOut">
              <a:rPr lang="en-US"/>
              <a:pPr>
                <a:defRPr/>
              </a:pPr>
              <a:t>26-May-22</a:t>
            </a:fld>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altLang="en-US"/>
              <a:t>Lectures on Numerical Methods</a:t>
            </a:r>
          </a:p>
        </p:txBody>
      </p:sp>
      <p:sp>
        <p:nvSpPr>
          <p:cNvPr id="4" name="Slide Number Placeholder 5"/>
          <p:cNvSpPr>
            <a:spLocks noGrp="1"/>
          </p:cNvSpPr>
          <p:nvPr>
            <p:ph type="sldNum" sz="quarter" idx="12"/>
          </p:nvPr>
        </p:nvSpPr>
        <p:spPr/>
        <p:txBody>
          <a:bodyPr/>
          <a:lstStyle>
            <a:lvl1pPr>
              <a:defRPr/>
            </a:lvl1pPr>
          </a:lstStyle>
          <a:p>
            <a:pPr>
              <a:defRPr/>
            </a:pPr>
            <a:fld id="{CFE93B3E-BBA2-49CE-BEA3-A7056E8FAA2D}" type="slidenum">
              <a:rPr lang="en-US" altLang="en-US"/>
              <a:pPr>
                <a:defRPr/>
              </a:pPr>
              <a:t>‹#›</a:t>
            </a:fld>
            <a:endParaRPr lang="en-US" altLang="en-US"/>
          </a:p>
        </p:txBody>
      </p:sp>
    </p:spTree>
    <p:extLst>
      <p:ext uri="{BB962C8B-B14F-4D97-AF65-F5344CB8AC3E}">
        <p14:creationId xmlns:p14="http://schemas.microsoft.com/office/powerpoint/2010/main" xmlns="" val="40788437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7250" y="1097280"/>
            <a:ext cx="2834640" cy="1737360"/>
          </a:xfrm>
        </p:spPr>
        <p:txBody>
          <a:bodyPr anchor="b">
            <a:noAutofit/>
          </a:bodyPr>
          <a:lstStyle>
            <a:lvl1pPr>
              <a:lnSpc>
                <a:spcPct val="90000"/>
              </a:lnSpc>
              <a:defRPr sz="3000" b="0"/>
            </a:lvl1pPr>
          </a:lstStyle>
          <a:p>
            <a:r>
              <a:rPr lang="en-US"/>
              <a:t>Click to edit Master title style</a:t>
            </a:r>
            <a:endParaRPr lang="en-US" dirty="0"/>
          </a:p>
        </p:txBody>
      </p:sp>
      <p:sp>
        <p:nvSpPr>
          <p:cNvPr id="3" name="Content Placeholder 2"/>
          <p:cNvSpPr>
            <a:spLocks noGrp="1"/>
          </p:cNvSpPr>
          <p:nvPr>
            <p:ph idx="1"/>
          </p:nvPr>
        </p:nvSpPr>
        <p:spPr>
          <a:xfrm>
            <a:off x="4129314" y="1097280"/>
            <a:ext cx="4149638" cy="466344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7250" y="2834640"/>
            <a:ext cx="2834640" cy="2926080"/>
          </a:xfrm>
        </p:spPr>
        <p:txBody>
          <a:bodyPr>
            <a:normAutofit/>
          </a:bodyPr>
          <a:lstStyle>
            <a:lvl1pPr marL="0" indent="0">
              <a:lnSpc>
                <a:spcPct val="100000"/>
              </a:lnSpc>
              <a:spcBef>
                <a:spcPts val="800"/>
              </a:spcBef>
              <a:buNone/>
              <a:defRPr sz="1275"/>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148BE28C-B80D-441F-9651-C193847EC2BE}" type="datetimeFigureOut">
              <a:rPr lang="en-US"/>
              <a:pPr>
                <a:defRPr/>
              </a:pPr>
              <a:t>26-May-22</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ltLang="en-US"/>
              <a:t>Lectures on Numerical Methods</a:t>
            </a:r>
          </a:p>
        </p:txBody>
      </p:sp>
      <p:sp>
        <p:nvSpPr>
          <p:cNvPr id="7" name="Slide Number Placeholder 5"/>
          <p:cNvSpPr>
            <a:spLocks noGrp="1"/>
          </p:cNvSpPr>
          <p:nvPr>
            <p:ph type="sldNum" sz="quarter" idx="12"/>
          </p:nvPr>
        </p:nvSpPr>
        <p:spPr/>
        <p:txBody>
          <a:bodyPr/>
          <a:lstStyle>
            <a:lvl1pPr>
              <a:defRPr/>
            </a:lvl1pPr>
          </a:lstStyle>
          <a:p>
            <a:pPr>
              <a:defRPr/>
            </a:pPr>
            <a:fld id="{F3AC1557-4416-422B-B8DC-EEB646A2A767}" type="slidenum">
              <a:rPr lang="en-US" altLang="en-US"/>
              <a:pPr>
                <a:defRPr/>
              </a:pPr>
              <a:t>‹#›</a:t>
            </a:fld>
            <a:endParaRPr lang="en-US" altLang="en-US"/>
          </a:p>
        </p:txBody>
      </p:sp>
    </p:spTree>
    <p:extLst>
      <p:ext uri="{BB962C8B-B14F-4D97-AF65-F5344CB8AC3E}">
        <p14:creationId xmlns:p14="http://schemas.microsoft.com/office/powerpoint/2010/main" xmlns="" val="29095527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7250" y="1097280"/>
            <a:ext cx="2834640" cy="1737360"/>
          </a:xfrm>
        </p:spPr>
        <p:txBody>
          <a:bodyPr anchor="b">
            <a:noAutofit/>
          </a:bodyPr>
          <a:lstStyle>
            <a:lvl1pPr>
              <a:lnSpc>
                <a:spcPct val="90000"/>
              </a:lnSpc>
              <a:defRPr sz="3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019107" y="1069847"/>
            <a:ext cx="4257703" cy="4645153"/>
          </a:xfrm>
        </p:spPr>
        <p:txBody>
          <a:bodyPr lIns="274320" tIns="182880" rtlCol="0">
            <a:normAutofit/>
          </a:bodyPr>
          <a:lstStyle>
            <a:lvl1pPr marL="0" indent="0">
              <a:buNone/>
              <a:defRPr sz="21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57250" y="2834640"/>
            <a:ext cx="2834640" cy="2880360"/>
          </a:xfrm>
        </p:spPr>
        <p:txBody>
          <a:bodyPr>
            <a:normAutofit/>
          </a:bodyPr>
          <a:lstStyle>
            <a:lvl1pPr marL="0" indent="0">
              <a:lnSpc>
                <a:spcPct val="100000"/>
              </a:lnSpc>
              <a:spcBef>
                <a:spcPts val="800"/>
              </a:spcBef>
              <a:buNone/>
              <a:defRPr sz="1275"/>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pPr>
              <a:defRPr/>
            </a:pPr>
            <a:fld id="{3CC3D982-7226-4E15-95BB-5FBE8F54C513}" type="datetimeFigureOut">
              <a:rPr lang="en-US"/>
              <a:pPr>
                <a:defRPr/>
              </a:pPr>
              <a:t>26-May-22</a:t>
            </a:fld>
            <a:endParaRPr lang="en-US" dirty="0"/>
          </a:p>
        </p:txBody>
      </p:sp>
      <p:sp>
        <p:nvSpPr>
          <p:cNvPr id="6" name="Footer Placeholder 5"/>
          <p:cNvSpPr>
            <a:spLocks noGrp="1"/>
          </p:cNvSpPr>
          <p:nvPr>
            <p:ph type="ftr" sz="quarter" idx="11"/>
          </p:nvPr>
        </p:nvSpPr>
        <p:spPr/>
        <p:txBody>
          <a:bodyPr/>
          <a:lstStyle>
            <a:lvl1pPr>
              <a:defRPr dirty="0"/>
            </a:lvl1pPr>
          </a:lstStyle>
          <a:p>
            <a:pPr>
              <a:defRPr/>
            </a:pPr>
            <a:endParaRPr lang="en-US"/>
          </a:p>
        </p:txBody>
      </p:sp>
      <p:sp>
        <p:nvSpPr>
          <p:cNvPr id="7" name="Slide Number Placeholder 6"/>
          <p:cNvSpPr>
            <a:spLocks noGrp="1"/>
          </p:cNvSpPr>
          <p:nvPr>
            <p:ph type="sldNum" sz="quarter" idx="12"/>
          </p:nvPr>
        </p:nvSpPr>
        <p:spPr/>
        <p:txBody>
          <a:bodyPr/>
          <a:lstStyle>
            <a:lvl1pPr>
              <a:defRPr/>
            </a:lvl1pPr>
          </a:lstStyle>
          <a:p>
            <a:pPr>
              <a:defRPr/>
            </a:pPr>
            <a:fld id="{EAC14899-9851-4294-9E18-D2ADD9F61C09}" type="slidenum">
              <a:rPr lang="en-US" altLang="en-US"/>
              <a:pPr>
                <a:defRPr/>
              </a:pPr>
              <a:t>‹#›</a:t>
            </a:fld>
            <a:endParaRPr lang="en-US" altLang="en-US"/>
          </a:p>
        </p:txBody>
      </p:sp>
    </p:spTree>
    <p:extLst>
      <p:ext uri="{BB962C8B-B14F-4D97-AF65-F5344CB8AC3E}">
        <p14:creationId xmlns:p14="http://schemas.microsoft.com/office/powerpoint/2010/main" xmlns="" val="2166101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6BA34FAD-6D50-4148-8421-F57D3C094E4F}" type="datetimeFigureOut">
              <a:rPr lang="en-US"/>
              <a:pPr>
                <a:defRPr/>
              </a:pPr>
              <a:t>26-May-22</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ltLang="en-US"/>
              <a:t>Lectures on Numerical Methods</a:t>
            </a:r>
          </a:p>
        </p:txBody>
      </p:sp>
      <p:sp>
        <p:nvSpPr>
          <p:cNvPr id="6" name="Slide Number Placeholder 5"/>
          <p:cNvSpPr>
            <a:spLocks noGrp="1"/>
          </p:cNvSpPr>
          <p:nvPr>
            <p:ph type="sldNum" sz="quarter" idx="12"/>
          </p:nvPr>
        </p:nvSpPr>
        <p:spPr/>
        <p:txBody>
          <a:bodyPr/>
          <a:lstStyle>
            <a:lvl1pPr>
              <a:defRPr/>
            </a:lvl1pPr>
          </a:lstStyle>
          <a:p>
            <a:pPr>
              <a:defRPr/>
            </a:pPr>
            <a:fld id="{90C606AB-8DEE-4B1E-B755-1673DFB173C9}" type="slidenum">
              <a:rPr lang="en-US" altLang="en-US"/>
              <a:pPr>
                <a:defRPr/>
              </a:pPr>
              <a:t>‹#›</a:t>
            </a:fld>
            <a:endParaRPr lang="en-US" altLang="en-US"/>
          </a:p>
        </p:txBody>
      </p:sp>
    </p:spTree>
    <p:extLst>
      <p:ext uri="{BB962C8B-B14F-4D97-AF65-F5344CB8AC3E}">
        <p14:creationId xmlns:p14="http://schemas.microsoft.com/office/powerpoint/2010/main" xmlns="" val="41144614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762000"/>
            <a:ext cx="1743075"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57250" y="762000"/>
            <a:ext cx="5572125"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8FEC2729-530C-457E-BC28-B05502065EA4}" type="datetimeFigureOut">
              <a:rPr lang="en-US"/>
              <a:pPr>
                <a:defRPr/>
              </a:pPr>
              <a:t>26-May-22</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ltLang="en-US"/>
              <a:t>Lectures on Numerical Methods</a:t>
            </a:r>
          </a:p>
        </p:txBody>
      </p:sp>
      <p:sp>
        <p:nvSpPr>
          <p:cNvPr id="6" name="Slide Number Placeholder 5"/>
          <p:cNvSpPr>
            <a:spLocks noGrp="1"/>
          </p:cNvSpPr>
          <p:nvPr>
            <p:ph type="sldNum" sz="quarter" idx="12"/>
          </p:nvPr>
        </p:nvSpPr>
        <p:spPr/>
        <p:txBody>
          <a:bodyPr/>
          <a:lstStyle>
            <a:lvl1pPr>
              <a:defRPr/>
            </a:lvl1pPr>
          </a:lstStyle>
          <a:p>
            <a:pPr>
              <a:defRPr/>
            </a:pPr>
            <a:fld id="{2449AB9D-0317-485E-A2A8-F495928F5861}" type="slidenum">
              <a:rPr lang="en-US" altLang="en-US"/>
              <a:pPr>
                <a:defRPr/>
              </a:pPr>
              <a:t>‹#›</a:t>
            </a:fld>
            <a:endParaRPr lang="en-US" altLang="en-US"/>
          </a:p>
        </p:txBody>
      </p:sp>
    </p:spTree>
    <p:extLst>
      <p:ext uri="{BB962C8B-B14F-4D97-AF65-F5344CB8AC3E}">
        <p14:creationId xmlns:p14="http://schemas.microsoft.com/office/powerpoint/2010/main" xmlns="" val="923473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p:nvPr/>
        </p:nvSpPr>
        <p:spPr>
          <a:xfrm>
            <a:off x="182563" y="182563"/>
            <a:ext cx="8778875" cy="6492875"/>
          </a:xfrm>
          <a:prstGeom prst="rect">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sp>
      <p:sp>
        <p:nvSpPr>
          <p:cNvPr id="1027" name="Title Placeholder 1"/>
          <p:cNvSpPr>
            <a:spLocks noGrp="1"/>
          </p:cNvSpPr>
          <p:nvPr>
            <p:ph type="title"/>
          </p:nvPr>
        </p:nvSpPr>
        <p:spPr bwMode="auto">
          <a:xfrm>
            <a:off x="857250" y="609600"/>
            <a:ext cx="7407275" cy="13557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Text Placeholder 2"/>
          <p:cNvSpPr>
            <a:spLocks noGrp="1"/>
          </p:cNvSpPr>
          <p:nvPr>
            <p:ph type="body" idx="1"/>
          </p:nvPr>
        </p:nvSpPr>
        <p:spPr bwMode="auto">
          <a:xfrm>
            <a:off x="857250" y="2057400"/>
            <a:ext cx="7404100" cy="4038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857250" y="6224588"/>
            <a:ext cx="1746250" cy="365125"/>
          </a:xfrm>
          <a:prstGeom prst="rect">
            <a:avLst/>
          </a:prstGeom>
        </p:spPr>
        <p:txBody>
          <a:bodyPr vert="horz" lIns="91440" tIns="45720" rIns="91440" bIns="45720" rtlCol="0" anchor="ctr"/>
          <a:lstStyle>
            <a:lvl1pPr algn="l">
              <a:defRPr sz="1000" smtClean="0">
                <a:solidFill>
                  <a:schemeClr val="accent1"/>
                </a:solidFill>
              </a:defRPr>
            </a:lvl1pPr>
          </a:lstStyle>
          <a:p>
            <a:pPr>
              <a:defRPr/>
            </a:pPr>
            <a:fld id="{7ADECA77-E1F1-4A47-88F2-E2DE9DFD209B}" type="datetimeFigureOut">
              <a:rPr lang="en-US"/>
              <a:pPr>
                <a:defRPr/>
              </a:pPr>
              <a:t>26-May-22</a:t>
            </a:fld>
            <a:endParaRPr lang="en-US" dirty="0"/>
          </a:p>
        </p:txBody>
      </p:sp>
      <p:sp>
        <p:nvSpPr>
          <p:cNvPr id="5" name="Footer Placeholder 4"/>
          <p:cNvSpPr>
            <a:spLocks noGrp="1"/>
          </p:cNvSpPr>
          <p:nvPr>
            <p:ph type="ftr" sz="quarter" idx="3"/>
          </p:nvPr>
        </p:nvSpPr>
        <p:spPr>
          <a:xfrm>
            <a:off x="2962275" y="6224588"/>
            <a:ext cx="3538538" cy="365125"/>
          </a:xfrm>
          <a:prstGeom prst="rect">
            <a:avLst/>
          </a:prstGeom>
        </p:spPr>
        <p:txBody>
          <a:bodyPr vert="horz" lIns="91440" tIns="45720" rIns="91440" bIns="45720" rtlCol="0" anchor="ctr"/>
          <a:lstStyle>
            <a:lvl1pPr algn="ctr">
              <a:defRPr sz="1000" smtClean="0">
                <a:solidFill>
                  <a:schemeClr val="accent1"/>
                </a:solidFill>
              </a:defRPr>
            </a:lvl1pPr>
          </a:lstStyle>
          <a:p>
            <a:pPr>
              <a:defRPr/>
            </a:pPr>
            <a:r>
              <a:rPr lang="en-US" altLang="en-US"/>
              <a:t>Lectures on Numerical Methods</a:t>
            </a:r>
          </a:p>
        </p:txBody>
      </p:sp>
      <p:sp>
        <p:nvSpPr>
          <p:cNvPr id="6" name="Slide Number Placeholder 5"/>
          <p:cNvSpPr>
            <a:spLocks noGrp="1"/>
          </p:cNvSpPr>
          <p:nvPr>
            <p:ph type="sldNum" sz="quarter" idx="4"/>
          </p:nvPr>
        </p:nvSpPr>
        <p:spPr>
          <a:xfrm>
            <a:off x="6997700" y="6224588"/>
            <a:ext cx="1279525" cy="365125"/>
          </a:xfrm>
          <a:prstGeom prst="rect">
            <a:avLst/>
          </a:prstGeom>
        </p:spPr>
        <p:txBody>
          <a:bodyPr vert="horz" lIns="91440" tIns="45720" rIns="91440" bIns="45720" rtlCol="0" anchor="ctr"/>
          <a:lstStyle>
            <a:lvl1pPr algn="r">
              <a:defRPr sz="1000" smtClean="0">
                <a:solidFill>
                  <a:schemeClr val="accent1"/>
                </a:solidFill>
              </a:defRPr>
            </a:lvl1pPr>
          </a:lstStyle>
          <a:p>
            <a:pPr>
              <a:defRPr/>
            </a:pPr>
            <a:fld id="{A2B456D2-4273-4592-ADA4-C034E275CAD7}"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938" r:id="rId1"/>
    <p:sldLayoutId id="2147483930" r:id="rId2"/>
    <p:sldLayoutId id="2147483939" r:id="rId3"/>
    <p:sldLayoutId id="2147483931" r:id="rId4"/>
    <p:sldLayoutId id="2147483932" r:id="rId5"/>
    <p:sldLayoutId id="2147483933" r:id="rId6"/>
    <p:sldLayoutId id="2147483934" r:id="rId7"/>
    <p:sldLayoutId id="2147483935" r:id="rId8"/>
    <p:sldLayoutId id="2147483940" r:id="rId9"/>
    <p:sldLayoutId id="2147483936" r:id="rId10"/>
    <p:sldLayoutId id="2147483937" r:id="rId11"/>
  </p:sldLayoutIdLst>
  <p:hf hdr="0" ftr="0" dt="0"/>
  <p:txStyles>
    <p:titleStyle>
      <a:lvl1pPr algn="l" defTabSz="685800" rtl="0" fontAlgn="base">
        <a:lnSpc>
          <a:spcPct val="90000"/>
        </a:lnSpc>
        <a:spcBef>
          <a:spcPct val="0"/>
        </a:spcBef>
        <a:spcAft>
          <a:spcPct val="0"/>
        </a:spcAft>
        <a:defRPr sz="4000" kern="1200">
          <a:solidFill>
            <a:schemeClr val="accent1"/>
          </a:solidFill>
          <a:latin typeface="+mj-lt"/>
          <a:ea typeface="+mj-ea"/>
          <a:cs typeface="+mj-cs"/>
        </a:defRPr>
      </a:lvl1pPr>
      <a:lvl2pPr algn="l" defTabSz="685800" rtl="0" fontAlgn="base">
        <a:lnSpc>
          <a:spcPct val="90000"/>
        </a:lnSpc>
        <a:spcBef>
          <a:spcPct val="0"/>
        </a:spcBef>
        <a:spcAft>
          <a:spcPct val="0"/>
        </a:spcAft>
        <a:defRPr sz="4000">
          <a:solidFill>
            <a:schemeClr val="accent1"/>
          </a:solidFill>
          <a:latin typeface="Corbel" panose="020B0503020204020204" pitchFamily="34" charset="0"/>
        </a:defRPr>
      </a:lvl2pPr>
      <a:lvl3pPr algn="l" defTabSz="685800" rtl="0" fontAlgn="base">
        <a:lnSpc>
          <a:spcPct val="90000"/>
        </a:lnSpc>
        <a:spcBef>
          <a:spcPct val="0"/>
        </a:spcBef>
        <a:spcAft>
          <a:spcPct val="0"/>
        </a:spcAft>
        <a:defRPr sz="4000">
          <a:solidFill>
            <a:schemeClr val="accent1"/>
          </a:solidFill>
          <a:latin typeface="Corbel" panose="020B0503020204020204" pitchFamily="34" charset="0"/>
        </a:defRPr>
      </a:lvl3pPr>
      <a:lvl4pPr algn="l" defTabSz="685800" rtl="0" fontAlgn="base">
        <a:lnSpc>
          <a:spcPct val="90000"/>
        </a:lnSpc>
        <a:spcBef>
          <a:spcPct val="0"/>
        </a:spcBef>
        <a:spcAft>
          <a:spcPct val="0"/>
        </a:spcAft>
        <a:defRPr sz="4000">
          <a:solidFill>
            <a:schemeClr val="accent1"/>
          </a:solidFill>
          <a:latin typeface="Corbel" panose="020B0503020204020204" pitchFamily="34" charset="0"/>
        </a:defRPr>
      </a:lvl4pPr>
      <a:lvl5pPr algn="l" defTabSz="685800" rtl="0" fontAlgn="base">
        <a:lnSpc>
          <a:spcPct val="90000"/>
        </a:lnSpc>
        <a:spcBef>
          <a:spcPct val="0"/>
        </a:spcBef>
        <a:spcAft>
          <a:spcPct val="0"/>
        </a:spcAft>
        <a:defRPr sz="4000">
          <a:solidFill>
            <a:schemeClr val="accent1"/>
          </a:solidFill>
          <a:latin typeface="Corbel" panose="020B0503020204020204" pitchFamily="34" charset="0"/>
        </a:defRPr>
      </a:lvl5pPr>
      <a:lvl6pPr marL="457200" algn="l" defTabSz="685800" rtl="0" fontAlgn="base">
        <a:lnSpc>
          <a:spcPct val="90000"/>
        </a:lnSpc>
        <a:spcBef>
          <a:spcPct val="0"/>
        </a:spcBef>
        <a:spcAft>
          <a:spcPct val="0"/>
        </a:spcAft>
        <a:defRPr sz="4000">
          <a:solidFill>
            <a:schemeClr val="accent1"/>
          </a:solidFill>
          <a:latin typeface="Corbel" panose="020B0503020204020204" pitchFamily="34" charset="0"/>
        </a:defRPr>
      </a:lvl6pPr>
      <a:lvl7pPr marL="914400" algn="l" defTabSz="685800" rtl="0" fontAlgn="base">
        <a:lnSpc>
          <a:spcPct val="90000"/>
        </a:lnSpc>
        <a:spcBef>
          <a:spcPct val="0"/>
        </a:spcBef>
        <a:spcAft>
          <a:spcPct val="0"/>
        </a:spcAft>
        <a:defRPr sz="4000">
          <a:solidFill>
            <a:schemeClr val="accent1"/>
          </a:solidFill>
          <a:latin typeface="Corbel" panose="020B0503020204020204" pitchFamily="34" charset="0"/>
        </a:defRPr>
      </a:lvl7pPr>
      <a:lvl8pPr marL="1371600" algn="l" defTabSz="685800" rtl="0" fontAlgn="base">
        <a:lnSpc>
          <a:spcPct val="90000"/>
        </a:lnSpc>
        <a:spcBef>
          <a:spcPct val="0"/>
        </a:spcBef>
        <a:spcAft>
          <a:spcPct val="0"/>
        </a:spcAft>
        <a:defRPr sz="4000">
          <a:solidFill>
            <a:schemeClr val="accent1"/>
          </a:solidFill>
          <a:latin typeface="Corbel" panose="020B0503020204020204" pitchFamily="34" charset="0"/>
        </a:defRPr>
      </a:lvl8pPr>
      <a:lvl9pPr marL="1828800" algn="l" defTabSz="685800" rtl="0" fontAlgn="base">
        <a:lnSpc>
          <a:spcPct val="90000"/>
        </a:lnSpc>
        <a:spcBef>
          <a:spcPct val="0"/>
        </a:spcBef>
        <a:spcAft>
          <a:spcPct val="0"/>
        </a:spcAft>
        <a:defRPr sz="4000">
          <a:solidFill>
            <a:schemeClr val="accent1"/>
          </a:solidFill>
          <a:latin typeface="Corbel" panose="020B0503020204020204" pitchFamily="34" charset="0"/>
        </a:defRPr>
      </a:lvl9pPr>
    </p:titleStyle>
    <p:bodyStyle>
      <a:lvl1pPr marL="171450" indent="-136525" algn="l" defTabSz="685800" rtl="0" fontAlgn="base">
        <a:lnSpc>
          <a:spcPct val="90000"/>
        </a:lnSpc>
        <a:spcBef>
          <a:spcPts val="1000"/>
        </a:spcBef>
        <a:spcAft>
          <a:spcPct val="0"/>
        </a:spcAft>
        <a:buClr>
          <a:schemeClr val="accent1"/>
        </a:buClr>
        <a:buSzPct val="80000"/>
        <a:buFont typeface="Corbel" panose="020B0503020204020204" pitchFamily="34" charset="0"/>
        <a:buChar char="•"/>
        <a:defRPr sz="2000" kern="1200">
          <a:solidFill>
            <a:schemeClr val="accent1"/>
          </a:solidFill>
          <a:latin typeface="+mn-lt"/>
          <a:ea typeface="+mn-ea"/>
          <a:cs typeface="+mn-cs"/>
        </a:defRPr>
      </a:lvl1pPr>
      <a:lvl2pPr marL="342900" indent="-136525" algn="l" defTabSz="685800" rtl="0" fontAlgn="base">
        <a:lnSpc>
          <a:spcPct val="90000"/>
        </a:lnSpc>
        <a:spcBef>
          <a:spcPts val="150"/>
        </a:spcBef>
        <a:spcAft>
          <a:spcPts val="300"/>
        </a:spcAft>
        <a:buClr>
          <a:schemeClr val="accent1"/>
        </a:buClr>
        <a:buSzPct val="80000"/>
        <a:buFont typeface="Corbel" pitchFamily="34" charset="0"/>
        <a:buChar char="•"/>
        <a:defRPr kern="1200">
          <a:solidFill>
            <a:schemeClr val="accent1"/>
          </a:solidFill>
          <a:latin typeface="+mn-lt"/>
          <a:ea typeface="+mn-ea"/>
          <a:cs typeface="+mn-cs"/>
        </a:defRPr>
      </a:lvl2pPr>
      <a:lvl3pPr marL="547688" indent="-136525" algn="l" defTabSz="685800" rtl="0" fontAlgn="base">
        <a:lnSpc>
          <a:spcPct val="90000"/>
        </a:lnSpc>
        <a:spcBef>
          <a:spcPts val="150"/>
        </a:spcBef>
        <a:spcAft>
          <a:spcPts val="300"/>
        </a:spcAft>
        <a:buClr>
          <a:schemeClr val="accent1"/>
        </a:buClr>
        <a:buSzPct val="80000"/>
        <a:buFont typeface="Corbel" pitchFamily="34" charset="0"/>
        <a:buChar char="•"/>
        <a:defRPr sz="1600" kern="1200">
          <a:solidFill>
            <a:schemeClr val="accent1"/>
          </a:solidFill>
          <a:latin typeface="+mn-lt"/>
          <a:ea typeface="+mn-ea"/>
          <a:cs typeface="+mn-cs"/>
        </a:defRPr>
      </a:lvl3pPr>
      <a:lvl4pPr marL="754063" indent="-136525" algn="l" defTabSz="685800" rtl="0" fontAlgn="base">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4pPr>
      <a:lvl5pPr marL="919163" indent="-136525" algn="l" defTabSz="685800" rtl="0" fontAlgn="base">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5pPr>
      <a:lvl6pPr marL="11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6pPr>
      <a:lvl7pPr marL="13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7pPr>
      <a:lvl8pPr marL="15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8pPr>
      <a:lvl9pPr marL="1700000" indent="-171450" algn="l" defTabSz="685800" rtl="0" eaLnBrk="1" latinLnBrk="0" hangingPunct="1">
        <a:lnSpc>
          <a:spcPct val="90000"/>
        </a:lnSpc>
        <a:spcBef>
          <a:spcPts val="150"/>
        </a:spcBef>
        <a:spcAft>
          <a:spcPts val="300"/>
        </a:spcAft>
        <a:buClr>
          <a:schemeClr val="accent1"/>
        </a:buClr>
        <a:buSzPct val="80000"/>
        <a:buFont typeface="Corbel" pitchFamily="34" charset="0"/>
        <a:buChar char="•"/>
        <a:defRPr sz="1400" kern="1200">
          <a:solidFill>
            <a:schemeClr val="accent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rtlCol="0"/>
          <a:lstStyle/>
          <a:p>
            <a:pPr fontAlgn="auto">
              <a:spcAft>
                <a:spcPts val="0"/>
              </a:spcAft>
              <a:defRPr/>
            </a:pPr>
            <a:r>
              <a:rPr lang="en-IN" sz="4000" dirty="0"/>
              <a:t>Chapter:</a:t>
            </a:r>
            <a:br>
              <a:rPr lang="en-IN" sz="4000" dirty="0"/>
            </a:br>
            <a:r>
              <a:rPr lang="en-IN" sz="4000"/>
              <a:t/>
            </a:r>
            <a:br>
              <a:rPr lang="en-IN" sz="4000"/>
            </a:br>
            <a:r>
              <a:rPr lang="en-IN" sz="4000" smtClean="0"/>
              <a:t>Structure</a:t>
            </a:r>
            <a:endParaRPr lang="en-IN" sz="4000" dirty="0"/>
          </a:p>
        </p:txBody>
      </p:sp>
      <p:sp>
        <p:nvSpPr>
          <p:cNvPr id="7171" name="Slide Number Placeholder 2"/>
          <p:cNvSpPr>
            <a:spLocks noGrp="1"/>
          </p:cNvSpPr>
          <p:nvPr>
            <p:ph type="sldNum" sz="quarter" idx="12"/>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Ctr="0" compatLnSpc="1">
            <a:prstTxWarp prst="textNoShape">
              <a:avLst/>
            </a:prstTxWarp>
          </a:bodyPr>
          <a:lstStyle>
            <a:lvl1pPr>
              <a:defRPr kumimoji="1" sz="3200">
                <a:solidFill>
                  <a:schemeClr val="tx1"/>
                </a:solidFill>
                <a:latin typeface="Tahoma" panose="020B0604030504040204" pitchFamily="34" charset="0"/>
              </a:defRPr>
            </a:lvl1pPr>
            <a:lvl2pPr marL="742950" indent="-285750">
              <a:defRPr kumimoji="1" sz="3200">
                <a:solidFill>
                  <a:schemeClr val="tx1"/>
                </a:solidFill>
                <a:latin typeface="Tahoma" panose="020B0604030504040204" pitchFamily="34" charset="0"/>
              </a:defRPr>
            </a:lvl2pPr>
            <a:lvl3pPr marL="1143000" indent="-228600">
              <a:defRPr kumimoji="1" sz="3200">
                <a:solidFill>
                  <a:schemeClr val="tx1"/>
                </a:solidFill>
                <a:latin typeface="Tahoma" panose="020B0604030504040204" pitchFamily="34" charset="0"/>
              </a:defRPr>
            </a:lvl3pPr>
            <a:lvl4pPr marL="1600200" indent="-228600">
              <a:defRPr kumimoji="1" sz="3200">
                <a:solidFill>
                  <a:schemeClr val="tx1"/>
                </a:solidFill>
                <a:latin typeface="Tahoma" panose="020B0604030504040204" pitchFamily="34" charset="0"/>
              </a:defRPr>
            </a:lvl4pPr>
            <a:lvl5pPr marL="2057400" indent="-228600">
              <a:defRPr kumimoji="1" sz="32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32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32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32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3200">
                <a:solidFill>
                  <a:schemeClr val="tx1"/>
                </a:solidFill>
                <a:latin typeface="Tahoma" panose="020B0604030504040204" pitchFamily="34" charset="0"/>
              </a:defRPr>
            </a:lvl9pPr>
          </a:lstStyle>
          <a:p>
            <a:fld id="{4E18ECF3-F2E3-47EC-B32C-FA319F2CD51D}" type="slidenum">
              <a:rPr lang="en-US" altLang="en-US" sz="1000">
                <a:solidFill>
                  <a:schemeClr val="accent1"/>
                </a:solidFill>
              </a:rPr>
              <a:pPr/>
              <a:t>1</a:t>
            </a:fld>
            <a:endParaRPr lang="en-US" altLang="en-US" sz="1000">
              <a:solidFill>
                <a:schemeClr val="accen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Bell MT" panose="02020503060305020303" pitchFamily="18" charset="0"/>
              </a:rPr>
              <a:t>What is structure?	</a:t>
            </a:r>
            <a:endParaRPr lang="en-IN" dirty="0">
              <a:latin typeface="Bell MT" panose="02020503060305020303" pitchFamily="18" charset="0"/>
            </a:endParaRPr>
          </a:p>
        </p:txBody>
      </p:sp>
      <p:sp>
        <p:nvSpPr>
          <p:cNvPr id="3" name="Content Placeholder 2"/>
          <p:cNvSpPr>
            <a:spLocks noGrp="1"/>
          </p:cNvSpPr>
          <p:nvPr>
            <p:ph idx="1"/>
          </p:nvPr>
        </p:nvSpPr>
        <p:spPr/>
        <p:txBody>
          <a:bodyPr/>
          <a:lstStyle/>
          <a:p>
            <a:pPr algn="just"/>
            <a:r>
              <a:rPr lang="en-IN" dirty="0">
                <a:latin typeface="Bell MT" panose="02020503060305020303" pitchFamily="18" charset="0"/>
              </a:rPr>
              <a:t>Structure is a user-defined data type in C which allows you to combine different data types to store a particular type of record. </a:t>
            </a:r>
          </a:p>
          <a:p>
            <a:pPr algn="just"/>
            <a:r>
              <a:rPr lang="en-IN" dirty="0">
                <a:latin typeface="Bell MT" panose="02020503060305020303" pitchFamily="18" charset="0"/>
              </a:rPr>
              <a:t>Structure helps to construct a complex data type in more meaningful way. It is somewhat similar to an Array. </a:t>
            </a:r>
          </a:p>
          <a:p>
            <a:pPr algn="just"/>
            <a:r>
              <a:rPr lang="en-IN" dirty="0">
                <a:latin typeface="Bell MT" panose="02020503060305020303" pitchFamily="18" charset="0"/>
              </a:rPr>
              <a:t>The only difference is that array is used to store collection of similar datatypes while structure can store collection of any type of data.</a:t>
            </a:r>
          </a:p>
          <a:p>
            <a:pPr algn="just"/>
            <a:r>
              <a:rPr lang="en-IN" dirty="0">
                <a:latin typeface="Bell MT" panose="02020503060305020303" pitchFamily="18" charset="0"/>
              </a:rPr>
              <a:t>Structure is used to represent a record. </a:t>
            </a:r>
          </a:p>
          <a:p>
            <a:pPr algn="just"/>
            <a:r>
              <a:rPr lang="en-IN" dirty="0">
                <a:latin typeface="Bell MT" panose="02020503060305020303" pitchFamily="18" charset="0"/>
              </a:rPr>
              <a:t>Suppose you want to store record of Student which consists of student name, address, roll number and age. You can define a structure to hold this information. </a:t>
            </a: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2</a:t>
            </a:fld>
            <a:endParaRPr lang="en-US" altLang="en-US"/>
          </a:p>
        </p:txBody>
      </p:sp>
    </p:spTree>
    <p:extLst>
      <p:ext uri="{BB962C8B-B14F-4D97-AF65-F5344CB8AC3E}">
        <p14:creationId xmlns:p14="http://schemas.microsoft.com/office/powerpoint/2010/main" xmlns="" val="31644720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Bell MT" panose="02020503060305020303" pitchFamily="18" charset="0"/>
              </a:rPr>
              <a:t>Structure Definition	</a:t>
            </a:r>
            <a:endParaRPr lang="en-IN" dirty="0">
              <a:latin typeface="Bell MT" panose="02020503060305020303" pitchFamily="18" charset="0"/>
            </a:endParaRPr>
          </a:p>
        </p:txBody>
      </p:sp>
      <p:sp>
        <p:nvSpPr>
          <p:cNvPr id="3" name="Content Placeholder 2"/>
          <p:cNvSpPr>
            <a:spLocks noGrp="1"/>
          </p:cNvSpPr>
          <p:nvPr>
            <p:ph idx="1"/>
          </p:nvPr>
        </p:nvSpPr>
        <p:spPr/>
        <p:txBody>
          <a:bodyPr/>
          <a:lstStyle/>
          <a:p>
            <a:pPr algn="just"/>
            <a:r>
              <a:rPr lang="en-IN" dirty="0">
                <a:latin typeface="Bell MT" panose="02020503060305020303" pitchFamily="18" charset="0"/>
              </a:rPr>
              <a:t>Keyword struct is used for creating a structure.</a:t>
            </a:r>
          </a:p>
          <a:p>
            <a:pPr algn="just"/>
            <a:r>
              <a:rPr lang="en-US" dirty="0">
                <a:latin typeface="Bell MT" panose="02020503060305020303" pitchFamily="18" charset="0"/>
              </a:rPr>
              <a:t>Syntax of structure : </a:t>
            </a:r>
          </a:p>
          <a:p>
            <a:pPr algn="just"/>
            <a:endParaRPr lang="en-US" dirty="0">
              <a:latin typeface="Bell MT" panose="02020503060305020303" pitchFamily="18" charset="0"/>
            </a:endParaRPr>
          </a:p>
          <a:p>
            <a:pPr algn="just"/>
            <a:endParaRPr lang="en-US" dirty="0">
              <a:latin typeface="Bell MT" panose="02020503060305020303" pitchFamily="18" charset="0"/>
            </a:endParaRPr>
          </a:p>
          <a:p>
            <a:pPr algn="just"/>
            <a:endParaRPr lang="en-US" dirty="0">
              <a:latin typeface="Bell MT" panose="02020503060305020303" pitchFamily="18" charset="0"/>
            </a:endParaRPr>
          </a:p>
          <a:p>
            <a:pPr algn="just"/>
            <a:endParaRPr lang="en-US" dirty="0">
              <a:latin typeface="Bell MT" panose="02020503060305020303" pitchFamily="18" charset="0"/>
            </a:endParaRPr>
          </a:p>
          <a:p>
            <a:pPr algn="just"/>
            <a:r>
              <a:rPr lang="en-US" dirty="0">
                <a:latin typeface="Bell MT" panose="02020503060305020303" pitchFamily="18" charset="0"/>
              </a:rPr>
              <a:t>We can create the structure for a person as mentioned : </a:t>
            </a:r>
            <a:endParaRPr lang="en-IN" dirty="0">
              <a:latin typeface="Bell MT" panose="02020503060305020303" pitchFamily="18" charset="0"/>
            </a:endParaRP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3</a:t>
            </a:fld>
            <a:endParaRPr lang="en-US" altLang="en-US"/>
          </a:p>
        </p:txBody>
      </p:sp>
      <p:sp>
        <p:nvSpPr>
          <p:cNvPr id="7" name="TextBox 6"/>
          <p:cNvSpPr txBox="1"/>
          <p:nvPr/>
        </p:nvSpPr>
        <p:spPr>
          <a:xfrm>
            <a:off x="3851921" y="2420888"/>
            <a:ext cx="2160239" cy="2062103"/>
          </a:xfrm>
          <a:prstGeom prst="rect">
            <a:avLst/>
          </a:prstGeom>
          <a:noFill/>
        </p:spPr>
        <p:txBody>
          <a:bodyPr wrap="square" rtlCol="0">
            <a:spAutoFit/>
          </a:bodyPr>
          <a:lstStyle/>
          <a:p>
            <a:r>
              <a:rPr lang="en-IN" sz="1600" dirty="0">
                <a:latin typeface="Bell MT" panose="02020503060305020303" pitchFamily="18" charset="0"/>
              </a:rPr>
              <a:t>struct </a:t>
            </a:r>
            <a:r>
              <a:rPr lang="en-IN" sz="1600" dirty="0" err="1">
                <a:latin typeface="Bell MT" panose="02020503060305020303" pitchFamily="18" charset="0"/>
              </a:rPr>
              <a:t>structure_name</a:t>
            </a:r>
            <a:r>
              <a:rPr lang="en-IN" sz="1600" dirty="0">
                <a:latin typeface="Bell MT" panose="02020503060305020303" pitchFamily="18" charset="0"/>
              </a:rPr>
              <a:t> </a:t>
            </a:r>
          </a:p>
          <a:p>
            <a:r>
              <a:rPr lang="en-IN" sz="1600" dirty="0">
                <a:latin typeface="Bell MT" panose="02020503060305020303" pitchFamily="18" charset="0"/>
              </a:rPr>
              <a:t>{</a:t>
            </a:r>
          </a:p>
          <a:p>
            <a:r>
              <a:rPr lang="en-IN" sz="1600" dirty="0">
                <a:latin typeface="Bell MT" panose="02020503060305020303" pitchFamily="18" charset="0"/>
              </a:rPr>
              <a:t>    </a:t>
            </a:r>
            <a:r>
              <a:rPr lang="en-IN" sz="1600" dirty="0" err="1">
                <a:latin typeface="Bell MT" panose="02020503060305020303" pitchFamily="18" charset="0"/>
              </a:rPr>
              <a:t>data_type</a:t>
            </a:r>
            <a:r>
              <a:rPr lang="en-IN" sz="1600" dirty="0">
                <a:latin typeface="Bell MT" panose="02020503060305020303" pitchFamily="18" charset="0"/>
              </a:rPr>
              <a:t> member1;</a:t>
            </a:r>
          </a:p>
          <a:p>
            <a:r>
              <a:rPr lang="en-IN" sz="1600" dirty="0">
                <a:latin typeface="Bell MT" panose="02020503060305020303" pitchFamily="18" charset="0"/>
              </a:rPr>
              <a:t>    </a:t>
            </a:r>
            <a:r>
              <a:rPr lang="en-IN" sz="1600" dirty="0" err="1">
                <a:latin typeface="Bell MT" panose="02020503060305020303" pitchFamily="18" charset="0"/>
              </a:rPr>
              <a:t>data_type</a:t>
            </a:r>
            <a:r>
              <a:rPr lang="en-IN" sz="1600" dirty="0">
                <a:latin typeface="Bell MT" panose="02020503060305020303" pitchFamily="18" charset="0"/>
              </a:rPr>
              <a:t> member2;</a:t>
            </a:r>
          </a:p>
          <a:p>
            <a:r>
              <a:rPr lang="en-IN" sz="1600" dirty="0">
                <a:latin typeface="Bell MT" panose="02020503060305020303" pitchFamily="18" charset="0"/>
              </a:rPr>
              <a:t>    .</a:t>
            </a:r>
          </a:p>
          <a:p>
            <a:r>
              <a:rPr lang="en-IN" sz="1600" dirty="0">
                <a:latin typeface="Bell MT" panose="02020503060305020303" pitchFamily="18" charset="0"/>
              </a:rPr>
              <a:t>    .</a:t>
            </a:r>
          </a:p>
          <a:p>
            <a:r>
              <a:rPr lang="en-IN" sz="1600" dirty="0">
                <a:latin typeface="Bell MT" panose="02020503060305020303" pitchFamily="18" charset="0"/>
              </a:rPr>
              <a:t>    </a:t>
            </a:r>
            <a:r>
              <a:rPr lang="en-IN" sz="1600" dirty="0" err="1">
                <a:latin typeface="Bell MT" panose="02020503060305020303" pitchFamily="18" charset="0"/>
              </a:rPr>
              <a:t>data_type</a:t>
            </a:r>
            <a:r>
              <a:rPr lang="en-IN" sz="1600" dirty="0">
                <a:latin typeface="Bell MT" panose="02020503060305020303" pitchFamily="18" charset="0"/>
              </a:rPr>
              <a:t> </a:t>
            </a:r>
            <a:r>
              <a:rPr lang="en-IN" sz="1600" dirty="0" err="1">
                <a:latin typeface="Bell MT" panose="02020503060305020303" pitchFamily="18" charset="0"/>
              </a:rPr>
              <a:t>memeber</a:t>
            </a:r>
            <a:r>
              <a:rPr lang="en-IN" sz="1600" dirty="0">
                <a:latin typeface="Bell MT" panose="02020503060305020303" pitchFamily="18" charset="0"/>
              </a:rPr>
              <a:t>;</a:t>
            </a:r>
          </a:p>
          <a:p>
            <a:r>
              <a:rPr lang="en-IN" sz="1600" dirty="0">
                <a:latin typeface="Bell MT" panose="02020503060305020303" pitchFamily="18" charset="0"/>
              </a:rPr>
              <a:t>};</a:t>
            </a:r>
          </a:p>
        </p:txBody>
      </p:sp>
      <p:sp>
        <p:nvSpPr>
          <p:cNvPr id="8" name="TextBox 7"/>
          <p:cNvSpPr txBox="1"/>
          <p:nvPr/>
        </p:nvSpPr>
        <p:spPr>
          <a:xfrm>
            <a:off x="3995936" y="4840401"/>
            <a:ext cx="2160239" cy="1569660"/>
          </a:xfrm>
          <a:prstGeom prst="rect">
            <a:avLst/>
          </a:prstGeom>
          <a:noFill/>
        </p:spPr>
        <p:txBody>
          <a:bodyPr wrap="square" rtlCol="0">
            <a:spAutoFit/>
          </a:bodyPr>
          <a:lstStyle/>
          <a:p>
            <a:r>
              <a:rPr lang="en-IN" sz="1600" dirty="0">
                <a:latin typeface="Bell MT" panose="02020503060305020303" pitchFamily="18" charset="0"/>
              </a:rPr>
              <a:t>struct person</a:t>
            </a:r>
          </a:p>
          <a:p>
            <a:r>
              <a:rPr lang="en-IN" sz="1600" dirty="0">
                <a:latin typeface="Bell MT" panose="02020503060305020303" pitchFamily="18" charset="0"/>
              </a:rPr>
              <a:t>{</a:t>
            </a:r>
          </a:p>
          <a:p>
            <a:r>
              <a:rPr lang="en-IN" sz="1600" dirty="0">
                <a:latin typeface="Bell MT" panose="02020503060305020303" pitchFamily="18" charset="0"/>
              </a:rPr>
              <a:t>    char name[50];</a:t>
            </a:r>
          </a:p>
          <a:p>
            <a:r>
              <a:rPr lang="en-US" sz="1600" dirty="0">
                <a:latin typeface="Bell MT" panose="02020503060305020303" pitchFamily="18" charset="0"/>
              </a:rPr>
              <a:t>    int no;</a:t>
            </a:r>
          </a:p>
          <a:p>
            <a:r>
              <a:rPr lang="en-US" sz="1600" dirty="0">
                <a:latin typeface="Bell MT" panose="02020503060305020303" pitchFamily="18" charset="0"/>
              </a:rPr>
              <a:t>    float salary;</a:t>
            </a:r>
            <a:endParaRPr lang="en-IN" sz="1600" dirty="0">
              <a:latin typeface="Bell MT" panose="02020503060305020303" pitchFamily="18" charset="0"/>
            </a:endParaRPr>
          </a:p>
          <a:p>
            <a:r>
              <a:rPr lang="en-IN" sz="1600" dirty="0">
                <a:latin typeface="Bell MT" panose="02020503060305020303" pitchFamily="18" charset="0"/>
              </a:rPr>
              <a:t>};</a:t>
            </a:r>
          </a:p>
        </p:txBody>
      </p:sp>
    </p:spTree>
    <p:extLst>
      <p:ext uri="{BB962C8B-B14F-4D97-AF65-F5344CB8AC3E}">
        <p14:creationId xmlns:p14="http://schemas.microsoft.com/office/powerpoint/2010/main" xmlns="" val="27611731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Bell MT" panose="02020503060305020303" pitchFamily="18" charset="0"/>
              </a:rPr>
              <a:t>Structure Variable Declaration	</a:t>
            </a:r>
            <a:endParaRPr lang="en-IN" dirty="0">
              <a:latin typeface="Bell MT" panose="02020503060305020303" pitchFamily="18" charset="0"/>
            </a:endParaRPr>
          </a:p>
        </p:txBody>
      </p:sp>
      <p:sp>
        <p:nvSpPr>
          <p:cNvPr id="3" name="Content Placeholder 2"/>
          <p:cNvSpPr>
            <a:spLocks noGrp="1"/>
          </p:cNvSpPr>
          <p:nvPr>
            <p:ph idx="1"/>
          </p:nvPr>
        </p:nvSpPr>
        <p:spPr>
          <a:xfrm>
            <a:off x="683568" y="1772816"/>
            <a:ext cx="7404100" cy="4038600"/>
          </a:xfrm>
        </p:spPr>
        <p:txBody>
          <a:bodyPr/>
          <a:lstStyle/>
          <a:p>
            <a:pPr algn="just">
              <a:lnSpc>
                <a:spcPct val="100000"/>
              </a:lnSpc>
              <a:spcBef>
                <a:spcPts val="0"/>
              </a:spcBef>
            </a:pPr>
            <a:r>
              <a:rPr lang="en-IN" dirty="0">
                <a:latin typeface="Bell MT" panose="02020503060305020303" pitchFamily="18" charset="0"/>
              </a:rPr>
              <a:t>When a structure is defined, it creates a user-defined type but, no storage or memory is allocated.</a:t>
            </a:r>
          </a:p>
          <a:p>
            <a:pPr algn="just">
              <a:lnSpc>
                <a:spcPct val="100000"/>
              </a:lnSpc>
              <a:spcBef>
                <a:spcPts val="0"/>
              </a:spcBef>
            </a:pPr>
            <a:r>
              <a:rPr lang="en-IN" dirty="0">
                <a:latin typeface="Bell MT" panose="02020503060305020303" pitchFamily="18" charset="0"/>
              </a:rPr>
              <a:t>For the structure of a person, variable can be declared as:</a:t>
            </a:r>
          </a:p>
          <a:p>
            <a:pPr marL="34925" indent="0" algn="just">
              <a:lnSpc>
                <a:spcPct val="100000"/>
              </a:lnSpc>
              <a:spcBef>
                <a:spcPts val="0"/>
              </a:spcBef>
              <a:buNone/>
            </a:pPr>
            <a:r>
              <a:rPr lang="en-IN" dirty="0">
                <a:latin typeface="Bell MT" panose="02020503060305020303" pitchFamily="18" charset="0"/>
              </a:rPr>
              <a:t>struct person</a:t>
            </a:r>
          </a:p>
          <a:p>
            <a:pPr marL="34925" indent="0" algn="just">
              <a:lnSpc>
                <a:spcPct val="100000"/>
              </a:lnSpc>
              <a:spcBef>
                <a:spcPts val="0"/>
              </a:spcBef>
              <a:buNone/>
            </a:pPr>
            <a:r>
              <a:rPr lang="en-IN" dirty="0">
                <a:latin typeface="Bell MT" panose="02020503060305020303" pitchFamily="18" charset="0"/>
              </a:rPr>
              <a:t>{</a:t>
            </a:r>
          </a:p>
          <a:p>
            <a:pPr marL="34925" indent="0" algn="just">
              <a:lnSpc>
                <a:spcPct val="100000"/>
              </a:lnSpc>
              <a:spcBef>
                <a:spcPts val="0"/>
              </a:spcBef>
              <a:buNone/>
            </a:pPr>
            <a:r>
              <a:rPr lang="en-IN" dirty="0">
                <a:latin typeface="Bell MT" panose="02020503060305020303" pitchFamily="18" charset="0"/>
              </a:rPr>
              <a:t>    char name[50];</a:t>
            </a:r>
          </a:p>
          <a:p>
            <a:pPr marL="34925" indent="0" algn="just">
              <a:lnSpc>
                <a:spcPct val="100000"/>
              </a:lnSpc>
              <a:spcBef>
                <a:spcPts val="0"/>
              </a:spcBef>
              <a:buNone/>
            </a:pPr>
            <a:r>
              <a:rPr lang="en-IN" dirty="0">
                <a:latin typeface="Bell MT" panose="02020503060305020303" pitchFamily="18" charset="0"/>
              </a:rPr>
              <a:t>    int </a:t>
            </a:r>
            <a:r>
              <a:rPr lang="en-IN" dirty="0" err="1">
                <a:latin typeface="Bell MT" panose="02020503060305020303" pitchFamily="18" charset="0"/>
              </a:rPr>
              <a:t>citNo</a:t>
            </a:r>
            <a:r>
              <a:rPr lang="en-IN" dirty="0">
                <a:latin typeface="Bell MT" panose="02020503060305020303" pitchFamily="18" charset="0"/>
              </a:rPr>
              <a:t>;</a:t>
            </a:r>
          </a:p>
          <a:p>
            <a:pPr marL="34925" indent="0" algn="just">
              <a:lnSpc>
                <a:spcPct val="100000"/>
              </a:lnSpc>
              <a:spcBef>
                <a:spcPts val="0"/>
              </a:spcBef>
              <a:buNone/>
            </a:pPr>
            <a:r>
              <a:rPr lang="en-IN" dirty="0">
                <a:latin typeface="Bell MT" panose="02020503060305020303" pitchFamily="18" charset="0"/>
              </a:rPr>
              <a:t>    float salary;</a:t>
            </a:r>
          </a:p>
          <a:p>
            <a:pPr marL="34925" indent="0" algn="just">
              <a:lnSpc>
                <a:spcPct val="100000"/>
              </a:lnSpc>
              <a:spcBef>
                <a:spcPts val="0"/>
              </a:spcBef>
              <a:buNone/>
            </a:pPr>
            <a:r>
              <a:rPr lang="en-IN" dirty="0">
                <a:latin typeface="Bell MT" panose="02020503060305020303" pitchFamily="18" charset="0"/>
              </a:rPr>
              <a:t>};</a:t>
            </a:r>
          </a:p>
          <a:p>
            <a:pPr marL="34925" indent="0" algn="just">
              <a:lnSpc>
                <a:spcPct val="100000"/>
              </a:lnSpc>
              <a:spcBef>
                <a:spcPts val="0"/>
              </a:spcBef>
              <a:buNone/>
            </a:pPr>
            <a:r>
              <a:rPr lang="en-IN" dirty="0">
                <a:latin typeface="Bell MT" panose="02020503060305020303" pitchFamily="18" charset="0"/>
              </a:rPr>
              <a:t>int main()</a:t>
            </a:r>
          </a:p>
          <a:p>
            <a:pPr marL="34925" indent="0" algn="just">
              <a:lnSpc>
                <a:spcPct val="100000"/>
              </a:lnSpc>
              <a:spcBef>
                <a:spcPts val="0"/>
              </a:spcBef>
              <a:buNone/>
            </a:pPr>
            <a:r>
              <a:rPr lang="en-IN" dirty="0">
                <a:latin typeface="Bell MT" panose="02020503060305020303" pitchFamily="18" charset="0"/>
              </a:rPr>
              <a:t>{</a:t>
            </a:r>
          </a:p>
          <a:p>
            <a:pPr marL="34925" indent="0" algn="just">
              <a:lnSpc>
                <a:spcPct val="100000"/>
              </a:lnSpc>
              <a:spcBef>
                <a:spcPts val="0"/>
              </a:spcBef>
              <a:buNone/>
            </a:pPr>
            <a:r>
              <a:rPr lang="en-IN" dirty="0">
                <a:latin typeface="Bell MT" panose="02020503060305020303" pitchFamily="18" charset="0"/>
              </a:rPr>
              <a:t>    struct person person1, person2;</a:t>
            </a:r>
          </a:p>
          <a:p>
            <a:pPr marL="34925" indent="0" algn="just">
              <a:lnSpc>
                <a:spcPct val="100000"/>
              </a:lnSpc>
              <a:spcBef>
                <a:spcPts val="0"/>
              </a:spcBef>
              <a:buNone/>
            </a:pPr>
            <a:r>
              <a:rPr lang="en-IN" dirty="0">
                <a:latin typeface="Bell MT" panose="02020503060305020303" pitchFamily="18" charset="0"/>
              </a:rPr>
              <a:t>    return 0;</a:t>
            </a:r>
          </a:p>
          <a:p>
            <a:pPr marL="34925" indent="0" algn="just">
              <a:lnSpc>
                <a:spcPct val="100000"/>
              </a:lnSpc>
              <a:spcBef>
                <a:spcPts val="0"/>
              </a:spcBef>
              <a:buNone/>
            </a:pPr>
            <a:r>
              <a:rPr lang="en-IN" dirty="0">
                <a:latin typeface="Bell MT" panose="02020503060305020303" pitchFamily="18" charset="0"/>
              </a:rPr>
              <a:t>}</a:t>
            </a: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4</a:t>
            </a:fld>
            <a:endParaRPr lang="en-US" altLang="en-US"/>
          </a:p>
        </p:txBody>
      </p:sp>
    </p:spTree>
    <p:extLst>
      <p:ext uri="{BB962C8B-B14F-4D97-AF65-F5344CB8AC3E}">
        <p14:creationId xmlns:p14="http://schemas.microsoft.com/office/powerpoint/2010/main" xmlns="" val="4167654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Bell MT" panose="02020503060305020303" pitchFamily="18" charset="0"/>
              </a:rPr>
              <a:t>Structure Variable Declaration	</a:t>
            </a:r>
            <a:endParaRPr lang="en-IN" dirty="0">
              <a:latin typeface="Bell MT" panose="02020503060305020303" pitchFamily="18" charset="0"/>
            </a:endParaRPr>
          </a:p>
        </p:txBody>
      </p:sp>
      <p:sp>
        <p:nvSpPr>
          <p:cNvPr id="3" name="Content Placeholder 2"/>
          <p:cNvSpPr>
            <a:spLocks noGrp="1"/>
          </p:cNvSpPr>
          <p:nvPr>
            <p:ph idx="1"/>
          </p:nvPr>
        </p:nvSpPr>
        <p:spPr>
          <a:xfrm>
            <a:off x="683568" y="1772816"/>
            <a:ext cx="7404100" cy="4038600"/>
          </a:xfrm>
        </p:spPr>
        <p:txBody>
          <a:bodyPr/>
          <a:lstStyle/>
          <a:p>
            <a:pPr algn="just">
              <a:lnSpc>
                <a:spcPct val="100000"/>
              </a:lnSpc>
              <a:spcBef>
                <a:spcPts val="0"/>
              </a:spcBef>
            </a:pPr>
            <a:r>
              <a:rPr lang="en-IN" dirty="0">
                <a:latin typeface="Bell MT" panose="02020503060305020303" pitchFamily="18" charset="0"/>
              </a:rPr>
              <a:t>Another way of creating a structure variable is:</a:t>
            </a:r>
          </a:p>
          <a:p>
            <a:pPr marL="34925" indent="0" algn="just">
              <a:lnSpc>
                <a:spcPct val="100000"/>
              </a:lnSpc>
              <a:spcBef>
                <a:spcPts val="0"/>
              </a:spcBef>
              <a:buNone/>
            </a:pPr>
            <a:r>
              <a:rPr lang="en-IN" dirty="0">
                <a:latin typeface="Bell MT" panose="02020503060305020303" pitchFamily="18" charset="0"/>
              </a:rPr>
              <a:t>struct person</a:t>
            </a:r>
          </a:p>
          <a:p>
            <a:pPr marL="34925" indent="0" algn="just">
              <a:lnSpc>
                <a:spcPct val="100000"/>
              </a:lnSpc>
              <a:spcBef>
                <a:spcPts val="0"/>
              </a:spcBef>
              <a:buNone/>
            </a:pPr>
            <a:r>
              <a:rPr lang="en-IN" dirty="0">
                <a:latin typeface="Bell MT" panose="02020503060305020303" pitchFamily="18" charset="0"/>
              </a:rPr>
              <a:t>{</a:t>
            </a:r>
          </a:p>
          <a:p>
            <a:pPr marL="34925" indent="0" algn="just">
              <a:lnSpc>
                <a:spcPct val="100000"/>
              </a:lnSpc>
              <a:spcBef>
                <a:spcPts val="0"/>
              </a:spcBef>
              <a:buNone/>
            </a:pPr>
            <a:r>
              <a:rPr lang="en-IN" dirty="0">
                <a:latin typeface="Bell MT" panose="02020503060305020303" pitchFamily="18" charset="0"/>
              </a:rPr>
              <a:t>    char name[50];</a:t>
            </a:r>
          </a:p>
          <a:p>
            <a:pPr marL="34925" indent="0" algn="just">
              <a:lnSpc>
                <a:spcPct val="100000"/>
              </a:lnSpc>
              <a:spcBef>
                <a:spcPts val="0"/>
              </a:spcBef>
              <a:buNone/>
            </a:pPr>
            <a:r>
              <a:rPr lang="en-IN" dirty="0">
                <a:latin typeface="Bell MT" panose="02020503060305020303" pitchFamily="18" charset="0"/>
              </a:rPr>
              <a:t>    int </a:t>
            </a:r>
            <a:r>
              <a:rPr lang="en-IN" dirty="0" err="1">
                <a:latin typeface="Bell MT" panose="02020503060305020303" pitchFamily="18" charset="0"/>
              </a:rPr>
              <a:t>citNo</a:t>
            </a:r>
            <a:r>
              <a:rPr lang="en-IN" dirty="0">
                <a:latin typeface="Bell MT" panose="02020503060305020303" pitchFamily="18" charset="0"/>
              </a:rPr>
              <a:t>;</a:t>
            </a:r>
          </a:p>
          <a:p>
            <a:pPr marL="34925" indent="0" algn="just">
              <a:lnSpc>
                <a:spcPct val="100000"/>
              </a:lnSpc>
              <a:spcBef>
                <a:spcPts val="0"/>
              </a:spcBef>
              <a:buNone/>
            </a:pPr>
            <a:r>
              <a:rPr lang="en-IN" dirty="0">
                <a:latin typeface="Bell MT" panose="02020503060305020303" pitchFamily="18" charset="0"/>
              </a:rPr>
              <a:t>    float salary;</a:t>
            </a:r>
          </a:p>
          <a:p>
            <a:pPr marL="34925" indent="0" algn="just">
              <a:lnSpc>
                <a:spcPct val="100000"/>
              </a:lnSpc>
              <a:spcBef>
                <a:spcPts val="0"/>
              </a:spcBef>
              <a:buNone/>
            </a:pPr>
            <a:r>
              <a:rPr lang="en-IN" dirty="0">
                <a:latin typeface="Bell MT" panose="02020503060305020303" pitchFamily="18" charset="0"/>
              </a:rPr>
              <a:t>} person1, person2;</a:t>
            </a:r>
          </a:p>
          <a:p>
            <a:pPr algn="just">
              <a:lnSpc>
                <a:spcPct val="100000"/>
              </a:lnSpc>
              <a:spcBef>
                <a:spcPts val="0"/>
              </a:spcBef>
            </a:pPr>
            <a:endParaRPr lang="en-IN" dirty="0">
              <a:latin typeface="Bell MT" panose="02020503060305020303" pitchFamily="18" charset="0"/>
            </a:endParaRPr>
          </a:p>
          <a:p>
            <a:pPr algn="just">
              <a:lnSpc>
                <a:spcPct val="100000"/>
              </a:lnSpc>
              <a:spcBef>
                <a:spcPts val="0"/>
              </a:spcBef>
            </a:pPr>
            <a:r>
              <a:rPr lang="en-IN" dirty="0">
                <a:latin typeface="Bell MT" panose="02020503060305020303" pitchFamily="18" charset="0"/>
              </a:rPr>
              <a:t>In both cases, two variables person1, person2 of type struct person are created.</a:t>
            </a: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5</a:t>
            </a:fld>
            <a:endParaRPr lang="en-US" altLang="en-US"/>
          </a:p>
        </p:txBody>
      </p:sp>
    </p:spTree>
    <p:extLst>
      <p:ext uri="{BB962C8B-B14F-4D97-AF65-F5344CB8AC3E}">
        <p14:creationId xmlns:p14="http://schemas.microsoft.com/office/powerpoint/2010/main" xmlns="" val="38040474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Bell MT" panose="02020503060305020303" pitchFamily="18" charset="0"/>
              </a:rPr>
              <a:t>Accessing members of a structure</a:t>
            </a:r>
          </a:p>
        </p:txBody>
      </p:sp>
      <p:sp>
        <p:nvSpPr>
          <p:cNvPr id="3" name="Content Placeholder 2"/>
          <p:cNvSpPr>
            <a:spLocks noGrp="1"/>
          </p:cNvSpPr>
          <p:nvPr>
            <p:ph idx="1"/>
          </p:nvPr>
        </p:nvSpPr>
        <p:spPr>
          <a:xfrm>
            <a:off x="683568" y="1772816"/>
            <a:ext cx="7404100" cy="4038600"/>
          </a:xfrm>
        </p:spPr>
        <p:txBody>
          <a:bodyPr/>
          <a:lstStyle/>
          <a:p>
            <a:pPr algn="just">
              <a:lnSpc>
                <a:spcPct val="100000"/>
              </a:lnSpc>
              <a:spcBef>
                <a:spcPts val="0"/>
              </a:spcBef>
            </a:pPr>
            <a:r>
              <a:rPr lang="en-IN" dirty="0">
                <a:latin typeface="Bell MT" panose="02020503060305020303" pitchFamily="18" charset="0"/>
              </a:rPr>
              <a:t>Members of structures i.e. variables declared in a structure can be assessed using </a:t>
            </a:r>
            <a:r>
              <a:rPr lang="en-IN" dirty="0">
                <a:solidFill>
                  <a:srgbClr val="FF0000"/>
                </a:solidFill>
                <a:latin typeface="Bell MT" panose="02020503060305020303" pitchFamily="18" charset="0"/>
              </a:rPr>
              <a:t>period or member access operator(.)</a:t>
            </a:r>
          </a:p>
          <a:p>
            <a:pPr algn="just">
              <a:lnSpc>
                <a:spcPct val="100000"/>
              </a:lnSpc>
              <a:spcBef>
                <a:spcPts val="0"/>
              </a:spcBef>
            </a:pPr>
            <a:r>
              <a:rPr lang="en-IN" dirty="0">
                <a:latin typeface="Bell MT" panose="02020503060305020303" pitchFamily="18" charset="0"/>
              </a:rPr>
              <a:t>Any member of a structure can be accessed as:</a:t>
            </a:r>
          </a:p>
          <a:p>
            <a:pPr algn="just">
              <a:lnSpc>
                <a:spcPct val="100000"/>
              </a:lnSpc>
              <a:spcBef>
                <a:spcPts val="0"/>
              </a:spcBef>
            </a:pPr>
            <a:endParaRPr lang="en-IN" dirty="0">
              <a:latin typeface="Bell MT" panose="02020503060305020303" pitchFamily="18" charset="0"/>
            </a:endParaRPr>
          </a:p>
          <a:p>
            <a:pPr marL="34925" indent="0" algn="just">
              <a:lnSpc>
                <a:spcPct val="100000"/>
              </a:lnSpc>
              <a:spcBef>
                <a:spcPts val="0"/>
              </a:spcBef>
              <a:buNone/>
            </a:pPr>
            <a:r>
              <a:rPr lang="en-IN" dirty="0">
                <a:solidFill>
                  <a:srgbClr val="FF0000"/>
                </a:solidFill>
                <a:latin typeface="Bell MT" panose="02020503060305020303" pitchFamily="18" charset="0"/>
              </a:rPr>
              <a:t>                      structure_variable_name.member_name</a:t>
            </a:r>
          </a:p>
          <a:p>
            <a:pPr algn="just">
              <a:lnSpc>
                <a:spcPct val="100000"/>
              </a:lnSpc>
              <a:spcBef>
                <a:spcPts val="0"/>
              </a:spcBef>
            </a:pPr>
            <a:endParaRPr lang="en-IN" dirty="0">
              <a:latin typeface="Bell MT" panose="02020503060305020303" pitchFamily="18" charset="0"/>
            </a:endParaRPr>
          </a:p>
          <a:p>
            <a:pPr algn="just">
              <a:lnSpc>
                <a:spcPct val="100000"/>
              </a:lnSpc>
              <a:spcBef>
                <a:spcPts val="0"/>
              </a:spcBef>
            </a:pPr>
            <a:r>
              <a:rPr lang="en-IN" dirty="0">
                <a:latin typeface="Bell MT" panose="02020503060305020303" pitchFamily="18" charset="0"/>
              </a:rPr>
              <a:t>Suppose, we want to access salary for variable person2. Then, it can be accessed as:</a:t>
            </a:r>
          </a:p>
          <a:p>
            <a:pPr marL="34925" indent="0" algn="just">
              <a:lnSpc>
                <a:spcPct val="100000"/>
              </a:lnSpc>
              <a:spcBef>
                <a:spcPts val="0"/>
              </a:spcBef>
              <a:buNone/>
            </a:pPr>
            <a:r>
              <a:rPr lang="en-IN" dirty="0">
                <a:latin typeface="Bell MT" panose="02020503060305020303" pitchFamily="18" charset="0"/>
              </a:rPr>
              <a:t>                          </a:t>
            </a:r>
            <a:r>
              <a:rPr lang="en-IN" dirty="0">
                <a:solidFill>
                  <a:srgbClr val="FF0000"/>
                </a:solidFill>
                <a:latin typeface="Bell MT" panose="02020503060305020303" pitchFamily="18" charset="0"/>
              </a:rPr>
              <a:t>person2.salary</a:t>
            </a: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6</a:t>
            </a:fld>
            <a:endParaRPr lang="en-US" altLang="en-US"/>
          </a:p>
        </p:txBody>
      </p:sp>
    </p:spTree>
    <p:extLst>
      <p:ext uri="{BB962C8B-B14F-4D97-AF65-F5344CB8AC3E}">
        <p14:creationId xmlns:p14="http://schemas.microsoft.com/office/powerpoint/2010/main" xmlns="" val="16673031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3522" y="150515"/>
            <a:ext cx="7946950" cy="1355725"/>
          </a:xfrm>
        </p:spPr>
        <p:txBody>
          <a:bodyPr/>
          <a:lstStyle/>
          <a:p>
            <a:r>
              <a:rPr lang="en-IN" dirty="0">
                <a:latin typeface="Bell MT" panose="02020503060305020303" pitchFamily="18" charset="0"/>
              </a:rPr>
              <a:t>Using typedef while using structure</a:t>
            </a:r>
          </a:p>
        </p:txBody>
      </p:sp>
      <p:sp>
        <p:nvSpPr>
          <p:cNvPr id="3" name="Content Placeholder 2"/>
          <p:cNvSpPr>
            <a:spLocks noGrp="1"/>
          </p:cNvSpPr>
          <p:nvPr>
            <p:ph idx="1"/>
          </p:nvPr>
        </p:nvSpPr>
        <p:spPr>
          <a:xfrm>
            <a:off x="853430" y="1196752"/>
            <a:ext cx="7895034" cy="4686672"/>
          </a:xfrm>
        </p:spPr>
        <p:txBody>
          <a:bodyPr/>
          <a:lstStyle/>
          <a:p>
            <a:pPr algn="just">
              <a:lnSpc>
                <a:spcPct val="100000"/>
              </a:lnSpc>
              <a:spcBef>
                <a:spcPts val="0"/>
              </a:spcBef>
            </a:pPr>
            <a:r>
              <a:rPr lang="en-IN" dirty="0">
                <a:latin typeface="Bell MT" panose="02020503060305020303" pitchFamily="18" charset="0"/>
              </a:rPr>
              <a:t>Writing struct </a:t>
            </a:r>
            <a:r>
              <a:rPr lang="en-IN" dirty="0" err="1">
                <a:latin typeface="Bell MT" panose="02020503060305020303" pitchFamily="18" charset="0"/>
              </a:rPr>
              <a:t>structure_name</a:t>
            </a:r>
            <a:r>
              <a:rPr lang="en-IN" dirty="0">
                <a:latin typeface="Bell MT" panose="02020503060305020303" pitchFamily="18" charset="0"/>
              </a:rPr>
              <a:t> </a:t>
            </a:r>
            <a:r>
              <a:rPr lang="en-IN" dirty="0" err="1">
                <a:latin typeface="Bell MT" panose="02020503060305020303" pitchFamily="18" charset="0"/>
              </a:rPr>
              <a:t>variable_name</a:t>
            </a:r>
            <a:r>
              <a:rPr lang="en-IN" dirty="0">
                <a:latin typeface="Bell MT" panose="02020503060305020303" pitchFamily="18" charset="0"/>
              </a:rPr>
              <a:t>; to declare a structure variable isn't intuitive as to what it signifies, and takes some considerable amount of development time.</a:t>
            </a:r>
          </a:p>
          <a:p>
            <a:pPr algn="just">
              <a:lnSpc>
                <a:spcPct val="100000"/>
              </a:lnSpc>
              <a:spcBef>
                <a:spcPts val="0"/>
              </a:spcBef>
            </a:pPr>
            <a:r>
              <a:rPr lang="en-IN" dirty="0">
                <a:latin typeface="Bell MT" panose="02020503060305020303" pitchFamily="18" charset="0"/>
              </a:rPr>
              <a:t>So, use typedef to name the structure as a whole. For example:</a:t>
            </a:r>
          </a:p>
          <a:p>
            <a:pPr marL="34925" indent="0" algn="just">
              <a:lnSpc>
                <a:spcPct val="100000"/>
              </a:lnSpc>
              <a:spcBef>
                <a:spcPts val="0"/>
              </a:spcBef>
              <a:buNone/>
            </a:pPr>
            <a:r>
              <a:rPr lang="en-IN" dirty="0">
                <a:solidFill>
                  <a:srgbClr val="FF0000"/>
                </a:solidFill>
                <a:latin typeface="Bell MT" panose="02020503060305020303" pitchFamily="18" charset="0"/>
              </a:rPr>
              <a:t>typedef struct complex</a:t>
            </a:r>
          </a:p>
          <a:p>
            <a:pPr marL="34925" indent="0" algn="just">
              <a:lnSpc>
                <a:spcPct val="100000"/>
              </a:lnSpc>
              <a:spcBef>
                <a:spcPts val="0"/>
              </a:spcBef>
              <a:buNone/>
            </a:pPr>
            <a:r>
              <a:rPr lang="en-IN" dirty="0">
                <a:solidFill>
                  <a:srgbClr val="FF0000"/>
                </a:solidFill>
                <a:latin typeface="Bell MT" panose="02020503060305020303" pitchFamily="18" charset="0"/>
              </a:rPr>
              <a:t>{</a:t>
            </a:r>
          </a:p>
          <a:p>
            <a:pPr marL="34925" indent="0" algn="just">
              <a:lnSpc>
                <a:spcPct val="100000"/>
              </a:lnSpc>
              <a:spcBef>
                <a:spcPts val="0"/>
              </a:spcBef>
              <a:buNone/>
            </a:pPr>
            <a:r>
              <a:rPr lang="en-IN" dirty="0">
                <a:solidFill>
                  <a:srgbClr val="FF0000"/>
                </a:solidFill>
                <a:latin typeface="Bell MT" panose="02020503060305020303" pitchFamily="18" charset="0"/>
              </a:rPr>
              <a:t>         int </a:t>
            </a:r>
            <a:r>
              <a:rPr lang="en-IN" dirty="0" err="1">
                <a:solidFill>
                  <a:srgbClr val="FF0000"/>
                </a:solidFill>
                <a:latin typeface="Bell MT" panose="02020503060305020303" pitchFamily="18" charset="0"/>
              </a:rPr>
              <a:t>imag</a:t>
            </a:r>
            <a:r>
              <a:rPr lang="en-IN" dirty="0">
                <a:solidFill>
                  <a:srgbClr val="FF0000"/>
                </a:solidFill>
                <a:latin typeface="Bell MT" panose="02020503060305020303" pitchFamily="18" charset="0"/>
              </a:rPr>
              <a:t>;</a:t>
            </a:r>
          </a:p>
          <a:p>
            <a:pPr marL="34925" indent="0" algn="just">
              <a:lnSpc>
                <a:spcPct val="100000"/>
              </a:lnSpc>
              <a:spcBef>
                <a:spcPts val="0"/>
              </a:spcBef>
              <a:buNone/>
            </a:pPr>
            <a:r>
              <a:rPr lang="en-IN" dirty="0">
                <a:solidFill>
                  <a:srgbClr val="FF0000"/>
                </a:solidFill>
                <a:latin typeface="Bell MT" panose="02020503060305020303" pitchFamily="18" charset="0"/>
              </a:rPr>
              <a:t>         float real;</a:t>
            </a:r>
          </a:p>
          <a:p>
            <a:pPr marL="34925" indent="0" algn="just">
              <a:lnSpc>
                <a:spcPct val="100000"/>
              </a:lnSpc>
              <a:spcBef>
                <a:spcPts val="0"/>
              </a:spcBef>
              <a:buNone/>
            </a:pPr>
            <a:r>
              <a:rPr lang="en-IN" dirty="0">
                <a:solidFill>
                  <a:srgbClr val="FF0000"/>
                </a:solidFill>
                <a:latin typeface="Bell MT" panose="02020503060305020303" pitchFamily="18" charset="0"/>
              </a:rPr>
              <a:t>} comp;</a:t>
            </a:r>
          </a:p>
          <a:p>
            <a:pPr marL="34925" indent="0" algn="just">
              <a:lnSpc>
                <a:spcPct val="100000"/>
              </a:lnSpc>
              <a:spcBef>
                <a:spcPts val="0"/>
              </a:spcBef>
              <a:buNone/>
            </a:pPr>
            <a:r>
              <a:rPr lang="en-IN" dirty="0">
                <a:solidFill>
                  <a:srgbClr val="FF0000"/>
                </a:solidFill>
                <a:latin typeface="Bell MT" panose="02020503060305020303" pitchFamily="18" charset="0"/>
              </a:rPr>
              <a:t>int main()</a:t>
            </a:r>
          </a:p>
          <a:p>
            <a:pPr marL="34925" indent="0" algn="just">
              <a:lnSpc>
                <a:spcPct val="100000"/>
              </a:lnSpc>
              <a:spcBef>
                <a:spcPts val="0"/>
              </a:spcBef>
              <a:buNone/>
            </a:pPr>
            <a:r>
              <a:rPr lang="en-IN" dirty="0">
                <a:solidFill>
                  <a:srgbClr val="FF0000"/>
                </a:solidFill>
                <a:latin typeface="Bell MT" panose="02020503060305020303" pitchFamily="18" charset="0"/>
              </a:rPr>
              <a:t>{</a:t>
            </a:r>
          </a:p>
          <a:p>
            <a:pPr marL="34925" indent="0" algn="just">
              <a:lnSpc>
                <a:spcPct val="100000"/>
              </a:lnSpc>
              <a:spcBef>
                <a:spcPts val="0"/>
              </a:spcBef>
              <a:buNone/>
            </a:pPr>
            <a:r>
              <a:rPr lang="en-IN" dirty="0">
                <a:solidFill>
                  <a:srgbClr val="FF0000"/>
                </a:solidFill>
                <a:latin typeface="Bell MT" panose="02020503060305020303" pitchFamily="18" charset="0"/>
              </a:rPr>
              <a:t>         comp comp1, comp2;</a:t>
            </a:r>
          </a:p>
          <a:p>
            <a:pPr marL="34925" indent="0" algn="just">
              <a:lnSpc>
                <a:spcPct val="100000"/>
              </a:lnSpc>
              <a:spcBef>
                <a:spcPts val="0"/>
              </a:spcBef>
              <a:buNone/>
            </a:pPr>
            <a:r>
              <a:rPr lang="en-IN" dirty="0">
                <a:solidFill>
                  <a:srgbClr val="FF0000"/>
                </a:solidFill>
                <a:latin typeface="Bell MT" panose="02020503060305020303" pitchFamily="18" charset="0"/>
              </a:rPr>
              <a:t>}</a:t>
            </a:r>
          </a:p>
          <a:p>
            <a:pPr algn="just">
              <a:lnSpc>
                <a:spcPct val="100000"/>
              </a:lnSpc>
              <a:spcBef>
                <a:spcPts val="0"/>
              </a:spcBef>
            </a:pPr>
            <a:r>
              <a:rPr lang="en-IN" dirty="0">
                <a:latin typeface="Bell MT" panose="02020503060305020303" pitchFamily="18" charset="0"/>
              </a:rPr>
              <a:t>Here, typedef keyword is used in creating a type comp (which is of type as struct complex).</a:t>
            </a:r>
          </a:p>
          <a:p>
            <a:pPr algn="just">
              <a:lnSpc>
                <a:spcPct val="100000"/>
              </a:lnSpc>
              <a:spcBef>
                <a:spcPts val="0"/>
              </a:spcBef>
            </a:pPr>
            <a:r>
              <a:rPr lang="en-IN" dirty="0">
                <a:latin typeface="Bell MT" panose="02020503060305020303" pitchFamily="18" charset="0"/>
              </a:rPr>
              <a:t>Then, two structure variables comp1 and comp2 are created by this comp type.</a:t>
            </a: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7</a:t>
            </a:fld>
            <a:endParaRPr lang="en-US" altLang="en-US"/>
          </a:p>
        </p:txBody>
      </p:sp>
    </p:spTree>
    <p:extLst>
      <p:ext uri="{BB962C8B-B14F-4D97-AF65-F5344CB8AC3E}">
        <p14:creationId xmlns:p14="http://schemas.microsoft.com/office/powerpoint/2010/main" xmlns="" val="23779373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3522" y="150515"/>
            <a:ext cx="7946950" cy="1355725"/>
          </a:xfrm>
        </p:spPr>
        <p:txBody>
          <a:bodyPr/>
          <a:lstStyle/>
          <a:p>
            <a:r>
              <a:rPr lang="en-IN" dirty="0">
                <a:latin typeface="Bell MT" panose="02020503060305020303" pitchFamily="18" charset="0"/>
              </a:rPr>
              <a:t>Structure initialization</a:t>
            </a:r>
          </a:p>
        </p:txBody>
      </p:sp>
      <p:sp>
        <p:nvSpPr>
          <p:cNvPr id="3" name="Content Placeholder 2"/>
          <p:cNvSpPr>
            <a:spLocks noGrp="1"/>
          </p:cNvSpPr>
          <p:nvPr>
            <p:ph idx="1"/>
          </p:nvPr>
        </p:nvSpPr>
        <p:spPr>
          <a:xfrm>
            <a:off x="853430" y="1196752"/>
            <a:ext cx="7895034" cy="4686672"/>
          </a:xfrm>
        </p:spPr>
        <p:txBody>
          <a:bodyPr/>
          <a:lstStyle/>
          <a:p>
            <a:pPr algn="just">
              <a:lnSpc>
                <a:spcPct val="100000"/>
              </a:lnSpc>
              <a:spcBef>
                <a:spcPts val="0"/>
              </a:spcBef>
            </a:pPr>
            <a:r>
              <a:rPr lang="en-IN" dirty="0">
                <a:latin typeface="Bell MT" panose="02020503060305020303" pitchFamily="18" charset="0"/>
              </a:rPr>
              <a:t> Like any other data type, structure variable can also be initialized at compile time.</a:t>
            </a:r>
          </a:p>
          <a:p>
            <a:pPr marL="34925" indent="0" algn="just">
              <a:lnSpc>
                <a:spcPct val="100000"/>
              </a:lnSpc>
              <a:spcBef>
                <a:spcPts val="0"/>
              </a:spcBef>
              <a:buNone/>
            </a:pPr>
            <a:r>
              <a:rPr lang="en-IN" dirty="0">
                <a:latin typeface="Bell MT" panose="02020503060305020303" pitchFamily="18" charset="0"/>
              </a:rPr>
              <a:t>struct Person</a:t>
            </a:r>
          </a:p>
          <a:p>
            <a:pPr marL="34925" indent="0" algn="just">
              <a:lnSpc>
                <a:spcPct val="100000"/>
              </a:lnSpc>
              <a:spcBef>
                <a:spcPts val="0"/>
              </a:spcBef>
              <a:buNone/>
            </a:pPr>
            <a:r>
              <a:rPr lang="en-IN" dirty="0">
                <a:latin typeface="Bell MT" panose="02020503060305020303" pitchFamily="18" charset="0"/>
              </a:rPr>
              <a:t>{</a:t>
            </a:r>
          </a:p>
          <a:p>
            <a:pPr marL="34925" indent="0" algn="just">
              <a:lnSpc>
                <a:spcPct val="100000"/>
              </a:lnSpc>
              <a:spcBef>
                <a:spcPts val="0"/>
              </a:spcBef>
              <a:buNone/>
            </a:pPr>
            <a:r>
              <a:rPr lang="en-IN" dirty="0">
                <a:latin typeface="Bell MT" panose="02020503060305020303" pitchFamily="18" charset="0"/>
              </a:rPr>
              <a:t>  float height;</a:t>
            </a:r>
          </a:p>
          <a:p>
            <a:pPr marL="34925" indent="0" algn="just">
              <a:lnSpc>
                <a:spcPct val="100000"/>
              </a:lnSpc>
              <a:spcBef>
                <a:spcPts val="0"/>
              </a:spcBef>
              <a:buNone/>
            </a:pPr>
            <a:r>
              <a:rPr lang="en-IN" dirty="0">
                <a:latin typeface="Bell MT" panose="02020503060305020303" pitchFamily="18" charset="0"/>
              </a:rPr>
              <a:t>  int weight;  </a:t>
            </a:r>
          </a:p>
          <a:p>
            <a:pPr marL="34925" indent="0" algn="just">
              <a:lnSpc>
                <a:spcPct val="100000"/>
              </a:lnSpc>
              <a:spcBef>
                <a:spcPts val="0"/>
              </a:spcBef>
              <a:buNone/>
            </a:pPr>
            <a:r>
              <a:rPr lang="en-IN" dirty="0">
                <a:latin typeface="Bell MT" panose="02020503060305020303" pitchFamily="18" charset="0"/>
              </a:rPr>
              <a:t>  int age; </a:t>
            </a:r>
          </a:p>
          <a:p>
            <a:pPr marL="34925" indent="0" algn="just">
              <a:lnSpc>
                <a:spcPct val="100000"/>
              </a:lnSpc>
              <a:spcBef>
                <a:spcPts val="0"/>
              </a:spcBef>
              <a:buNone/>
            </a:pPr>
            <a:r>
              <a:rPr lang="en-IN" dirty="0">
                <a:latin typeface="Bell MT" panose="02020503060305020303" pitchFamily="18" charset="0"/>
              </a:rPr>
              <a:t>};</a:t>
            </a:r>
          </a:p>
          <a:p>
            <a:pPr marL="34925" indent="0" algn="just">
              <a:lnSpc>
                <a:spcPct val="100000"/>
              </a:lnSpc>
              <a:spcBef>
                <a:spcPts val="0"/>
              </a:spcBef>
              <a:buNone/>
            </a:pPr>
            <a:r>
              <a:rPr lang="en-IN" dirty="0">
                <a:latin typeface="Bell MT" panose="02020503060305020303" pitchFamily="18" charset="0"/>
              </a:rPr>
              <a:t>struct Person p1 = { 180.75 , 73, 23 };    //initialization</a:t>
            </a:r>
          </a:p>
          <a:p>
            <a:pPr marL="34925" indent="0" algn="ctr">
              <a:lnSpc>
                <a:spcPct val="100000"/>
              </a:lnSpc>
              <a:spcBef>
                <a:spcPts val="0"/>
              </a:spcBef>
              <a:buNone/>
            </a:pPr>
            <a:r>
              <a:rPr lang="en-IN" b="1" dirty="0">
                <a:solidFill>
                  <a:srgbClr val="FF0000"/>
                </a:solidFill>
                <a:latin typeface="Bell MT" panose="02020503060305020303" pitchFamily="18" charset="0"/>
              </a:rPr>
              <a:t>or</a:t>
            </a:r>
          </a:p>
          <a:p>
            <a:pPr marL="34925" indent="0" algn="just">
              <a:lnSpc>
                <a:spcPct val="100000"/>
              </a:lnSpc>
              <a:spcBef>
                <a:spcPts val="0"/>
              </a:spcBef>
              <a:buNone/>
            </a:pPr>
            <a:r>
              <a:rPr lang="en-IN" dirty="0">
                <a:latin typeface="Bell MT" panose="02020503060305020303" pitchFamily="18" charset="0"/>
              </a:rPr>
              <a:t>struct Person p1;</a:t>
            </a:r>
          </a:p>
          <a:p>
            <a:pPr marL="34925" indent="0" algn="just">
              <a:lnSpc>
                <a:spcPct val="100000"/>
              </a:lnSpc>
              <a:spcBef>
                <a:spcPts val="0"/>
              </a:spcBef>
              <a:buNone/>
            </a:pPr>
            <a:r>
              <a:rPr lang="en-IN" dirty="0">
                <a:latin typeface="Bell MT" panose="02020503060305020303" pitchFamily="18" charset="0"/>
              </a:rPr>
              <a:t>p1.height = 180.75;     //initialization of each member separately</a:t>
            </a:r>
          </a:p>
          <a:p>
            <a:pPr marL="34925" indent="0" algn="just">
              <a:lnSpc>
                <a:spcPct val="100000"/>
              </a:lnSpc>
              <a:spcBef>
                <a:spcPts val="0"/>
              </a:spcBef>
              <a:buNone/>
            </a:pPr>
            <a:r>
              <a:rPr lang="en-IN" dirty="0">
                <a:latin typeface="Bell MT" panose="02020503060305020303" pitchFamily="18" charset="0"/>
              </a:rPr>
              <a:t>p1.weight = 73;</a:t>
            </a:r>
          </a:p>
          <a:p>
            <a:pPr marL="34925" indent="0" algn="just">
              <a:lnSpc>
                <a:spcPct val="100000"/>
              </a:lnSpc>
              <a:spcBef>
                <a:spcPts val="0"/>
              </a:spcBef>
              <a:buNone/>
            </a:pPr>
            <a:r>
              <a:rPr lang="en-IN" dirty="0">
                <a:latin typeface="Bell MT" panose="02020503060305020303" pitchFamily="18" charset="0"/>
              </a:rPr>
              <a:t>p1.age = 23;</a:t>
            </a:r>
          </a:p>
          <a:p>
            <a:pPr algn="just">
              <a:lnSpc>
                <a:spcPct val="100000"/>
              </a:lnSpc>
              <a:spcBef>
                <a:spcPts val="0"/>
              </a:spcBef>
            </a:pPr>
            <a:endParaRPr lang="en-US" dirty="0">
              <a:latin typeface="Bell MT" panose="02020503060305020303" pitchFamily="18" charset="0"/>
            </a:endParaRPr>
          </a:p>
          <a:p>
            <a:pPr algn="just">
              <a:lnSpc>
                <a:spcPct val="100000"/>
              </a:lnSpc>
              <a:spcBef>
                <a:spcPts val="0"/>
              </a:spcBef>
            </a:pPr>
            <a:r>
              <a:rPr lang="en-US" dirty="0">
                <a:latin typeface="Bell MT" panose="02020503060305020303" pitchFamily="18" charset="0"/>
              </a:rPr>
              <a:t>You can copy an entire structure to another structure by just equating.</a:t>
            </a:r>
            <a:r>
              <a:rPr lang="en-IN" dirty="0">
                <a:latin typeface="Bell MT" panose="02020503060305020303" pitchFamily="18" charset="0"/>
              </a:rPr>
              <a:t> i.e. p2 = p1, this will copy all the values in p1 to p2.</a:t>
            </a:r>
            <a:endParaRPr lang="en-US" dirty="0">
              <a:latin typeface="Bell MT" panose="02020503060305020303" pitchFamily="18" charset="0"/>
            </a:endParaRP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8</a:t>
            </a:fld>
            <a:endParaRPr lang="en-US" altLang="en-US"/>
          </a:p>
        </p:txBody>
      </p:sp>
    </p:spTree>
    <p:extLst>
      <p:ext uri="{BB962C8B-B14F-4D97-AF65-F5344CB8AC3E}">
        <p14:creationId xmlns:p14="http://schemas.microsoft.com/office/powerpoint/2010/main" xmlns="" val="15760901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3522" y="150515"/>
            <a:ext cx="7946950" cy="1355725"/>
          </a:xfrm>
        </p:spPr>
        <p:txBody>
          <a:bodyPr/>
          <a:lstStyle/>
          <a:p>
            <a:r>
              <a:rPr lang="en-IN" dirty="0">
                <a:latin typeface="Bell MT" panose="02020503060305020303" pitchFamily="18" charset="0"/>
              </a:rPr>
              <a:t>Structure initialization</a:t>
            </a:r>
          </a:p>
        </p:txBody>
      </p:sp>
      <p:sp>
        <p:nvSpPr>
          <p:cNvPr id="3" name="Content Placeholder 2"/>
          <p:cNvSpPr>
            <a:spLocks noGrp="1"/>
          </p:cNvSpPr>
          <p:nvPr>
            <p:ph idx="1"/>
          </p:nvPr>
        </p:nvSpPr>
        <p:spPr>
          <a:xfrm>
            <a:off x="853430" y="1196751"/>
            <a:ext cx="7895034" cy="5392961"/>
          </a:xfrm>
        </p:spPr>
        <p:txBody>
          <a:bodyPr/>
          <a:lstStyle/>
          <a:p>
            <a:pPr marL="34925" indent="0" algn="just">
              <a:lnSpc>
                <a:spcPct val="100000"/>
              </a:lnSpc>
              <a:spcBef>
                <a:spcPts val="0"/>
              </a:spcBef>
              <a:buNone/>
            </a:pPr>
            <a:r>
              <a:rPr lang="en-IN" dirty="0">
                <a:latin typeface="Bell MT" panose="02020503060305020303" pitchFamily="18" charset="0"/>
              </a:rPr>
              <a:t>One more way of initializing can be :</a:t>
            </a:r>
          </a:p>
          <a:p>
            <a:pPr marL="34925" indent="0" algn="just">
              <a:lnSpc>
                <a:spcPct val="100000"/>
              </a:lnSpc>
              <a:spcBef>
                <a:spcPts val="0"/>
              </a:spcBef>
              <a:buNone/>
            </a:pPr>
            <a:r>
              <a:rPr lang="en-IN" dirty="0">
                <a:latin typeface="Bell MT" panose="02020503060305020303" pitchFamily="18" charset="0"/>
              </a:rPr>
              <a:t>struct Person</a:t>
            </a:r>
          </a:p>
          <a:p>
            <a:pPr marL="34925" indent="0" algn="just">
              <a:lnSpc>
                <a:spcPct val="100000"/>
              </a:lnSpc>
              <a:spcBef>
                <a:spcPts val="0"/>
              </a:spcBef>
              <a:buNone/>
            </a:pPr>
            <a:r>
              <a:rPr lang="en-IN" dirty="0">
                <a:latin typeface="Bell MT" panose="02020503060305020303" pitchFamily="18" charset="0"/>
              </a:rPr>
              <a:t>{</a:t>
            </a:r>
          </a:p>
          <a:p>
            <a:pPr marL="34925" indent="0" algn="just">
              <a:lnSpc>
                <a:spcPct val="100000"/>
              </a:lnSpc>
              <a:spcBef>
                <a:spcPts val="0"/>
              </a:spcBef>
              <a:buNone/>
            </a:pPr>
            <a:r>
              <a:rPr lang="en-IN" dirty="0">
                <a:latin typeface="Bell MT" panose="02020503060305020303" pitchFamily="18" charset="0"/>
              </a:rPr>
              <a:t>  float height;</a:t>
            </a:r>
          </a:p>
          <a:p>
            <a:pPr marL="34925" indent="0" algn="just">
              <a:lnSpc>
                <a:spcPct val="100000"/>
              </a:lnSpc>
              <a:spcBef>
                <a:spcPts val="0"/>
              </a:spcBef>
              <a:buNone/>
            </a:pPr>
            <a:r>
              <a:rPr lang="en-IN" dirty="0">
                <a:latin typeface="Bell MT" panose="02020503060305020303" pitchFamily="18" charset="0"/>
              </a:rPr>
              <a:t>  int weight;  </a:t>
            </a:r>
          </a:p>
          <a:p>
            <a:pPr marL="34925" indent="0" algn="just">
              <a:lnSpc>
                <a:spcPct val="100000"/>
              </a:lnSpc>
              <a:spcBef>
                <a:spcPts val="0"/>
              </a:spcBef>
              <a:buNone/>
            </a:pPr>
            <a:r>
              <a:rPr lang="en-IN" dirty="0">
                <a:latin typeface="Bell MT" panose="02020503060305020303" pitchFamily="18" charset="0"/>
              </a:rPr>
              <a:t>  int age; </a:t>
            </a:r>
          </a:p>
          <a:p>
            <a:pPr marL="34925" indent="0" algn="just">
              <a:lnSpc>
                <a:spcPct val="100000"/>
              </a:lnSpc>
              <a:spcBef>
                <a:spcPts val="0"/>
              </a:spcBef>
              <a:buNone/>
            </a:pPr>
            <a:r>
              <a:rPr lang="en-IN" dirty="0">
                <a:latin typeface="Bell MT" panose="02020503060305020303" pitchFamily="18" charset="0"/>
              </a:rPr>
              <a:t>} p1 = { 180.75 , 73, 23 };   </a:t>
            </a:r>
          </a:p>
          <a:p>
            <a:pPr marL="34925" indent="0" algn="just">
              <a:lnSpc>
                <a:spcPct val="100000"/>
              </a:lnSpc>
              <a:spcBef>
                <a:spcPts val="0"/>
              </a:spcBef>
              <a:buNone/>
            </a:pPr>
            <a:endParaRPr lang="en-US" dirty="0">
              <a:latin typeface="Bell MT" panose="02020503060305020303" pitchFamily="18" charset="0"/>
            </a:endParaRPr>
          </a:p>
          <a:p>
            <a:pPr marL="34925" indent="0" algn="just">
              <a:lnSpc>
                <a:spcPct val="100000"/>
              </a:lnSpc>
              <a:spcBef>
                <a:spcPts val="0"/>
              </a:spcBef>
              <a:buNone/>
            </a:pPr>
            <a:r>
              <a:rPr lang="de-DE" dirty="0">
                <a:latin typeface="Bell MT" panose="02020503060305020303" pitchFamily="18" charset="0"/>
              </a:rPr>
              <a:t>struct student</a:t>
            </a:r>
          </a:p>
          <a:p>
            <a:pPr marL="34925" indent="0" algn="just">
              <a:lnSpc>
                <a:spcPct val="100000"/>
              </a:lnSpc>
              <a:spcBef>
                <a:spcPts val="0"/>
              </a:spcBef>
              <a:buNone/>
            </a:pPr>
            <a:r>
              <a:rPr lang="de-DE" dirty="0">
                <a:latin typeface="Bell MT" panose="02020503060305020303" pitchFamily="18" charset="0"/>
              </a:rPr>
              <a:t>{</a:t>
            </a:r>
          </a:p>
          <a:p>
            <a:pPr marL="34925" indent="0" algn="just">
              <a:lnSpc>
                <a:spcPct val="100000"/>
              </a:lnSpc>
              <a:spcBef>
                <a:spcPts val="0"/>
              </a:spcBef>
              <a:buNone/>
            </a:pPr>
            <a:r>
              <a:rPr lang="de-DE" dirty="0">
                <a:latin typeface="Bell MT" panose="02020503060305020303" pitchFamily="18" charset="0"/>
              </a:rPr>
              <a:t>   int mark1;</a:t>
            </a:r>
          </a:p>
          <a:p>
            <a:pPr marL="34925" indent="0" algn="just">
              <a:lnSpc>
                <a:spcPct val="100000"/>
              </a:lnSpc>
              <a:spcBef>
                <a:spcPts val="0"/>
              </a:spcBef>
              <a:buNone/>
            </a:pPr>
            <a:r>
              <a:rPr lang="de-DE" dirty="0">
                <a:latin typeface="Bell MT" panose="02020503060305020303" pitchFamily="18" charset="0"/>
              </a:rPr>
              <a:t>   int mark2;</a:t>
            </a:r>
          </a:p>
          <a:p>
            <a:pPr marL="34925" indent="0" algn="just">
              <a:lnSpc>
                <a:spcPct val="100000"/>
              </a:lnSpc>
              <a:spcBef>
                <a:spcPts val="0"/>
              </a:spcBef>
              <a:buNone/>
            </a:pPr>
            <a:r>
              <a:rPr lang="de-DE" dirty="0">
                <a:latin typeface="Bell MT" panose="02020503060305020303" pitchFamily="18" charset="0"/>
              </a:rPr>
              <a:t>   int mark3;</a:t>
            </a:r>
          </a:p>
          <a:p>
            <a:pPr marL="34925" indent="0" algn="just">
              <a:lnSpc>
                <a:spcPct val="100000"/>
              </a:lnSpc>
              <a:spcBef>
                <a:spcPts val="0"/>
              </a:spcBef>
              <a:buNone/>
            </a:pPr>
            <a:r>
              <a:rPr lang="de-DE" dirty="0">
                <a:latin typeface="Bell MT" panose="02020503060305020303" pitchFamily="18" charset="0"/>
              </a:rPr>
              <a:t>} sub1={67};</a:t>
            </a:r>
            <a:endParaRPr lang="en-US" dirty="0">
              <a:latin typeface="Bell MT" panose="02020503060305020303" pitchFamily="18" charset="0"/>
            </a:endParaRPr>
          </a:p>
          <a:p>
            <a:pPr marL="34925" indent="0" algn="just">
              <a:lnSpc>
                <a:spcPct val="100000"/>
              </a:lnSpc>
              <a:spcBef>
                <a:spcPts val="0"/>
              </a:spcBef>
              <a:buNone/>
            </a:pPr>
            <a:r>
              <a:rPr lang="en-IN" dirty="0">
                <a:latin typeface="Bell MT" panose="02020503060305020303" pitchFamily="18" charset="0"/>
              </a:rPr>
              <a:t>Though, there are three members of structure, only one is initialized , Then remaining two members are initialized with Zero (default value).</a:t>
            </a:r>
          </a:p>
          <a:p>
            <a:pPr marL="34925" indent="0" algn="just">
              <a:lnSpc>
                <a:spcPct val="100000"/>
              </a:lnSpc>
              <a:spcBef>
                <a:spcPts val="0"/>
              </a:spcBef>
              <a:buNone/>
            </a:pPr>
            <a:r>
              <a:rPr lang="en-US" dirty="0">
                <a:latin typeface="Bell MT" panose="02020503060305020303" pitchFamily="18" charset="0"/>
              </a:rPr>
              <a:t>int will take 0, float/double will take 0.000000 and char will take NULL.</a:t>
            </a:r>
            <a:endParaRPr lang="en-IN" dirty="0">
              <a:latin typeface="Bell MT" panose="02020503060305020303" pitchFamily="18" charset="0"/>
            </a:endParaRP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9</a:t>
            </a:fld>
            <a:endParaRPr lang="en-US" altLang="en-US" dirty="0"/>
          </a:p>
        </p:txBody>
      </p:sp>
    </p:spTree>
    <p:extLst>
      <p:ext uri="{BB962C8B-B14F-4D97-AF65-F5344CB8AC3E}">
        <p14:creationId xmlns:p14="http://schemas.microsoft.com/office/powerpoint/2010/main" xmlns="" val="19383796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3522" y="150515"/>
            <a:ext cx="7946950" cy="1355725"/>
          </a:xfrm>
        </p:spPr>
        <p:txBody>
          <a:bodyPr/>
          <a:lstStyle/>
          <a:p>
            <a:r>
              <a:rPr lang="en-IN" dirty="0">
                <a:latin typeface="Bell MT" panose="02020503060305020303" pitchFamily="18" charset="0"/>
              </a:rPr>
              <a:t>Size of Structure</a:t>
            </a:r>
          </a:p>
        </p:txBody>
      </p:sp>
      <p:sp>
        <p:nvSpPr>
          <p:cNvPr id="3" name="Content Placeholder 2"/>
          <p:cNvSpPr>
            <a:spLocks noGrp="1"/>
          </p:cNvSpPr>
          <p:nvPr>
            <p:ph idx="1"/>
          </p:nvPr>
        </p:nvSpPr>
        <p:spPr>
          <a:xfrm>
            <a:off x="323528" y="1196751"/>
            <a:ext cx="8424936" cy="5392961"/>
          </a:xfrm>
        </p:spPr>
        <p:txBody>
          <a:bodyPr/>
          <a:lstStyle/>
          <a:p>
            <a:r>
              <a:rPr lang="en-IN" b="1" dirty="0">
                <a:latin typeface="Bell MT" panose="02020503060305020303" pitchFamily="18" charset="0"/>
              </a:rPr>
              <a:t>Different ways of calculating size of structure</a:t>
            </a:r>
          </a:p>
          <a:p>
            <a:pPr lvl="1"/>
            <a:r>
              <a:rPr lang="en-IN" dirty="0">
                <a:latin typeface="Bell MT" panose="02020503060305020303" pitchFamily="18" charset="0"/>
              </a:rPr>
              <a:t>By observation</a:t>
            </a:r>
          </a:p>
          <a:p>
            <a:pPr lvl="1"/>
            <a:r>
              <a:rPr lang="en-IN" dirty="0">
                <a:latin typeface="Bell MT" panose="02020503060305020303" pitchFamily="18" charset="0"/>
              </a:rPr>
              <a:t>By using </a:t>
            </a:r>
            <a:r>
              <a:rPr lang="en-IN" dirty="0" err="1">
                <a:latin typeface="Bell MT" panose="02020503060305020303" pitchFamily="18" charset="0"/>
              </a:rPr>
              <a:t>sizeof</a:t>
            </a:r>
            <a:r>
              <a:rPr lang="en-IN" dirty="0">
                <a:latin typeface="Bell MT" panose="02020503060305020303" pitchFamily="18" charset="0"/>
              </a:rPr>
              <a:t>() Operator</a:t>
            </a:r>
          </a:p>
          <a:p>
            <a:pPr lvl="1"/>
            <a:endParaRPr lang="en-US" dirty="0">
              <a:latin typeface="Bell MT" panose="02020503060305020303" pitchFamily="18" charset="0"/>
            </a:endParaRPr>
          </a:p>
          <a:p>
            <a:pPr lvl="1"/>
            <a:r>
              <a:rPr lang="en-US" dirty="0">
                <a:solidFill>
                  <a:srgbClr val="FF0000"/>
                </a:solidFill>
                <a:latin typeface="Bell MT" panose="02020503060305020303" pitchFamily="18" charset="0"/>
              </a:rPr>
              <a:t>WAY 1 : </a:t>
            </a:r>
            <a:r>
              <a:rPr lang="en-IN" b="1" dirty="0">
                <a:solidFill>
                  <a:srgbClr val="FF0000"/>
                </a:solidFill>
                <a:latin typeface="Bell MT" panose="02020503060305020303" pitchFamily="18" charset="0"/>
              </a:rPr>
              <a:t>Calculate by adding Individual Sizes</a:t>
            </a:r>
          </a:p>
          <a:p>
            <a:pPr lvl="1"/>
            <a:r>
              <a:rPr lang="en-IN" b="1" dirty="0">
                <a:latin typeface="Bell MT" panose="02020503060305020303" pitchFamily="18" charset="0"/>
              </a:rPr>
              <a:t>Size = size of 'Pages' + size of 'Name' + size of 'Author' + size of 'Price'</a:t>
            </a:r>
          </a:p>
          <a:p>
            <a:pPr marL="206375" lvl="1" indent="0">
              <a:buNone/>
            </a:pPr>
            <a:r>
              <a:rPr lang="en-IN" b="1" dirty="0">
                <a:latin typeface="Bell MT" panose="02020503060305020303" pitchFamily="18" charset="0"/>
              </a:rPr>
              <a:t>          = 4 + 10 * 1 + 10 * 1 + 4</a:t>
            </a:r>
          </a:p>
          <a:p>
            <a:pPr marL="206375" lvl="1" indent="0">
              <a:buNone/>
            </a:pPr>
            <a:r>
              <a:rPr lang="en-IN" b="1" dirty="0">
                <a:latin typeface="Bell MT" panose="02020503060305020303" pitchFamily="18" charset="0"/>
              </a:rPr>
              <a:t>          = 4 + 10 + 10 + 4</a:t>
            </a:r>
          </a:p>
          <a:p>
            <a:pPr marL="206375" lvl="1" indent="0">
              <a:buNone/>
            </a:pPr>
            <a:r>
              <a:rPr lang="en-IN" b="1" dirty="0">
                <a:latin typeface="Bell MT" panose="02020503060305020303" pitchFamily="18" charset="0"/>
              </a:rPr>
              <a:t>          = 28</a:t>
            </a:r>
          </a:p>
          <a:p>
            <a:pPr lvl="1"/>
            <a:endParaRPr lang="en-IN" dirty="0">
              <a:latin typeface="Bell MT" panose="02020503060305020303" pitchFamily="18" charset="0"/>
            </a:endParaRP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10</a:t>
            </a:fld>
            <a:endParaRPr lang="en-US" altLang="en-US" dirty="0"/>
          </a:p>
        </p:txBody>
      </p:sp>
      <p:sp>
        <p:nvSpPr>
          <p:cNvPr id="6" name="Rectangle 1"/>
          <p:cNvSpPr>
            <a:spLocks noChangeArrowheads="1"/>
          </p:cNvSpPr>
          <p:nvPr/>
        </p:nvSpPr>
        <p:spPr bwMode="auto">
          <a:xfrm>
            <a:off x="5239494" y="3356992"/>
            <a:ext cx="2432124" cy="2246769"/>
          </a:xfrm>
          <a:prstGeom prst="rect">
            <a:avLst/>
          </a:prstGeom>
          <a:solidFill>
            <a:srgbClr val="F6F8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200080"/>
                </a:solidFill>
                <a:effectLst/>
                <a:latin typeface="Arial Unicode MS" panose="020B0604020202020204" pitchFamily="34" charset="-128"/>
              </a:rPr>
              <a:t>struct</a:t>
            </a:r>
            <a:r>
              <a:rPr kumimoji="0" lang="en-US" altLang="en-US" sz="2000" b="0" i="0" u="none" strike="noStrike" cap="none" normalizeH="0" baseline="0" dirty="0">
                <a:ln>
                  <a:noFill/>
                </a:ln>
                <a:solidFill>
                  <a:srgbClr val="000020"/>
                </a:solidFill>
                <a:effectLst/>
                <a:latin typeface="Arial Unicode MS" panose="020B0604020202020204" pitchFamily="34" charset="-128"/>
              </a:rPr>
              <a:t> Book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406080"/>
                </a:solidFill>
                <a:effectLst/>
                <a:latin typeface="Arial Unicode MS" panose="020B0604020202020204" pitchFamily="34" charset="-128"/>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20"/>
                </a:solidFill>
                <a:effectLst/>
                <a:latin typeface="Arial Unicode MS" panose="020B0604020202020204" pitchFamily="34" charset="-128"/>
              </a:rPr>
              <a:t>      </a:t>
            </a:r>
            <a:r>
              <a:rPr kumimoji="0" lang="en-US" altLang="en-US" sz="2000" b="1" i="0" u="none" strike="noStrike" cap="none" normalizeH="0" baseline="0" dirty="0">
                <a:ln>
                  <a:noFill/>
                </a:ln>
                <a:solidFill>
                  <a:srgbClr val="200080"/>
                </a:solidFill>
                <a:effectLst/>
                <a:latin typeface="Arial Unicode MS" panose="020B0604020202020204" pitchFamily="34" charset="-128"/>
              </a:rPr>
              <a:t>int</a:t>
            </a:r>
            <a:r>
              <a:rPr kumimoji="0" lang="en-US" altLang="en-US" sz="2000" b="0" i="0" u="none" strike="noStrike" cap="none" normalizeH="0" baseline="0" dirty="0">
                <a:ln>
                  <a:noFill/>
                </a:ln>
                <a:solidFill>
                  <a:srgbClr val="000020"/>
                </a:solidFill>
                <a:effectLst/>
                <a:latin typeface="Arial Unicode MS" panose="020B0604020202020204" pitchFamily="34" charset="-128"/>
              </a:rPr>
              <a:t> pages</a:t>
            </a:r>
            <a:r>
              <a:rPr kumimoji="0" lang="en-US" altLang="en-US" sz="2000" b="0" i="0" u="none" strike="noStrike" cap="none" normalizeH="0" baseline="0" dirty="0">
                <a:ln>
                  <a:noFill/>
                </a:ln>
                <a:solidFill>
                  <a:srgbClr val="406080"/>
                </a:solidFill>
                <a:effectLst/>
                <a:latin typeface="Arial Unicode MS" panose="020B0604020202020204" pitchFamily="34" charset="-128"/>
              </a:rPr>
              <a:t>;</a:t>
            </a:r>
            <a:r>
              <a:rPr kumimoji="0" lang="en-US" altLang="en-US" sz="2000" b="0" i="0" u="none" strike="noStrike" cap="none" normalizeH="0" baseline="0" dirty="0">
                <a:ln>
                  <a:noFill/>
                </a:ln>
                <a:solidFill>
                  <a:srgbClr val="000020"/>
                </a:solidFill>
                <a:effectLst/>
                <a:latin typeface="Arial Unicode MS" panose="020B0604020202020204" pitchFamily="34" charset="-128"/>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dirty="0">
                <a:solidFill>
                  <a:srgbClr val="000020"/>
                </a:solidFill>
                <a:latin typeface="Arial Unicode MS" panose="020B0604020202020204" pitchFamily="34" charset="-128"/>
              </a:rPr>
              <a:t>      </a:t>
            </a:r>
            <a:r>
              <a:rPr kumimoji="0" lang="en-US" altLang="en-US" sz="2000" b="1" i="0" u="none" strike="noStrike" cap="none" normalizeH="0" baseline="0" dirty="0">
                <a:ln>
                  <a:noFill/>
                </a:ln>
                <a:solidFill>
                  <a:srgbClr val="200080"/>
                </a:solidFill>
                <a:effectLst/>
                <a:latin typeface="Arial Unicode MS" panose="020B0604020202020204" pitchFamily="34" charset="-128"/>
              </a:rPr>
              <a:t>char</a:t>
            </a:r>
            <a:r>
              <a:rPr kumimoji="0" lang="en-US" altLang="en-US" sz="2000" b="0" i="0" u="none" strike="noStrike" cap="none" normalizeH="0" baseline="0" dirty="0">
                <a:ln>
                  <a:noFill/>
                </a:ln>
                <a:solidFill>
                  <a:srgbClr val="000020"/>
                </a:solidFill>
                <a:effectLst/>
                <a:latin typeface="Arial Unicode MS" panose="020B0604020202020204" pitchFamily="34" charset="-128"/>
              </a:rPr>
              <a:t> name</a:t>
            </a:r>
            <a:r>
              <a:rPr kumimoji="0" lang="en-US" altLang="en-US" sz="2000" b="0" i="0" u="none" strike="noStrike" cap="none" normalizeH="0" baseline="0" dirty="0">
                <a:ln>
                  <a:noFill/>
                </a:ln>
                <a:solidFill>
                  <a:srgbClr val="308080"/>
                </a:solidFill>
                <a:effectLst/>
                <a:latin typeface="Arial Unicode MS" panose="020B0604020202020204" pitchFamily="34" charset="-128"/>
              </a:rPr>
              <a:t>[</a:t>
            </a:r>
            <a:r>
              <a:rPr kumimoji="0" lang="en-US" altLang="en-US" sz="2000" b="0" i="0" u="none" strike="noStrike" cap="none" normalizeH="0" baseline="0" dirty="0">
                <a:ln>
                  <a:noFill/>
                </a:ln>
                <a:solidFill>
                  <a:srgbClr val="008C00"/>
                </a:solidFill>
                <a:effectLst/>
                <a:latin typeface="Arial Unicode MS" panose="020B0604020202020204" pitchFamily="34" charset="-128"/>
              </a:rPr>
              <a:t>10</a:t>
            </a:r>
            <a:r>
              <a:rPr kumimoji="0" lang="en-US" altLang="en-US" sz="2000" b="0" i="0" u="none" strike="noStrike" cap="none" normalizeH="0" baseline="0" dirty="0">
                <a:ln>
                  <a:noFill/>
                </a:ln>
                <a:solidFill>
                  <a:srgbClr val="308080"/>
                </a:solidFill>
                <a:effectLst/>
                <a:latin typeface="Arial Unicode MS" panose="020B0604020202020204" pitchFamily="34" charset="-128"/>
              </a:rPr>
              <a:t>]</a:t>
            </a:r>
            <a:r>
              <a:rPr kumimoji="0" lang="en-US" altLang="en-US" sz="2000" b="0" i="0" u="none" strike="noStrike" cap="none" normalizeH="0" baseline="0" dirty="0">
                <a:ln>
                  <a:noFill/>
                </a:ln>
                <a:solidFill>
                  <a:srgbClr val="406080"/>
                </a:solidFill>
                <a:effectLst/>
                <a:latin typeface="Arial Unicode MS" panose="020B0604020202020204" pitchFamily="34" charset="-128"/>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20"/>
                </a:solidFill>
                <a:effectLst/>
                <a:latin typeface="Arial Unicode MS" panose="020B0604020202020204" pitchFamily="34" charset="-128"/>
              </a:rPr>
              <a:t>      </a:t>
            </a:r>
            <a:r>
              <a:rPr kumimoji="0" lang="en-US" altLang="en-US" sz="2000" b="1" i="0" u="none" strike="noStrike" cap="none" normalizeH="0" baseline="0" dirty="0">
                <a:ln>
                  <a:noFill/>
                </a:ln>
                <a:solidFill>
                  <a:srgbClr val="200080"/>
                </a:solidFill>
                <a:effectLst/>
                <a:latin typeface="Arial Unicode MS" panose="020B0604020202020204" pitchFamily="34" charset="-128"/>
              </a:rPr>
              <a:t>char</a:t>
            </a:r>
            <a:r>
              <a:rPr kumimoji="0" lang="en-US" altLang="en-US" sz="2000" b="0" i="0" u="none" strike="noStrike" cap="none" normalizeH="0" baseline="0" dirty="0">
                <a:ln>
                  <a:noFill/>
                </a:ln>
                <a:solidFill>
                  <a:srgbClr val="000020"/>
                </a:solidFill>
                <a:effectLst/>
                <a:latin typeface="Arial Unicode MS" panose="020B0604020202020204" pitchFamily="34" charset="-128"/>
              </a:rPr>
              <a:t> author</a:t>
            </a:r>
            <a:r>
              <a:rPr kumimoji="0" lang="en-US" altLang="en-US" sz="2000" b="0" i="0" u="none" strike="noStrike" cap="none" normalizeH="0" baseline="0" dirty="0">
                <a:ln>
                  <a:noFill/>
                </a:ln>
                <a:solidFill>
                  <a:srgbClr val="308080"/>
                </a:solidFill>
                <a:effectLst/>
                <a:latin typeface="Arial Unicode MS" panose="020B0604020202020204" pitchFamily="34" charset="-128"/>
              </a:rPr>
              <a:t>[</a:t>
            </a:r>
            <a:r>
              <a:rPr kumimoji="0" lang="en-US" altLang="en-US" sz="2000" b="0" i="0" u="none" strike="noStrike" cap="none" normalizeH="0" baseline="0" dirty="0">
                <a:ln>
                  <a:noFill/>
                </a:ln>
                <a:solidFill>
                  <a:srgbClr val="008C00"/>
                </a:solidFill>
                <a:effectLst/>
                <a:latin typeface="Arial Unicode MS" panose="020B0604020202020204" pitchFamily="34" charset="-128"/>
              </a:rPr>
              <a:t>10</a:t>
            </a:r>
            <a:r>
              <a:rPr kumimoji="0" lang="en-US" altLang="en-US" sz="2000" b="0" i="0" u="none" strike="noStrike" cap="none" normalizeH="0" baseline="0" dirty="0">
                <a:ln>
                  <a:noFill/>
                </a:ln>
                <a:solidFill>
                  <a:srgbClr val="308080"/>
                </a:solidFill>
                <a:effectLst/>
                <a:latin typeface="Arial Unicode MS" panose="020B0604020202020204" pitchFamily="34" charset="-128"/>
              </a:rPr>
              <a:t>]</a:t>
            </a:r>
            <a:r>
              <a:rPr kumimoji="0" lang="en-US" altLang="en-US" sz="2000" b="0" i="0" u="none" strike="noStrike" cap="none" normalizeH="0" baseline="0" dirty="0">
                <a:ln>
                  <a:noFill/>
                </a:ln>
                <a:solidFill>
                  <a:srgbClr val="406080"/>
                </a:solidFill>
                <a:effectLst/>
                <a:latin typeface="Arial Unicode MS" panose="020B0604020202020204" pitchFamily="34" charset="-128"/>
              </a:rPr>
              <a:t>;</a:t>
            </a:r>
            <a:r>
              <a:rPr kumimoji="0" lang="en-US" altLang="en-US" sz="2000" b="0" i="0" u="none" strike="noStrike" cap="none" normalizeH="0" baseline="0" dirty="0">
                <a:ln>
                  <a:noFill/>
                </a:ln>
                <a:solidFill>
                  <a:srgbClr val="000020"/>
                </a:solidFill>
                <a:effectLst/>
                <a:latin typeface="Arial Unicode MS" panose="020B0604020202020204" pitchFamily="34" charset="-128"/>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000020"/>
                </a:solidFill>
                <a:effectLst/>
                <a:latin typeface="Arial Unicode MS" panose="020B0604020202020204" pitchFamily="34" charset="-128"/>
              </a:rPr>
              <a:t>      </a:t>
            </a:r>
            <a:r>
              <a:rPr kumimoji="0" lang="en-US" altLang="en-US" sz="2000" b="1" i="0" u="none" strike="noStrike" cap="none" normalizeH="0" baseline="0" dirty="0">
                <a:ln>
                  <a:noFill/>
                </a:ln>
                <a:solidFill>
                  <a:srgbClr val="200080"/>
                </a:solidFill>
                <a:effectLst/>
                <a:latin typeface="Arial Unicode MS" panose="020B0604020202020204" pitchFamily="34" charset="-128"/>
              </a:rPr>
              <a:t>float</a:t>
            </a:r>
            <a:r>
              <a:rPr kumimoji="0" lang="en-US" altLang="en-US" sz="2000" b="0" i="0" u="none" strike="noStrike" cap="none" normalizeH="0" baseline="0" dirty="0">
                <a:ln>
                  <a:noFill/>
                </a:ln>
                <a:solidFill>
                  <a:srgbClr val="000020"/>
                </a:solidFill>
                <a:effectLst/>
                <a:latin typeface="Arial Unicode MS" panose="020B0604020202020204" pitchFamily="34" charset="-128"/>
              </a:rPr>
              <a:t> price</a:t>
            </a:r>
            <a:r>
              <a:rPr kumimoji="0" lang="en-US" altLang="en-US" sz="2000" b="0" i="0" u="none" strike="noStrike" cap="none" normalizeH="0" baseline="0" dirty="0">
                <a:ln>
                  <a:noFill/>
                </a:ln>
                <a:solidFill>
                  <a:srgbClr val="406080"/>
                </a:solidFill>
                <a:effectLst/>
                <a:latin typeface="Arial Unicode MS" panose="020B0604020202020204" pitchFamily="34" charset="-128"/>
              </a:rPr>
              <a:t>;</a:t>
            </a:r>
            <a:r>
              <a:rPr kumimoji="0" lang="en-US" altLang="en-US" sz="2000" b="0" i="0" u="none" strike="noStrike" cap="none" normalizeH="0" baseline="0" dirty="0">
                <a:ln>
                  <a:noFill/>
                </a:ln>
                <a:solidFill>
                  <a:srgbClr val="000020"/>
                </a:solidFill>
                <a:effectLst/>
                <a:latin typeface="Arial Unicode MS" panose="020B0604020202020204" pitchFamily="34" charset="-128"/>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rgbClr val="406080"/>
                </a:solidFill>
                <a:effectLst/>
                <a:latin typeface="Arial Unicode MS" panose="020B0604020202020204" pitchFamily="34" charset="-128"/>
              </a:rPr>
              <a:t>}</a:t>
            </a:r>
            <a:r>
              <a:rPr kumimoji="0" lang="en-US" altLang="en-US" sz="2000" b="0" i="0" u="none" strike="noStrike" cap="none" normalizeH="0" baseline="0" dirty="0">
                <a:ln>
                  <a:noFill/>
                </a:ln>
                <a:solidFill>
                  <a:srgbClr val="000020"/>
                </a:solidFill>
                <a:effectLst/>
                <a:latin typeface="Arial Unicode MS" panose="020B0604020202020204" pitchFamily="34" charset="-128"/>
              </a:rPr>
              <a:t>b1</a:t>
            </a:r>
            <a:r>
              <a:rPr kumimoji="0" lang="en-US" altLang="en-US" sz="2000" b="0" i="0" u="none" strike="noStrike" cap="none" normalizeH="0" baseline="0" dirty="0">
                <a:ln>
                  <a:noFill/>
                </a:ln>
                <a:solidFill>
                  <a:srgbClr val="406080"/>
                </a:solidFill>
                <a:effectLst/>
                <a:latin typeface="Arial Unicode MS" panose="020B0604020202020204" pitchFamily="34" charset="-128"/>
              </a:rPr>
              <a:t>;</a:t>
            </a:r>
            <a:r>
              <a:rPr kumimoji="0" lang="en-US" altLang="en-US" sz="1600" b="0" i="0" u="none" strike="noStrike" cap="none" normalizeH="0" baseline="0" dirty="0">
                <a:ln>
                  <a:noFill/>
                </a:ln>
                <a:solidFill>
                  <a:schemeClr val="tx1"/>
                </a:solidFill>
                <a:effectLst/>
              </a:rPr>
              <a:t> </a:t>
            </a:r>
            <a:endParaRPr kumimoji="0" lang="en-US" altLang="en-US" sz="4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xmlns="" val="6369966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3522" y="150515"/>
            <a:ext cx="7946950" cy="1355725"/>
          </a:xfrm>
        </p:spPr>
        <p:txBody>
          <a:bodyPr/>
          <a:lstStyle/>
          <a:p>
            <a:r>
              <a:rPr lang="en-IN" dirty="0">
                <a:latin typeface="Bell MT" panose="02020503060305020303" pitchFamily="18" charset="0"/>
              </a:rPr>
              <a:t>Size of Structure</a:t>
            </a:r>
          </a:p>
        </p:txBody>
      </p:sp>
      <p:sp>
        <p:nvSpPr>
          <p:cNvPr id="3" name="Content Placeholder 2"/>
          <p:cNvSpPr>
            <a:spLocks noGrp="1"/>
          </p:cNvSpPr>
          <p:nvPr>
            <p:ph idx="1"/>
          </p:nvPr>
        </p:nvSpPr>
        <p:spPr>
          <a:xfrm>
            <a:off x="323528" y="1196751"/>
            <a:ext cx="8424936" cy="5392961"/>
          </a:xfrm>
        </p:spPr>
        <p:txBody>
          <a:bodyPr/>
          <a:lstStyle/>
          <a:p>
            <a:pPr lvl="1"/>
            <a:r>
              <a:rPr lang="en-US" dirty="0">
                <a:solidFill>
                  <a:srgbClr val="FF0000"/>
                </a:solidFill>
                <a:latin typeface="Bell MT" panose="02020503060305020303" pitchFamily="18" charset="0"/>
              </a:rPr>
              <a:t>WAY 2 : </a:t>
            </a:r>
            <a:r>
              <a:rPr lang="en-IN" b="1" dirty="0">
                <a:solidFill>
                  <a:srgbClr val="FF0000"/>
                </a:solidFill>
                <a:latin typeface="Bell MT" panose="02020503060305020303" pitchFamily="18" charset="0"/>
              </a:rPr>
              <a:t>Calculate by using </a:t>
            </a:r>
            <a:r>
              <a:rPr lang="en-IN" b="1" dirty="0" err="1">
                <a:solidFill>
                  <a:srgbClr val="FF0000"/>
                </a:solidFill>
                <a:latin typeface="Bell MT" panose="02020503060305020303" pitchFamily="18" charset="0"/>
              </a:rPr>
              <a:t>sizeof</a:t>
            </a:r>
            <a:r>
              <a:rPr lang="en-IN" b="1" dirty="0">
                <a:solidFill>
                  <a:srgbClr val="FF0000"/>
                </a:solidFill>
                <a:latin typeface="Bell MT" panose="02020503060305020303" pitchFamily="18" charset="0"/>
              </a:rPr>
              <a:t>() operator</a:t>
            </a: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11</a:t>
            </a:fld>
            <a:endParaRPr lang="en-US" altLang="en-US" dirty="0"/>
          </a:p>
        </p:txBody>
      </p:sp>
      <p:pic>
        <p:nvPicPr>
          <p:cNvPr id="8" name="Picture 7"/>
          <p:cNvPicPr>
            <a:picLocks noChangeAspect="1"/>
          </p:cNvPicPr>
          <p:nvPr/>
        </p:nvPicPr>
        <p:blipFill>
          <a:blip r:embed="rId2"/>
          <a:stretch>
            <a:fillRect/>
          </a:stretch>
        </p:blipFill>
        <p:spPr>
          <a:xfrm>
            <a:off x="1619672" y="2060848"/>
            <a:ext cx="4896544" cy="3316592"/>
          </a:xfrm>
          <a:prstGeom prst="rect">
            <a:avLst/>
          </a:prstGeom>
        </p:spPr>
      </p:pic>
    </p:spTree>
    <p:extLst>
      <p:ext uri="{BB962C8B-B14F-4D97-AF65-F5344CB8AC3E}">
        <p14:creationId xmlns:p14="http://schemas.microsoft.com/office/powerpoint/2010/main" xmlns="" val="31134064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3522" y="150515"/>
            <a:ext cx="7946950" cy="1355725"/>
          </a:xfrm>
        </p:spPr>
        <p:txBody>
          <a:bodyPr/>
          <a:lstStyle/>
          <a:p>
            <a:r>
              <a:rPr lang="en-IN" dirty="0">
                <a:latin typeface="Bell MT" panose="02020503060305020303" pitchFamily="18" charset="0"/>
              </a:rPr>
              <a:t>Array of structures</a:t>
            </a:r>
          </a:p>
        </p:txBody>
      </p:sp>
      <p:sp>
        <p:nvSpPr>
          <p:cNvPr id="3" name="Content Placeholder 2"/>
          <p:cNvSpPr>
            <a:spLocks noGrp="1"/>
          </p:cNvSpPr>
          <p:nvPr>
            <p:ph idx="1"/>
          </p:nvPr>
        </p:nvSpPr>
        <p:spPr>
          <a:xfrm>
            <a:off x="853430" y="1196751"/>
            <a:ext cx="7895034" cy="5392961"/>
          </a:xfrm>
        </p:spPr>
        <p:txBody>
          <a:bodyPr/>
          <a:lstStyle/>
          <a:p>
            <a:pPr algn="just">
              <a:lnSpc>
                <a:spcPct val="100000"/>
              </a:lnSpc>
              <a:spcBef>
                <a:spcPts val="0"/>
              </a:spcBef>
            </a:pPr>
            <a:r>
              <a:rPr lang="en-IN" dirty="0">
                <a:latin typeface="Bell MT" panose="02020503060305020303" pitchFamily="18" charset="0"/>
              </a:rPr>
              <a:t>Structure is used to store the information of One particular object but if we need to store such 100 objects then Array of Structure is used.</a:t>
            </a:r>
          </a:p>
          <a:p>
            <a:pPr marL="34925" indent="0" algn="just">
              <a:lnSpc>
                <a:spcPct val="100000"/>
              </a:lnSpc>
              <a:spcBef>
                <a:spcPts val="0"/>
              </a:spcBef>
              <a:buNone/>
            </a:pPr>
            <a:r>
              <a:rPr lang="en-IN" dirty="0">
                <a:latin typeface="Bell MT" panose="02020503060305020303" pitchFamily="18" charset="0"/>
              </a:rPr>
              <a:t>struct </a:t>
            </a:r>
            <a:r>
              <a:rPr lang="en-IN" dirty="0" err="1">
                <a:latin typeface="Bell MT" panose="02020503060305020303" pitchFamily="18" charset="0"/>
              </a:rPr>
              <a:t>Bookinfo</a:t>
            </a:r>
            <a:endParaRPr lang="en-IN" dirty="0">
              <a:latin typeface="Bell MT" panose="02020503060305020303" pitchFamily="18" charset="0"/>
            </a:endParaRPr>
          </a:p>
          <a:p>
            <a:pPr marL="34925" indent="0" algn="just">
              <a:lnSpc>
                <a:spcPct val="100000"/>
              </a:lnSpc>
              <a:spcBef>
                <a:spcPts val="0"/>
              </a:spcBef>
              <a:buNone/>
            </a:pPr>
            <a:r>
              <a:rPr lang="en-IN" dirty="0">
                <a:latin typeface="Bell MT" panose="02020503060305020303" pitchFamily="18" charset="0"/>
              </a:rPr>
              <a:t>{</a:t>
            </a:r>
          </a:p>
          <a:p>
            <a:pPr marL="34925" indent="0" algn="just">
              <a:lnSpc>
                <a:spcPct val="100000"/>
              </a:lnSpc>
              <a:spcBef>
                <a:spcPts val="0"/>
              </a:spcBef>
              <a:buNone/>
            </a:pPr>
            <a:r>
              <a:rPr lang="en-IN" dirty="0">
                <a:latin typeface="Bell MT" panose="02020503060305020303" pitchFamily="18" charset="0"/>
              </a:rPr>
              <a:t>      char </a:t>
            </a:r>
            <a:r>
              <a:rPr lang="en-IN" dirty="0" err="1">
                <a:latin typeface="Bell MT" panose="02020503060305020303" pitchFamily="18" charset="0"/>
              </a:rPr>
              <a:t>bname</a:t>
            </a:r>
            <a:r>
              <a:rPr lang="en-IN" dirty="0">
                <a:latin typeface="Bell MT" panose="02020503060305020303" pitchFamily="18" charset="0"/>
              </a:rPr>
              <a:t>[20];</a:t>
            </a:r>
          </a:p>
          <a:p>
            <a:pPr marL="34925" indent="0" algn="just">
              <a:lnSpc>
                <a:spcPct val="100000"/>
              </a:lnSpc>
              <a:spcBef>
                <a:spcPts val="0"/>
              </a:spcBef>
              <a:buNone/>
            </a:pPr>
            <a:r>
              <a:rPr lang="en-IN" dirty="0">
                <a:latin typeface="Bell MT" panose="02020503060305020303" pitchFamily="18" charset="0"/>
              </a:rPr>
              <a:t>      int pages;</a:t>
            </a:r>
          </a:p>
          <a:p>
            <a:pPr marL="34925" indent="0" algn="just">
              <a:lnSpc>
                <a:spcPct val="100000"/>
              </a:lnSpc>
              <a:spcBef>
                <a:spcPts val="0"/>
              </a:spcBef>
              <a:buNone/>
            </a:pPr>
            <a:r>
              <a:rPr lang="en-IN" dirty="0">
                <a:latin typeface="Bell MT" panose="02020503060305020303" pitchFamily="18" charset="0"/>
              </a:rPr>
              <a:t>      int price;</a:t>
            </a:r>
          </a:p>
          <a:p>
            <a:pPr marL="34925" indent="0" algn="just">
              <a:lnSpc>
                <a:spcPct val="100000"/>
              </a:lnSpc>
              <a:spcBef>
                <a:spcPts val="0"/>
              </a:spcBef>
              <a:buNone/>
            </a:pPr>
            <a:r>
              <a:rPr lang="en-IN" dirty="0">
                <a:latin typeface="Bell MT" panose="02020503060305020303" pitchFamily="18" charset="0"/>
              </a:rPr>
              <a:t>}Book[100];</a:t>
            </a:r>
          </a:p>
          <a:p>
            <a:pPr algn="just"/>
            <a:r>
              <a:rPr lang="en-IN" dirty="0">
                <a:latin typeface="Bell MT" panose="02020503060305020303" pitchFamily="18" charset="0"/>
              </a:rPr>
              <a:t>Here Book structure is used to Store the information of one Book.</a:t>
            </a:r>
          </a:p>
          <a:p>
            <a:pPr algn="just"/>
            <a:r>
              <a:rPr lang="en-IN" dirty="0">
                <a:latin typeface="Bell MT" panose="02020503060305020303" pitchFamily="18" charset="0"/>
              </a:rPr>
              <a:t>In case, if we need to store the Information of 100 books then Array of Structure is used.</a:t>
            </a:r>
          </a:p>
          <a:p>
            <a:pPr algn="just"/>
            <a:r>
              <a:rPr lang="en-IN" dirty="0">
                <a:latin typeface="Bell MT" panose="02020503060305020303" pitchFamily="18" charset="0"/>
              </a:rPr>
              <a:t>b1[0] stores the Information of 1st Book , b1[1] stores the information of 2nd Book and so on. We can store the information of 100 books.</a:t>
            </a:r>
          </a:p>
          <a:p>
            <a:pPr marL="34925" indent="0" algn="just">
              <a:lnSpc>
                <a:spcPct val="100000"/>
              </a:lnSpc>
              <a:spcBef>
                <a:spcPts val="0"/>
              </a:spcBef>
              <a:buNone/>
            </a:pPr>
            <a:endParaRPr lang="en-IN" dirty="0">
              <a:latin typeface="Bell MT" panose="02020503060305020303" pitchFamily="18" charset="0"/>
            </a:endParaRP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12</a:t>
            </a:fld>
            <a:endParaRPr lang="en-US" altLang="en-US" dirty="0"/>
          </a:p>
        </p:txBody>
      </p:sp>
      <p:pic>
        <p:nvPicPr>
          <p:cNvPr id="6" name="Picture 5"/>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2797845" y="5536753"/>
            <a:ext cx="3810000" cy="1019175"/>
          </a:xfrm>
          <a:prstGeom prst="rect">
            <a:avLst/>
          </a:prstGeom>
        </p:spPr>
      </p:pic>
    </p:spTree>
    <p:extLst>
      <p:ext uri="{BB962C8B-B14F-4D97-AF65-F5344CB8AC3E}">
        <p14:creationId xmlns:p14="http://schemas.microsoft.com/office/powerpoint/2010/main" xmlns="" val="33782089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3522" y="150515"/>
            <a:ext cx="7946950" cy="1355725"/>
          </a:xfrm>
        </p:spPr>
        <p:txBody>
          <a:bodyPr/>
          <a:lstStyle/>
          <a:p>
            <a:r>
              <a:rPr lang="en-IN" dirty="0">
                <a:latin typeface="Bell MT" panose="02020503060305020303" pitchFamily="18" charset="0"/>
              </a:rPr>
              <a:t>Nested Structures</a:t>
            </a:r>
          </a:p>
        </p:txBody>
      </p:sp>
      <p:sp>
        <p:nvSpPr>
          <p:cNvPr id="3" name="Content Placeholder 2"/>
          <p:cNvSpPr>
            <a:spLocks noGrp="1"/>
          </p:cNvSpPr>
          <p:nvPr>
            <p:ph idx="1"/>
          </p:nvPr>
        </p:nvSpPr>
        <p:spPr>
          <a:xfrm>
            <a:off x="323528" y="1196751"/>
            <a:ext cx="8424936" cy="5392961"/>
          </a:xfrm>
        </p:spPr>
        <p:txBody>
          <a:bodyPr/>
          <a:lstStyle/>
          <a:p>
            <a:pPr algn="just">
              <a:lnSpc>
                <a:spcPct val="100000"/>
              </a:lnSpc>
              <a:spcBef>
                <a:spcPts val="0"/>
              </a:spcBef>
            </a:pPr>
            <a:r>
              <a:rPr lang="en-IN" dirty="0">
                <a:latin typeface="Bell MT" panose="02020503060305020303" pitchFamily="18" charset="0"/>
              </a:rPr>
              <a:t> Structure written inside another structure is called as nesting of two structures.</a:t>
            </a:r>
          </a:p>
          <a:p>
            <a:pPr algn="just">
              <a:lnSpc>
                <a:spcPct val="100000"/>
              </a:lnSpc>
              <a:spcBef>
                <a:spcPts val="0"/>
              </a:spcBef>
            </a:pPr>
            <a:r>
              <a:rPr lang="en-IN" dirty="0">
                <a:latin typeface="Bell MT" panose="02020503060305020303" pitchFamily="18" charset="0"/>
              </a:rPr>
              <a:t>We can write one Structure inside another structure as member of another structure.</a:t>
            </a:r>
          </a:p>
          <a:p>
            <a:pPr algn="just">
              <a:lnSpc>
                <a:spcPct val="100000"/>
              </a:lnSpc>
              <a:spcBef>
                <a:spcPts val="0"/>
              </a:spcBef>
            </a:pPr>
            <a:endParaRPr lang="en-US" b="1" dirty="0">
              <a:solidFill>
                <a:srgbClr val="FF0000"/>
              </a:solidFill>
              <a:latin typeface="Bell MT" panose="02020503060305020303" pitchFamily="18" charset="0"/>
            </a:endParaRPr>
          </a:p>
          <a:p>
            <a:pPr algn="just">
              <a:lnSpc>
                <a:spcPct val="100000"/>
              </a:lnSpc>
              <a:spcBef>
                <a:spcPts val="0"/>
              </a:spcBef>
            </a:pPr>
            <a:r>
              <a:rPr lang="en-US" b="1" dirty="0">
                <a:solidFill>
                  <a:srgbClr val="FF0000"/>
                </a:solidFill>
                <a:latin typeface="Bell MT" panose="02020503060305020303" pitchFamily="18" charset="0"/>
              </a:rPr>
              <a:t>WAY 1 :</a:t>
            </a:r>
            <a:r>
              <a:rPr lang="en-IN" b="1" dirty="0">
                <a:solidFill>
                  <a:srgbClr val="FF0000"/>
                </a:solidFill>
                <a:latin typeface="Bell MT" panose="02020503060305020303" pitchFamily="18" charset="0"/>
              </a:rPr>
              <a:t> Declare two separate structures</a:t>
            </a:r>
          </a:p>
          <a:p>
            <a:pPr algn="just">
              <a:lnSpc>
                <a:spcPct val="100000"/>
              </a:lnSpc>
              <a:spcBef>
                <a:spcPts val="0"/>
              </a:spcBef>
            </a:pPr>
            <a:endParaRPr lang="en-IN" dirty="0">
              <a:latin typeface="Bell MT" panose="02020503060305020303" pitchFamily="18" charset="0"/>
            </a:endParaRPr>
          </a:p>
          <a:p>
            <a:pPr algn="just">
              <a:lnSpc>
                <a:spcPct val="100000"/>
              </a:lnSpc>
              <a:spcBef>
                <a:spcPts val="0"/>
              </a:spcBef>
            </a:pPr>
            <a:r>
              <a:rPr lang="en-IN" dirty="0">
                <a:latin typeface="Bell MT" panose="02020503060305020303" pitchFamily="18" charset="0"/>
              </a:rPr>
              <a:t> Structure members are accessed using dot operator.</a:t>
            </a:r>
          </a:p>
          <a:p>
            <a:pPr algn="just">
              <a:lnSpc>
                <a:spcPct val="100000"/>
              </a:lnSpc>
              <a:spcBef>
                <a:spcPts val="0"/>
              </a:spcBef>
            </a:pPr>
            <a:r>
              <a:rPr lang="en-IN" dirty="0">
                <a:latin typeface="Bell MT" panose="02020503060305020303" pitchFamily="18" charset="0"/>
              </a:rPr>
              <a:t> ‘date‘ structure is nested within Employee Structure.</a:t>
            </a:r>
          </a:p>
          <a:p>
            <a:pPr algn="just">
              <a:lnSpc>
                <a:spcPct val="100000"/>
              </a:lnSpc>
              <a:spcBef>
                <a:spcPts val="0"/>
              </a:spcBef>
            </a:pPr>
            <a:r>
              <a:rPr lang="en-IN" dirty="0">
                <a:latin typeface="Bell MT" panose="02020503060305020303" pitchFamily="18" charset="0"/>
              </a:rPr>
              <a:t> Members of the ‘date‘ can be accessed using ’employee’</a:t>
            </a:r>
          </a:p>
          <a:p>
            <a:pPr algn="just">
              <a:lnSpc>
                <a:spcPct val="100000"/>
              </a:lnSpc>
              <a:spcBef>
                <a:spcPts val="0"/>
              </a:spcBef>
            </a:pPr>
            <a:r>
              <a:rPr lang="en-IN" dirty="0">
                <a:latin typeface="Bell MT" panose="02020503060305020303" pitchFamily="18" charset="0"/>
              </a:rPr>
              <a:t> emp1 &amp; </a:t>
            </a:r>
            <a:r>
              <a:rPr lang="en-IN" dirty="0" err="1">
                <a:latin typeface="Bell MT" panose="02020503060305020303" pitchFamily="18" charset="0"/>
              </a:rPr>
              <a:t>doj</a:t>
            </a:r>
            <a:r>
              <a:rPr lang="en-IN" dirty="0">
                <a:latin typeface="Bell MT" panose="02020503060305020303" pitchFamily="18" charset="0"/>
              </a:rPr>
              <a:t> are two structure names (Variables)</a:t>
            </a:r>
          </a:p>
          <a:p>
            <a:pPr algn="just">
              <a:lnSpc>
                <a:spcPct val="100000"/>
              </a:lnSpc>
              <a:spcBef>
                <a:spcPts val="0"/>
              </a:spcBef>
            </a:pPr>
            <a:endParaRPr lang="en-IN" dirty="0">
              <a:latin typeface="Bell MT" panose="02020503060305020303" pitchFamily="18" charset="0"/>
            </a:endParaRPr>
          </a:p>
          <a:p>
            <a:pPr algn="just">
              <a:lnSpc>
                <a:spcPct val="100000"/>
              </a:lnSpc>
              <a:spcBef>
                <a:spcPts val="0"/>
              </a:spcBef>
            </a:pPr>
            <a:r>
              <a:rPr lang="en-IN" dirty="0">
                <a:latin typeface="Bell MT" panose="02020503060305020303" pitchFamily="18" charset="0"/>
              </a:rPr>
              <a:t>Accessing Month Field :  emp1.doj.month   </a:t>
            </a:r>
          </a:p>
          <a:p>
            <a:pPr algn="just">
              <a:lnSpc>
                <a:spcPct val="100000"/>
              </a:lnSpc>
              <a:spcBef>
                <a:spcPts val="0"/>
              </a:spcBef>
            </a:pPr>
            <a:r>
              <a:rPr lang="en-IN" dirty="0">
                <a:latin typeface="Bell MT" panose="02020503060305020303" pitchFamily="18" charset="0"/>
              </a:rPr>
              <a:t>Accessing day Field   :  emp1.doj.day  </a:t>
            </a:r>
          </a:p>
          <a:p>
            <a:pPr algn="just">
              <a:lnSpc>
                <a:spcPct val="100000"/>
              </a:lnSpc>
              <a:spcBef>
                <a:spcPts val="0"/>
              </a:spcBef>
            </a:pPr>
            <a:r>
              <a:rPr lang="en-IN" dirty="0">
                <a:latin typeface="Bell MT" panose="02020503060305020303" pitchFamily="18" charset="0"/>
              </a:rPr>
              <a:t>Accessing year Field  :  emp1.doj.year</a:t>
            </a:r>
            <a:endParaRPr lang="en-US" dirty="0">
              <a:latin typeface="Bell MT" panose="02020503060305020303" pitchFamily="18" charset="0"/>
            </a:endParaRP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13</a:t>
            </a:fld>
            <a:endParaRPr lang="en-US" altLang="en-US" dirty="0"/>
          </a:p>
        </p:txBody>
      </p:sp>
      <p:sp>
        <p:nvSpPr>
          <p:cNvPr id="5" name="Rectangle 1"/>
          <p:cNvSpPr>
            <a:spLocks noChangeArrowheads="1"/>
          </p:cNvSpPr>
          <p:nvPr/>
        </p:nvSpPr>
        <p:spPr bwMode="auto">
          <a:xfrm>
            <a:off x="6593346" y="2526456"/>
            <a:ext cx="2088232" cy="3693319"/>
          </a:xfrm>
          <a:prstGeom prst="rect">
            <a:avLst/>
          </a:prstGeom>
          <a:solidFill>
            <a:srgbClr val="F6F8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200080"/>
                </a:solidFill>
                <a:effectLst/>
                <a:latin typeface="Arial Unicode MS" panose="020B0604020202020204" pitchFamily="34" charset="-128"/>
              </a:rPr>
              <a:t>struct</a:t>
            </a:r>
            <a:r>
              <a:rPr kumimoji="0" lang="en-US" altLang="en-US" sz="1800" b="0" i="0" u="none" strike="noStrike" cap="none" normalizeH="0" baseline="0" dirty="0">
                <a:ln>
                  <a:noFill/>
                </a:ln>
                <a:solidFill>
                  <a:srgbClr val="000020"/>
                </a:solidFill>
                <a:effectLst/>
                <a:latin typeface="Arial Unicode MS" panose="020B0604020202020204" pitchFamily="34" charset="-128"/>
              </a:rPr>
              <a:t> date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406080"/>
                </a:solidFill>
                <a:effectLst/>
                <a:latin typeface="Arial Unicode MS" panose="020B0604020202020204" pitchFamily="34" charset="-128"/>
              </a:rPr>
              <a:t>{</a:t>
            </a:r>
            <a:r>
              <a:rPr kumimoji="0" lang="en-US" altLang="en-US" sz="1800" b="0" i="0" u="none" strike="noStrike" cap="none" normalizeH="0" baseline="0" dirty="0">
                <a:ln>
                  <a:noFill/>
                </a:ln>
                <a:solidFill>
                  <a:srgbClr val="000020"/>
                </a:solidFill>
                <a:effectLst/>
                <a:latin typeface="Arial Unicode MS" panose="020B0604020202020204" pitchFamily="34" charset="-128"/>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200080"/>
                </a:solidFill>
                <a:effectLst/>
                <a:latin typeface="Arial Unicode MS" panose="020B0604020202020204" pitchFamily="34" charset="-128"/>
              </a:rPr>
              <a:t>    int</a:t>
            </a:r>
            <a:r>
              <a:rPr kumimoji="0" lang="en-US" altLang="en-US" sz="1800" b="0" i="0" u="none" strike="noStrike" cap="none" normalizeH="0" baseline="0" dirty="0">
                <a:ln>
                  <a:noFill/>
                </a:ln>
                <a:solidFill>
                  <a:srgbClr val="000020"/>
                </a:solidFill>
                <a:effectLst/>
                <a:latin typeface="Arial Unicode MS" panose="020B0604020202020204" pitchFamily="34" charset="-128"/>
              </a:rPr>
              <a:t> date</a:t>
            </a:r>
            <a:r>
              <a:rPr kumimoji="0" lang="en-US" altLang="en-US" sz="1800" b="0" i="0" u="none" strike="noStrike" cap="none" normalizeH="0" baseline="0" dirty="0">
                <a:ln>
                  <a:noFill/>
                </a:ln>
                <a:solidFill>
                  <a:srgbClr val="406080"/>
                </a:solidFill>
                <a:effectLst/>
                <a:latin typeface="Arial Unicode MS" panose="020B0604020202020204" pitchFamily="34" charset="-128"/>
              </a:rPr>
              <a:t>;</a:t>
            </a:r>
            <a:r>
              <a:rPr kumimoji="0" lang="en-US" altLang="en-US" sz="1800" b="0" i="0" u="none" strike="noStrike" cap="none" normalizeH="0" baseline="0" dirty="0">
                <a:ln>
                  <a:noFill/>
                </a:ln>
                <a:solidFill>
                  <a:srgbClr val="000020"/>
                </a:solidFill>
                <a:effectLst/>
                <a:latin typeface="Arial Unicode MS" panose="020B0604020202020204" pitchFamily="34" charset="-128"/>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dirty="0">
                <a:solidFill>
                  <a:srgbClr val="200080"/>
                </a:solidFill>
                <a:latin typeface="Arial Unicode MS" panose="020B0604020202020204" pitchFamily="34" charset="-128"/>
              </a:rPr>
              <a:t>    i</a:t>
            </a:r>
            <a:r>
              <a:rPr kumimoji="0" lang="en-US" altLang="en-US" sz="1800" b="1" i="0" u="none" strike="noStrike" cap="none" normalizeH="0" baseline="0" dirty="0">
                <a:ln>
                  <a:noFill/>
                </a:ln>
                <a:solidFill>
                  <a:srgbClr val="200080"/>
                </a:solidFill>
                <a:effectLst/>
                <a:latin typeface="Arial Unicode MS" panose="020B0604020202020204" pitchFamily="34" charset="-128"/>
              </a:rPr>
              <a:t>nt</a:t>
            </a:r>
            <a:r>
              <a:rPr kumimoji="0" lang="en-US" altLang="en-US" sz="1800" b="0" i="0" u="none" strike="noStrike" cap="none" normalizeH="0" baseline="0" dirty="0">
                <a:ln>
                  <a:noFill/>
                </a:ln>
                <a:solidFill>
                  <a:srgbClr val="000020"/>
                </a:solidFill>
                <a:effectLst/>
                <a:latin typeface="Arial Unicode MS" panose="020B0604020202020204" pitchFamily="34" charset="-128"/>
              </a:rPr>
              <a:t> month</a:t>
            </a:r>
            <a:r>
              <a:rPr kumimoji="0" lang="en-US" altLang="en-US" sz="1800" b="0" i="0" u="none" strike="noStrike" cap="none" normalizeH="0" baseline="0" dirty="0">
                <a:ln>
                  <a:noFill/>
                </a:ln>
                <a:solidFill>
                  <a:srgbClr val="406080"/>
                </a:solidFill>
                <a:effectLst/>
                <a:latin typeface="Arial Unicode MS" panose="020B0604020202020204" pitchFamily="34" charset="-128"/>
              </a:rPr>
              <a:t>;</a:t>
            </a:r>
            <a:r>
              <a:rPr kumimoji="0" lang="en-US" altLang="en-US" sz="1800" b="0" i="0" u="none" strike="noStrike" cap="none" normalizeH="0" baseline="0" dirty="0">
                <a:ln>
                  <a:noFill/>
                </a:ln>
                <a:solidFill>
                  <a:srgbClr val="000020"/>
                </a:solidFill>
                <a:effectLst/>
                <a:latin typeface="Arial Unicode MS" panose="020B0604020202020204" pitchFamily="34" charset="-128"/>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200080"/>
                </a:solidFill>
                <a:effectLst/>
                <a:latin typeface="Arial Unicode MS" panose="020B0604020202020204" pitchFamily="34" charset="-128"/>
              </a:rPr>
              <a:t>    int</a:t>
            </a:r>
            <a:r>
              <a:rPr kumimoji="0" lang="en-US" altLang="en-US" sz="1800" b="0" i="0" u="none" strike="noStrike" cap="none" normalizeH="0" baseline="0" dirty="0">
                <a:ln>
                  <a:noFill/>
                </a:ln>
                <a:solidFill>
                  <a:srgbClr val="000020"/>
                </a:solidFill>
                <a:effectLst/>
                <a:latin typeface="Arial Unicode MS" panose="020B0604020202020204" pitchFamily="34" charset="-128"/>
              </a:rPr>
              <a:t> year</a:t>
            </a:r>
            <a:r>
              <a:rPr kumimoji="0" lang="en-US" altLang="en-US" sz="1800" b="0" i="0" u="none" strike="noStrike" cap="none" normalizeH="0" baseline="0" dirty="0">
                <a:ln>
                  <a:noFill/>
                </a:ln>
                <a:solidFill>
                  <a:srgbClr val="406080"/>
                </a:solidFill>
                <a:effectLst/>
                <a:latin typeface="Arial Unicode MS" panose="020B0604020202020204" pitchFamily="34" charset="-128"/>
              </a:rPr>
              <a:t>;</a:t>
            </a:r>
            <a:r>
              <a:rPr kumimoji="0" lang="en-US" altLang="en-US" sz="1800" b="0" i="0" u="none" strike="noStrike" cap="none" normalizeH="0" baseline="0" dirty="0">
                <a:ln>
                  <a:noFill/>
                </a:ln>
                <a:solidFill>
                  <a:srgbClr val="000020"/>
                </a:solidFill>
                <a:effectLst/>
                <a:latin typeface="Arial Unicode MS" panose="020B0604020202020204" pitchFamily="34" charset="-128"/>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406080"/>
                </a:solidFill>
                <a:effectLst/>
                <a:latin typeface="Arial Unicode MS" panose="020B0604020202020204" pitchFamily="34" charset="-128"/>
              </a:rPr>
              <a:t>};</a:t>
            </a:r>
            <a:r>
              <a:rPr kumimoji="0" lang="en-US" altLang="en-US" sz="1800" b="0" i="0" u="none" strike="noStrike" cap="none" normalizeH="0" baseline="0" dirty="0">
                <a:ln>
                  <a:noFill/>
                </a:ln>
                <a:solidFill>
                  <a:srgbClr val="000020"/>
                </a:solidFill>
                <a:effectLst/>
                <a:latin typeface="Arial Unicode MS" panose="020B0604020202020204" pitchFamily="34" charset="-128"/>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200080"/>
                </a:solidFill>
                <a:effectLst/>
                <a:latin typeface="Arial Unicode MS" panose="020B0604020202020204" pitchFamily="34" charset="-128"/>
              </a:rPr>
              <a:t>struct</a:t>
            </a:r>
            <a:r>
              <a:rPr kumimoji="0" lang="en-US" altLang="en-US" sz="1800" b="0" i="0" u="none" strike="noStrike" cap="none" normalizeH="0" baseline="0" dirty="0">
                <a:ln>
                  <a:noFill/>
                </a:ln>
                <a:solidFill>
                  <a:srgbClr val="000020"/>
                </a:solidFill>
                <a:effectLst/>
                <a:latin typeface="Arial Unicode MS" panose="020B0604020202020204" pitchFamily="34" charset="-128"/>
              </a:rPr>
              <a:t> Employee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406080"/>
                </a:solidFill>
                <a:effectLst/>
                <a:latin typeface="Arial Unicode MS" panose="020B0604020202020204" pitchFamily="34" charset="-128"/>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20"/>
                </a:solidFill>
                <a:effectLst/>
                <a:latin typeface="Arial Unicode MS" panose="020B0604020202020204" pitchFamily="34" charset="-128"/>
              </a:rPr>
              <a:t>    </a:t>
            </a:r>
            <a:r>
              <a:rPr kumimoji="0" lang="en-US" altLang="en-US" sz="1800" b="1" i="0" u="none" strike="noStrike" cap="none" normalizeH="0" baseline="0" dirty="0">
                <a:ln>
                  <a:noFill/>
                </a:ln>
                <a:solidFill>
                  <a:srgbClr val="200080"/>
                </a:solidFill>
                <a:effectLst/>
                <a:latin typeface="Arial Unicode MS" panose="020B0604020202020204" pitchFamily="34" charset="-128"/>
              </a:rPr>
              <a:t>char</a:t>
            </a:r>
            <a:r>
              <a:rPr kumimoji="0" lang="en-US" altLang="en-US" sz="1800" b="0" i="0" u="none" strike="noStrike" cap="none" normalizeH="0" baseline="0" dirty="0">
                <a:ln>
                  <a:noFill/>
                </a:ln>
                <a:solidFill>
                  <a:srgbClr val="000020"/>
                </a:solidFill>
                <a:effectLst/>
                <a:latin typeface="Arial Unicode MS" panose="020B0604020202020204" pitchFamily="34" charset="-128"/>
              </a:rPr>
              <a:t> </a:t>
            </a:r>
            <a:r>
              <a:rPr kumimoji="0" lang="en-US" altLang="en-US" sz="1800" b="0" i="0" u="none" strike="noStrike" cap="none" normalizeH="0" baseline="0" dirty="0" err="1">
                <a:ln>
                  <a:noFill/>
                </a:ln>
                <a:solidFill>
                  <a:srgbClr val="000020"/>
                </a:solidFill>
                <a:effectLst/>
                <a:latin typeface="Arial Unicode MS" panose="020B0604020202020204" pitchFamily="34" charset="-128"/>
              </a:rPr>
              <a:t>ename</a:t>
            </a:r>
            <a:r>
              <a:rPr kumimoji="0" lang="en-US" altLang="en-US" sz="1800" b="0" i="0" u="none" strike="noStrike" cap="none" normalizeH="0" baseline="0" dirty="0">
                <a:ln>
                  <a:noFill/>
                </a:ln>
                <a:solidFill>
                  <a:srgbClr val="308080"/>
                </a:solidFill>
                <a:effectLst/>
                <a:latin typeface="Arial Unicode MS" panose="020B0604020202020204" pitchFamily="34" charset="-128"/>
              </a:rPr>
              <a:t>[</a:t>
            </a:r>
            <a:r>
              <a:rPr kumimoji="0" lang="en-US" altLang="en-US" sz="1800" b="0" i="0" u="none" strike="noStrike" cap="none" normalizeH="0" baseline="0" dirty="0">
                <a:ln>
                  <a:noFill/>
                </a:ln>
                <a:solidFill>
                  <a:srgbClr val="008C00"/>
                </a:solidFill>
                <a:effectLst/>
                <a:latin typeface="Arial Unicode MS" panose="020B0604020202020204" pitchFamily="34" charset="-128"/>
              </a:rPr>
              <a:t>20</a:t>
            </a:r>
            <a:r>
              <a:rPr kumimoji="0" lang="en-US" altLang="en-US" sz="1800" b="0" i="0" u="none" strike="noStrike" cap="none" normalizeH="0" baseline="0" dirty="0">
                <a:ln>
                  <a:noFill/>
                </a:ln>
                <a:solidFill>
                  <a:srgbClr val="308080"/>
                </a:solidFill>
                <a:effectLst/>
                <a:latin typeface="Arial Unicode MS" panose="020B0604020202020204" pitchFamily="34" charset="-128"/>
              </a:rPr>
              <a:t>]</a:t>
            </a:r>
            <a:r>
              <a:rPr kumimoji="0" lang="en-US" altLang="en-US" sz="1800" b="0" i="0" u="none" strike="noStrike" cap="none" normalizeH="0" baseline="0" dirty="0">
                <a:ln>
                  <a:noFill/>
                </a:ln>
                <a:solidFill>
                  <a:srgbClr val="406080"/>
                </a:solidFill>
                <a:effectLst/>
                <a:latin typeface="Arial Unicode MS" panose="020B0604020202020204" pitchFamily="34" charset="-128"/>
              </a:rPr>
              <a:t>;</a:t>
            </a:r>
            <a:r>
              <a:rPr kumimoji="0" lang="en-US" altLang="en-US" sz="1800" b="0" i="0" u="none" strike="noStrike" cap="none" normalizeH="0" baseline="0" dirty="0">
                <a:ln>
                  <a:noFill/>
                </a:ln>
                <a:solidFill>
                  <a:srgbClr val="000020"/>
                </a:solidFill>
                <a:effectLst/>
                <a:latin typeface="Arial Unicode MS" panose="020B0604020202020204" pitchFamily="34" charset="-128"/>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200080"/>
                </a:solidFill>
                <a:effectLst/>
                <a:latin typeface="Arial Unicode MS" panose="020B0604020202020204" pitchFamily="34" charset="-128"/>
              </a:rPr>
              <a:t>    int</a:t>
            </a:r>
            <a:r>
              <a:rPr kumimoji="0" lang="en-US" altLang="en-US" sz="1800" b="0" i="0" u="none" strike="noStrike" cap="none" normalizeH="0" baseline="0" dirty="0">
                <a:ln>
                  <a:noFill/>
                </a:ln>
                <a:solidFill>
                  <a:srgbClr val="000020"/>
                </a:solidFill>
                <a:effectLst/>
                <a:latin typeface="Arial Unicode MS" panose="020B0604020202020204" pitchFamily="34" charset="-128"/>
              </a:rPr>
              <a:t> </a:t>
            </a:r>
            <a:r>
              <a:rPr kumimoji="0" lang="en-US" altLang="en-US" sz="1800" b="0" i="0" u="none" strike="noStrike" cap="none" normalizeH="0" baseline="0" dirty="0" err="1">
                <a:ln>
                  <a:noFill/>
                </a:ln>
                <a:solidFill>
                  <a:srgbClr val="000020"/>
                </a:solidFill>
                <a:effectLst/>
                <a:latin typeface="Arial Unicode MS" panose="020B0604020202020204" pitchFamily="34" charset="-128"/>
              </a:rPr>
              <a:t>ssn</a:t>
            </a:r>
            <a:r>
              <a:rPr kumimoji="0" lang="en-US" altLang="en-US" sz="1800" b="0" i="0" u="none" strike="noStrike" cap="none" normalizeH="0" baseline="0" dirty="0">
                <a:ln>
                  <a:noFill/>
                </a:ln>
                <a:solidFill>
                  <a:srgbClr val="406080"/>
                </a:solidFill>
                <a:effectLst/>
                <a:latin typeface="Arial Unicode MS" panose="020B0604020202020204" pitchFamily="34" charset="-128"/>
              </a:rPr>
              <a:t>;</a:t>
            </a:r>
            <a:r>
              <a:rPr kumimoji="0" lang="en-US" altLang="en-US" sz="1800" b="0" i="0" u="none" strike="noStrike" cap="none" normalizeH="0" baseline="0" dirty="0">
                <a:ln>
                  <a:noFill/>
                </a:ln>
                <a:solidFill>
                  <a:srgbClr val="000020"/>
                </a:solidFill>
                <a:effectLst/>
                <a:latin typeface="Arial Unicode MS" panose="020B0604020202020204" pitchFamily="34" charset="-128"/>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200080"/>
                </a:solidFill>
                <a:effectLst/>
                <a:latin typeface="Arial Unicode MS" panose="020B0604020202020204" pitchFamily="34" charset="-128"/>
              </a:rPr>
              <a:t>    float</a:t>
            </a:r>
            <a:r>
              <a:rPr kumimoji="0" lang="en-US" altLang="en-US" sz="1800" b="0" i="0" u="none" strike="noStrike" cap="none" normalizeH="0" baseline="0" dirty="0">
                <a:ln>
                  <a:noFill/>
                </a:ln>
                <a:solidFill>
                  <a:srgbClr val="000020"/>
                </a:solidFill>
                <a:effectLst/>
                <a:latin typeface="Arial Unicode MS" panose="020B0604020202020204" pitchFamily="34" charset="-128"/>
              </a:rPr>
              <a:t> salary</a:t>
            </a:r>
            <a:r>
              <a:rPr kumimoji="0" lang="en-US" altLang="en-US" sz="1800" b="0" i="0" u="none" strike="noStrike" cap="none" normalizeH="0" baseline="0" dirty="0">
                <a:ln>
                  <a:noFill/>
                </a:ln>
                <a:solidFill>
                  <a:srgbClr val="406080"/>
                </a:solidFill>
                <a:effectLst/>
                <a:latin typeface="Arial Unicode MS" panose="020B0604020202020204" pitchFamily="34" charset="-128"/>
              </a:rPr>
              <a:t>;</a:t>
            </a:r>
            <a:r>
              <a:rPr kumimoji="0" lang="en-US" altLang="en-US" sz="1800" b="0" i="0" u="none" strike="noStrike" cap="none" normalizeH="0" baseline="0" dirty="0">
                <a:ln>
                  <a:noFill/>
                </a:ln>
                <a:solidFill>
                  <a:srgbClr val="000020"/>
                </a:solidFill>
                <a:effectLst/>
                <a:latin typeface="Arial Unicode MS" panose="020B0604020202020204" pitchFamily="34" charset="-128"/>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rgbClr val="200080"/>
                </a:solidFill>
                <a:effectLst/>
                <a:latin typeface="Arial Unicode MS" panose="020B0604020202020204" pitchFamily="34" charset="-128"/>
              </a:rPr>
              <a:t>    struct</a:t>
            </a:r>
            <a:r>
              <a:rPr kumimoji="0" lang="en-US" altLang="en-US" sz="1800" b="0" i="0" u="none" strike="noStrike" cap="none" normalizeH="0" baseline="0" dirty="0">
                <a:ln>
                  <a:noFill/>
                </a:ln>
                <a:solidFill>
                  <a:srgbClr val="000020"/>
                </a:solidFill>
                <a:effectLst/>
                <a:latin typeface="Arial Unicode MS" panose="020B0604020202020204" pitchFamily="34" charset="-128"/>
              </a:rPr>
              <a:t> date </a:t>
            </a:r>
            <a:r>
              <a:rPr kumimoji="0" lang="en-US" altLang="en-US" sz="1800" b="0" i="0" u="none" strike="noStrike" cap="none" normalizeH="0" baseline="0" dirty="0" err="1">
                <a:ln>
                  <a:noFill/>
                </a:ln>
                <a:solidFill>
                  <a:srgbClr val="000020"/>
                </a:solidFill>
                <a:effectLst/>
                <a:latin typeface="Arial Unicode MS" panose="020B0604020202020204" pitchFamily="34" charset="-128"/>
              </a:rPr>
              <a:t>doj</a:t>
            </a:r>
            <a:r>
              <a:rPr kumimoji="0" lang="en-US" altLang="en-US" sz="1800" b="0" i="0" u="none" strike="noStrike" cap="none" normalizeH="0" baseline="0" dirty="0">
                <a:ln>
                  <a:noFill/>
                </a:ln>
                <a:solidFill>
                  <a:srgbClr val="406080"/>
                </a:solidFill>
                <a:effectLst/>
                <a:latin typeface="Arial Unicode MS" panose="020B0604020202020204" pitchFamily="34" charset="-128"/>
              </a:rPr>
              <a:t>;</a:t>
            </a:r>
            <a:r>
              <a:rPr kumimoji="0" lang="en-US" altLang="en-US" sz="1800" b="0" i="0" u="none" strike="noStrike" cap="none" normalizeH="0" baseline="0" dirty="0">
                <a:ln>
                  <a:noFill/>
                </a:ln>
                <a:solidFill>
                  <a:srgbClr val="000020"/>
                </a:solidFill>
                <a:effectLst/>
                <a:latin typeface="Arial Unicode MS" panose="020B0604020202020204" pitchFamily="34" charset="-128"/>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406080"/>
                </a:solidFill>
                <a:effectLst/>
                <a:latin typeface="Arial Unicode MS" panose="020B0604020202020204" pitchFamily="34" charset="-128"/>
              </a:rPr>
              <a:t>} </a:t>
            </a:r>
            <a:r>
              <a:rPr kumimoji="0" lang="en-US" altLang="en-US" sz="1800" b="0" i="0" u="none" strike="noStrike" cap="none" normalizeH="0" baseline="0" dirty="0">
                <a:ln>
                  <a:noFill/>
                </a:ln>
                <a:solidFill>
                  <a:srgbClr val="000020"/>
                </a:solidFill>
                <a:effectLst/>
                <a:latin typeface="Arial Unicode MS" panose="020B0604020202020204" pitchFamily="34" charset="-128"/>
              </a:rPr>
              <a:t>emp1</a:t>
            </a:r>
            <a:r>
              <a:rPr kumimoji="0" lang="en-US" altLang="en-US" sz="1800" b="0" i="0" u="none" strike="noStrike" cap="none" normalizeH="0" baseline="0" dirty="0">
                <a:ln>
                  <a:noFill/>
                </a:ln>
                <a:solidFill>
                  <a:srgbClr val="406080"/>
                </a:solidFill>
                <a:effectLst/>
                <a:latin typeface="Arial Unicode MS" panose="020B0604020202020204" pitchFamily="34" charset="-128"/>
              </a:rPr>
              <a:t>;</a:t>
            </a:r>
            <a:r>
              <a:rPr kumimoji="0" lang="en-US" altLang="en-US" sz="1400" b="0" i="0" u="none" strike="noStrike" cap="none" normalizeH="0" baseline="0" dirty="0">
                <a:ln>
                  <a:noFill/>
                </a:ln>
                <a:solidFill>
                  <a:schemeClr val="tx1"/>
                </a:solidFill>
                <a:effectLst/>
              </a:rPr>
              <a:t> </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xmlns="" val="34241860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3522" y="150515"/>
            <a:ext cx="7946950" cy="1355725"/>
          </a:xfrm>
        </p:spPr>
        <p:txBody>
          <a:bodyPr/>
          <a:lstStyle/>
          <a:p>
            <a:r>
              <a:rPr lang="en-IN" dirty="0">
                <a:latin typeface="Bell MT" panose="02020503060305020303" pitchFamily="18" charset="0"/>
              </a:rPr>
              <a:t>Nested Structures</a:t>
            </a:r>
          </a:p>
        </p:txBody>
      </p:sp>
      <p:sp>
        <p:nvSpPr>
          <p:cNvPr id="3" name="Content Placeholder 2"/>
          <p:cNvSpPr>
            <a:spLocks noGrp="1"/>
          </p:cNvSpPr>
          <p:nvPr>
            <p:ph idx="1"/>
          </p:nvPr>
        </p:nvSpPr>
        <p:spPr>
          <a:xfrm>
            <a:off x="323528" y="1196751"/>
            <a:ext cx="8424936" cy="5392961"/>
          </a:xfrm>
        </p:spPr>
        <p:txBody>
          <a:bodyPr/>
          <a:lstStyle/>
          <a:p>
            <a:pPr algn="just">
              <a:lnSpc>
                <a:spcPct val="100000"/>
              </a:lnSpc>
              <a:spcBef>
                <a:spcPts val="0"/>
              </a:spcBef>
            </a:pPr>
            <a:r>
              <a:rPr lang="en-US" b="1" dirty="0">
                <a:solidFill>
                  <a:srgbClr val="FF0000"/>
                </a:solidFill>
                <a:latin typeface="Bell MT" panose="02020503060305020303" pitchFamily="18" charset="0"/>
              </a:rPr>
              <a:t>WAY 2 :</a:t>
            </a:r>
            <a:r>
              <a:rPr lang="en-IN" b="1" dirty="0">
                <a:solidFill>
                  <a:srgbClr val="FF0000"/>
                </a:solidFill>
                <a:latin typeface="Bell MT" panose="02020503060305020303" pitchFamily="18" charset="0"/>
              </a:rPr>
              <a:t> Declare embedded structures</a:t>
            </a:r>
          </a:p>
          <a:p>
            <a:pPr algn="just">
              <a:lnSpc>
                <a:spcPct val="100000"/>
              </a:lnSpc>
              <a:spcBef>
                <a:spcPts val="0"/>
              </a:spcBef>
            </a:pPr>
            <a:endParaRPr lang="en-IN" dirty="0">
              <a:latin typeface="Bell MT" panose="02020503060305020303" pitchFamily="18" charset="0"/>
            </a:endParaRPr>
          </a:p>
          <a:p>
            <a:pPr algn="just">
              <a:lnSpc>
                <a:spcPct val="100000"/>
              </a:lnSpc>
              <a:spcBef>
                <a:spcPts val="0"/>
              </a:spcBef>
            </a:pPr>
            <a:r>
              <a:rPr lang="en-IN" dirty="0">
                <a:latin typeface="Bell MT" panose="02020503060305020303" pitchFamily="18" charset="0"/>
              </a:rPr>
              <a:t> Structure members are accessed using dot operator.</a:t>
            </a:r>
          </a:p>
          <a:p>
            <a:pPr algn="just">
              <a:lnSpc>
                <a:spcPct val="100000"/>
              </a:lnSpc>
              <a:spcBef>
                <a:spcPts val="0"/>
              </a:spcBef>
            </a:pPr>
            <a:r>
              <a:rPr lang="en-IN" dirty="0">
                <a:latin typeface="Bell MT" panose="02020503060305020303" pitchFamily="18" charset="0"/>
              </a:rPr>
              <a:t> ‘date‘ structure is nested within Employee Structure.</a:t>
            </a:r>
          </a:p>
          <a:p>
            <a:pPr algn="just">
              <a:lnSpc>
                <a:spcPct val="100000"/>
              </a:lnSpc>
              <a:spcBef>
                <a:spcPts val="0"/>
              </a:spcBef>
            </a:pPr>
            <a:r>
              <a:rPr lang="en-IN" dirty="0">
                <a:latin typeface="Bell MT" panose="02020503060305020303" pitchFamily="18" charset="0"/>
              </a:rPr>
              <a:t> Members of the ‘date‘ can be accessed using ’employee’</a:t>
            </a:r>
          </a:p>
          <a:p>
            <a:pPr algn="just">
              <a:lnSpc>
                <a:spcPct val="100000"/>
              </a:lnSpc>
              <a:spcBef>
                <a:spcPts val="0"/>
              </a:spcBef>
            </a:pPr>
            <a:r>
              <a:rPr lang="en-IN" dirty="0">
                <a:latin typeface="Bell MT" panose="02020503060305020303" pitchFamily="18" charset="0"/>
              </a:rPr>
              <a:t> emp1 &amp; </a:t>
            </a:r>
            <a:r>
              <a:rPr lang="en-IN" dirty="0" err="1">
                <a:latin typeface="Bell MT" panose="02020503060305020303" pitchFamily="18" charset="0"/>
              </a:rPr>
              <a:t>doj</a:t>
            </a:r>
            <a:r>
              <a:rPr lang="en-IN" dirty="0">
                <a:latin typeface="Bell MT" panose="02020503060305020303" pitchFamily="18" charset="0"/>
              </a:rPr>
              <a:t> are two structure names (Variables)</a:t>
            </a:r>
          </a:p>
          <a:p>
            <a:pPr algn="just">
              <a:lnSpc>
                <a:spcPct val="100000"/>
              </a:lnSpc>
              <a:spcBef>
                <a:spcPts val="0"/>
              </a:spcBef>
            </a:pPr>
            <a:endParaRPr lang="en-IN" dirty="0">
              <a:latin typeface="Bell MT" panose="02020503060305020303" pitchFamily="18" charset="0"/>
            </a:endParaRPr>
          </a:p>
          <a:p>
            <a:pPr algn="just">
              <a:lnSpc>
                <a:spcPct val="100000"/>
              </a:lnSpc>
              <a:spcBef>
                <a:spcPts val="0"/>
              </a:spcBef>
            </a:pPr>
            <a:r>
              <a:rPr lang="en-IN" dirty="0">
                <a:latin typeface="Bell MT" panose="02020503060305020303" pitchFamily="18" charset="0"/>
              </a:rPr>
              <a:t>Accessing Month Field :  emp1.doj.month   </a:t>
            </a:r>
          </a:p>
          <a:p>
            <a:pPr algn="just">
              <a:lnSpc>
                <a:spcPct val="100000"/>
              </a:lnSpc>
              <a:spcBef>
                <a:spcPts val="0"/>
              </a:spcBef>
            </a:pPr>
            <a:r>
              <a:rPr lang="en-IN" dirty="0">
                <a:latin typeface="Bell MT" panose="02020503060305020303" pitchFamily="18" charset="0"/>
              </a:rPr>
              <a:t>Accessing day Field   :  emp1.doj.day  </a:t>
            </a:r>
          </a:p>
          <a:p>
            <a:pPr algn="just">
              <a:lnSpc>
                <a:spcPct val="100000"/>
              </a:lnSpc>
              <a:spcBef>
                <a:spcPts val="0"/>
              </a:spcBef>
            </a:pPr>
            <a:r>
              <a:rPr lang="en-IN" dirty="0">
                <a:latin typeface="Bell MT" panose="02020503060305020303" pitchFamily="18" charset="0"/>
              </a:rPr>
              <a:t>Accessing year Field  :  emp1.doj.year</a:t>
            </a:r>
            <a:endParaRPr lang="en-US" dirty="0">
              <a:latin typeface="Bell MT" panose="02020503060305020303" pitchFamily="18" charset="0"/>
            </a:endParaRP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14</a:t>
            </a:fld>
            <a:endParaRPr lang="en-US" altLang="en-US" dirty="0"/>
          </a:p>
        </p:txBody>
      </p:sp>
      <p:sp>
        <p:nvSpPr>
          <p:cNvPr id="5" name="Rectangle 1"/>
          <p:cNvSpPr>
            <a:spLocks noChangeArrowheads="1"/>
          </p:cNvSpPr>
          <p:nvPr/>
        </p:nvSpPr>
        <p:spPr bwMode="auto">
          <a:xfrm>
            <a:off x="6593346" y="2664955"/>
            <a:ext cx="2088232" cy="3416320"/>
          </a:xfrm>
          <a:prstGeom prst="rect">
            <a:avLst/>
          </a:prstGeom>
          <a:solidFill>
            <a:srgbClr val="F6F8FF"/>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r>
              <a:rPr kumimoji="0" lang="en-IN" altLang="en-US" sz="1800" b="1" dirty="0">
                <a:solidFill>
                  <a:srgbClr val="200080"/>
                </a:solidFill>
                <a:latin typeface="Arial Unicode MS" panose="020B0604020202020204" pitchFamily="34" charset="-128"/>
              </a:rPr>
              <a:t>struct Employee</a:t>
            </a:r>
          </a:p>
          <a:p>
            <a:pPr lvl="0"/>
            <a:r>
              <a:rPr kumimoji="0" lang="en-IN" altLang="en-US" sz="1800" b="1" dirty="0">
                <a:solidFill>
                  <a:srgbClr val="200080"/>
                </a:solidFill>
                <a:latin typeface="Arial Unicode MS" panose="020B0604020202020204" pitchFamily="34" charset="-128"/>
              </a:rPr>
              <a:t>{</a:t>
            </a:r>
          </a:p>
          <a:p>
            <a:pPr lvl="0"/>
            <a:r>
              <a:rPr kumimoji="0" lang="en-IN" altLang="en-US" sz="1800" b="1" dirty="0">
                <a:solidFill>
                  <a:srgbClr val="200080"/>
                </a:solidFill>
                <a:latin typeface="Arial Unicode MS" panose="020B0604020202020204" pitchFamily="34" charset="-128"/>
              </a:rPr>
              <a:t>   char </a:t>
            </a:r>
            <a:r>
              <a:rPr kumimoji="0" lang="en-IN" altLang="en-US" sz="1800" b="1" dirty="0" err="1">
                <a:solidFill>
                  <a:srgbClr val="200080"/>
                </a:solidFill>
                <a:latin typeface="Arial Unicode MS" panose="020B0604020202020204" pitchFamily="34" charset="-128"/>
              </a:rPr>
              <a:t>ename</a:t>
            </a:r>
            <a:r>
              <a:rPr kumimoji="0" lang="en-IN" altLang="en-US" sz="1800" b="1" dirty="0">
                <a:solidFill>
                  <a:srgbClr val="200080"/>
                </a:solidFill>
                <a:latin typeface="Arial Unicode MS" panose="020B0604020202020204" pitchFamily="34" charset="-128"/>
              </a:rPr>
              <a:t>[20];</a:t>
            </a:r>
          </a:p>
          <a:p>
            <a:pPr lvl="0"/>
            <a:r>
              <a:rPr kumimoji="0" lang="en-IN" altLang="en-US" sz="1800" b="1" dirty="0">
                <a:solidFill>
                  <a:srgbClr val="200080"/>
                </a:solidFill>
                <a:latin typeface="Arial Unicode MS" panose="020B0604020202020204" pitchFamily="34" charset="-128"/>
              </a:rPr>
              <a:t>   int </a:t>
            </a:r>
            <a:r>
              <a:rPr kumimoji="0" lang="en-IN" altLang="en-US" sz="1800" b="1" dirty="0" err="1">
                <a:solidFill>
                  <a:srgbClr val="200080"/>
                </a:solidFill>
                <a:latin typeface="Arial Unicode MS" panose="020B0604020202020204" pitchFamily="34" charset="-128"/>
              </a:rPr>
              <a:t>ssn</a:t>
            </a:r>
            <a:r>
              <a:rPr kumimoji="0" lang="en-IN" altLang="en-US" sz="1800" b="1" dirty="0">
                <a:solidFill>
                  <a:srgbClr val="200080"/>
                </a:solidFill>
                <a:latin typeface="Arial Unicode MS" panose="020B0604020202020204" pitchFamily="34" charset="-128"/>
              </a:rPr>
              <a:t>;</a:t>
            </a:r>
          </a:p>
          <a:p>
            <a:pPr lvl="0"/>
            <a:r>
              <a:rPr kumimoji="0" lang="en-IN" altLang="en-US" sz="1800" b="1" dirty="0">
                <a:solidFill>
                  <a:srgbClr val="200080"/>
                </a:solidFill>
                <a:latin typeface="Arial Unicode MS" panose="020B0604020202020204" pitchFamily="34" charset="-128"/>
              </a:rPr>
              <a:t>   float salary;</a:t>
            </a:r>
          </a:p>
          <a:p>
            <a:pPr lvl="0"/>
            <a:r>
              <a:rPr kumimoji="0" lang="en-IN" altLang="en-US" sz="1800" b="1" dirty="0">
                <a:solidFill>
                  <a:srgbClr val="200080"/>
                </a:solidFill>
                <a:latin typeface="Arial Unicode MS" panose="020B0604020202020204" pitchFamily="34" charset="-128"/>
              </a:rPr>
              <a:t>   struct date</a:t>
            </a:r>
          </a:p>
          <a:p>
            <a:pPr lvl="0"/>
            <a:r>
              <a:rPr kumimoji="0" lang="en-IN" altLang="en-US" sz="1800" b="1" dirty="0">
                <a:solidFill>
                  <a:srgbClr val="200080"/>
                </a:solidFill>
                <a:latin typeface="Arial Unicode MS" panose="020B0604020202020204" pitchFamily="34" charset="-128"/>
              </a:rPr>
              <a:t>   {</a:t>
            </a:r>
          </a:p>
          <a:p>
            <a:pPr lvl="0"/>
            <a:r>
              <a:rPr kumimoji="0" lang="en-IN" altLang="en-US" sz="1800" b="1" dirty="0">
                <a:solidFill>
                  <a:srgbClr val="200080"/>
                </a:solidFill>
                <a:latin typeface="Arial Unicode MS" panose="020B0604020202020204" pitchFamily="34" charset="-128"/>
              </a:rPr>
              <a:t>       int date;</a:t>
            </a:r>
          </a:p>
          <a:p>
            <a:pPr lvl="0"/>
            <a:r>
              <a:rPr kumimoji="0" lang="en-IN" altLang="en-US" sz="1800" b="1" dirty="0">
                <a:solidFill>
                  <a:srgbClr val="200080"/>
                </a:solidFill>
                <a:latin typeface="Arial Unicode MS" panose="020B0604020202020204" pitchFamily="34" charset="-128"/>
              </a:rPr>
              <a:t>       int month;</a:t>
            </a:r>
          </a:p>
          <a:p>
            <a:pPr lvl="0"/>
            <a:r>
              <a:rPr kumimoji="0" lang="en-IN" altLang="en-US" sz="1800" b="1" dirty="0">
                <a:solidFill>
                  <a:srgbClr val="200080"/>
                </a:solidFill>
                <a:latin typeface="Arial Unicode MS" panose="020B0604020202020204" pitchFamily="34" charset="-128"/>
              </a:rPr>
              <a:t>       int year; </a:t>
            </a:r>
          </a:p>
          <a:p>
            <a:pPr lvl="0"/>
            <a:r>
              <a:rPr kumimoji="0" lang="en-IN" altLang="en-US" sz="1800" b="1" dirty="0">
                <a:solidFill>
                  <a:srgbClr val="200080"/>
                </a:solidFill>
                <a:latin typeface="Arial Unicode MS" panose="020B0604020202020204" pitchFamily="34" charset="-128"/>
              </a:rPr>
              <a:t>   }</a:t>
            </a:r>
            <a:r>
              <a:rPr kumimoji="0" lang="en-IN" altLang="en-US" sz="1800" b="1" dirty="0" err="1">
                <a:solidFill>
                  <a:srgbClr val="200080"/>
                </a:solidFill>
                <a:latin typeface="Arial Unicode MS" panose="020B0604020202020204" pitchFamily="34" charset="-128"/>
              </a:rPr>
              <a:t>doj</a:t>
            </a:r>
            <a:r>
              <a:rPr kumimoji="0" lang="en-IN" altLang="en-US" sz="1800" b="1" dirty="0">
                <a:solidFill>
                  <a:srgbClr val="200080"/>
                </a:solidFill>
                <a:latin typeface="Arial Unicode MS" panose="020B0604020202020204" pitchFamily="34" charset="-128"/>
              </a:rPr>
              <a:t>;</a:t>
            </a:r>
          </a:p>
          <a:p>
            <a:pPr lvl="0"/>
            <a:r>
              <a:rPr kumimoji="0" lang="en-IN" altLang="en-US" sz="1800" b="1" dirty="0">
                <a:solidFill>
                  <a:srgbClr val="200080"/>
                </a:solidFill>
                <a:latin typeface="Arial Unicode MS" panose="020B0604020202020204" pitchFamily="34" charset="-128"/>
              </a:rPr>
              <a:t>}emp1;</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xmlns="" val="34467766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Bell MT" panose="02020503060305020303" pitchFamily="18" charset="0"/>
              </a:rPr>
              <a:t>Passing structure to function</a:t>
            </a:r>
            <a:endParaRPr lang="en-IN" dirty="0">
              <a:latin typeface="Bell MT" panose="02020503060305020303" pitchFamily="18" charset="0"/>
            </a:endParaRPr>
          </a:p>
        </p:txBody>
      </p:sp>
      <p:sp>
        <p:nvSpPr>
          <p:cNvPr id="3" name="Content Placeholder 2"/>
          <p:cNvSpPr>
            <a:spLocks noGrp="1"/>
          </p:cNvSpPr>
          <p:nvPr>
            <p:ph idx="1"/>
          </p:nvPr>
        </p:nvSpPr>
        <p:spPr>
          <a:xfrm>
            <a:off x="857250" y="1844824"/>
            <a:ext cx="7404100" cy="4251176"/>
          </a:xfrm>
        </p:spPr>
        <p:txBody>
          <a:bodyPr/>
          <a:lstStyle/>
          <a:p>
            <a:r>
              <a:rPr lang="en-IN" dirty="0">
                <a:latin typeface="Bell MT" panose="02020503060305020303" pitchFamily="18" charset="0"/>
              </a:rPr>
              <a:t>There are mainly two ways to pass structures to a function:</a:t>
            </a:r>
          </a:p>
          <a:p>
            <a:pPr lvl="1"/>
            <a:r>
              <a:rPr lang="en-IN" dirty="0">
                <a:latin typeface="Bell MT" panose="02020503060305020303" pitchFamily="18" charset="0"/>
              </a:rPr>
              <a:t>Passing by value</a:t>
            </a:r>
          </a:p>
          <a:p>
            <a:pPr lvl="1"/>
            <a:r>
              <a:rPr lang="en-IN" dirty="0">
                <a:latin typeface="Bell MT" panose="02020503060305020303" pitchFamily="18" charset="0"/>
              </a:rPr>
              <a:t>Passing by reference</a:t>
            </a:r>
          </a:p>
          <a:p>
            <a:pPr lvl="1"/>
            <a:endParaRPr lang="en-IN" dirty="0">
              <a:latin typeface="Bell MT" panose="02020503060305020303" pitchFamily="18" charset="0"/>
            </a:endParaRPr>
          </a:p>
          <a:p>
            <a:endParaRPr lang="en-IN" dirty="0">
              <a:latin typeface="Bell MT" panose="02020503060305020303" pitchFamily="18" charset="0"/>
            </a:endParaRP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15</a:t>
            </a:fld>
            <a:endParaRPr lang="en-US" altLang="en-US"/>
          </a:p>
        </p:txBody>
      </p:sp>
      <p:pic>
        <p:nvPicPr>
          <p:cNvPr id="5" name="Picture 4"/>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1035050" y="2996952"/>
            <a:ext cx="7048500" cy="3227636"/>
          </a:xfrm>
          <a:prstGeom prst="rect">
            <a:avLst/>
          </a:prstGeom>
        </p:spPr>
      </p:pic>
    </p:spTree>
    <p:extLst>
      <p:ext uri="{BB962C8B-B14F-4D97-AF65-F5344CB8AC3E}">
        <p14:creationId xmlns:p14="http://schemas.microsoft.com/office/powerpoint/2010/main" xmlns="" val="38417669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Bell MT" panose="02020503060305020303" pitchFamily="18" charset="0"/>
              </a:rPr>
              <a:t>Passing structure by value</a:t>
            </a:r>
            <a:endParaRPr lang="en-IN" dirty="0">
              <a:latin typeface="Bell MT" panose="02020503060305020303" pitchFamily="18" charset="0"/>
            </a:endParaRPr>
          </a:p>
        </p:txBody>
      </p:sp>
      <p:sp>
        <p:nvSpPr>
          <p:cNvPr id="3" name="Content Placeholder 2"/>
          <p:cNvSpPr>
            <a:spLocks noGrp="1"/>
          </p:cNvSpPr>
          <p:nvPr>
            <p:ph idx="1"/>
          </p:nvPr>
        </p:nvSpPr>
        <p:spPr>
          <a:xfrm>
            <a:off x="857250" y="1844824"/>
            <a:ext cx="7404100" cy="4251176"/>
          </a:xfrm>
        </p:spPr>
        <p:txBody>
          <a:bodyPr/>
          <a:lstStyle/>
          <a:p>
            <a:pPr algn="just"/>
            <a:r>
              <a:rPr lang="en-IN" dirty="0">
                <a:latin typeface="Bell MT" panose="02020503060305020303" pitchFamily="18" charset="0"/>
              </a:rPr>
              <a:t>A structure variable can be passed to the function as an argument as a normal variable.</a:t>
            </a:r>
          </a:p>
          <a:p>
            <a:pPr algn="just"/>
            <a:r>
              <a:rPr lang="en-IN" dirty="0">
                <a:latin typeface="Bell MT" panose="02020503060305020303" pitchFamily="18" charset="0"/>
              </a:rPr>
              <a:t>If structure is passed by value, changes made to the structure variable inside the function definition does not reflect in the originally passed structure variable.</a:t>
            </a:r>
          </a:p>
          <a:p>
            <a:pPr algn="just"/>
            <a:r>
              <a:rPr lang="en-IN" dirty="0">
                <a:latin typeface="Bell MT" panose="02020503060305020303" pitchFamily="18" charset="0"/>
              </a:rPr>
              <a:t>Function prototype should be below to the structure declaration otherwise compiler shows error.</a:t>
            </a: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16</a:t>
            </a:fld>
            <a:endParaRPr lang="en-US" altLang="en-US"/>
          </a:p>
        </p:txBody>
      </p:sp>
    </p:spTree>
    <p:extLst>
      <p:ext uri="{BB962C8B-B14F-4D97-AF65-F5344CB8AC3E}">
        <p14:creationId xmlns:p14="http://schemas.microsoft.com/office/powerpoint/2010/main" xmlns="" val="34504269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Bell MT" panose="02020503060305020303" pitchFamily="18" charset="0"/>
              </a:rPr>
              <a:t>Passing structure by value</a:t>
            </a:r>
            <a:endParaRPr lang="en-IN" dirty="0">
              <a:latin typeface="Bell MT" panose="02020503060305020303" pitchFamily="18" charset="0"/>
            </a:endParaRP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17</a:t>
            </a:fld>
            <a:endParaRPr lang="en-US" altLang="en-US"/>
          </a:p>
        </p:txBody>
      </p:sp>
      <p:pic>
        <p:nvPicPr>
          <p:cNvPr id="7" name="Picture 6"/>
          <p:cNvPicPr>
            <a:picLocks noChangeAspect="1"/>
          </p:cNvPicPr>
          <p:nvPr/>
        </p:nvPicPr>
        <p:blipFill>
          <a:blip r:embed="rId2"/>
          <a:stretch>
            <a:fillRect/>
          </a:stretch>
        </p:blipFill>
        <p:spPr>
          <a:xfrm>
            <a:off x="1036637" y="1737519"/>
            <a:ext cx="7048500" cy="4714875"/>
          </a:xfrm>
          <a:prstGeom prst="rect">
            <a:avLst/>
          </a:prstGeom>
        </p:spPr>
      </p:pic>
    </p:spTree>
    <p:extLst>
      <p:ext uri="{BB962C8B-B14F-4D97-AF65-F5344CB8AC3E}">
        <p14:creationId xmlns:p14="http://schemas.microsoft.com/office/powerpoint/2010/main" xmlns="" val="16370380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Bell MT" panose="02020503060305020303" pitchFamily="18" charset="0"/>
              </a:rPr>
              <a:t>Passing structure by reference</a:t>
            </a:r>
            <a:endParaRPr lang="en-IN" dirty="0">
              <a:latin typeface="Bell MT" panose="02020503060305020303" pitchFamily="18" charset="0"/>
            </a:endParaRPr>
          </a:p>
        </p:txBody>
      </p:sp>
      <p:sp>
        <p:nvSpPr>
          <p:cNvPr id="3" name="Content Placeholder 2"/>
          <p:cNvSpPr>
            <a:spLocks noGrp="1"/>
          </p:cNvSpPr>
          <p:nvPr>
            <p:ph idx="1"/>
          </p:nvPr>
        </p:nvSpPr>
        <p:spPr/>
        <p:txBody>
          <a:bodyPr/>
          <a:lstStyle/>
          <a:p>
            <a:pPr algn="just"/>
            <a:r>
              <a:rPr lang="en-IN" dirty="0">
                <a:latin typeface="Bell MT" panose="02020503060305020303" pitchFamily="18" charset="0"/>
              </a:rPr>
              <a:t>The memory address of a structure variable is passed to function while passing it by reference.</a:t>
            </a:r>
          </a:p>
          <a:p>
            <a:pPr algn="just"/>
            <a:r>
              <a:rPr lang="en-IN" dirty="0">
                <a:latin typeface="Bell MT" panose="02020503060305020303" pitchFamily="18" charset="0"/>
              </a:rPr>
              <a:t>If structure is passed by reference, changes made to the structure variable inside function definition reflects in the originally passed structure variable.</a:t>
            </a:r>
          </a:p>
          <a:p>
            <a:pPr algn="just"/>
            <a:r>
              <a:rPr lang="en-US" dirty="0">
                <a:latin typeface="Bell MT" panose="02020503060305020303" pitchFamily="18" charset="0"/>
              </a:rPr>
              <a:t>Use the same concept of passing an address and receiving it in pointer variable in the called function.</a:t>
            </a:r>
            <a:endParaRPr lang="en-IN" dirty="0">
              <a:latin typeface="Bell MT" panose="02020503060305020303" pitchFamily="18" charset="0"/>
            </a:endParaRPr>
          </a:p>
          <a:p>
            <a:pPr algn="just"/>
            <a:endParaRPr lang="en-IN" dirty="0">
              <a:latin typeface="Bell MT" panose="02020503060305020303" pitchFamily="18" charset="0"/>
            </a:endParaRP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18</a:t>
            </a:fld>
            <a:endParaRPr lang="en-US" altLang="en-US"/>
          </a:p>
        </p:txBody>
      </p:sp>
    </p:spTree>
    <p:extLst>
      <p:ext uri="{BB962C8B-B14F-4D97-AF65-F5344CB8AC3E}">
        <p14:creationId xmlns:p14="http://schemas.microsoft.com/office/powerpoint/2010/main" xmlns="" val="13739815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7668" y="260648"/>
            <a:ext cx="7407275" cy="1355725"/>
          </a:xfrm>
        </p:spPr>
        <p:txBody>
          <a:bodyPr/>
          <a:lstStyle/>
          <a:p>
            <a:r>
              <a:rPr lang="en-US" dirty="0">
                <a:latin typeface="Bell MT" panose="02020503060305020303" pitchFamily="18" charset="0"/>
              </a:rPr>
              <a:t>Passing structure by reference</a:t>
            </a:r>
            <a:endParaRPr lang="en-IN" dirty="0">
              <a:latin typeface="Bell MT" panose="02020503060305020303" pitchFamily="18" charset="0"/>
            </a:endParaRP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19</a:t>
            </a:fld>
            <a:endParaRPr lang="en-US" altLang="en-US"/>
          </a:p>
        </p:txBody>
      </p:sp>
      <p:pic>
        <p:nvPicPr>
          <p:cNvPr id="6" name="Picture 5"/>
          <p:cNvPicPr>
            <a:picLocks noChangeAspect="1"/>
          </p:cNvPicPr>
          <p:nvPr/>
        </p:nvPicPr>
        <p:blipFill>
          <a:blip r:embed="rId2"/>
          <a:stretch>
            <a:fillRect/>
          </a:stretch>
        </p:blipFill>
        <p:spPr>
          <a:xfrm>
            <a:off x="597668" y="1340768"/>
            <a:ext cx="7858125" cy="5248945"/>
          </a:xfrm>
          <a:prstGeom prst="rect">
            <a:avLst/>
          </a:prstGeom>
        </p:spPr>
      </p:pic>
    </p:spTree>
    <p:extLst>
      <p:ext uri="{BB962C8B-B14F-4D97-AF65-F5344CB8AC3E}">
        <p14:creationId xmlns:p14="http://schemas.microsoft.com/office/powerpoint/2010/main" xmlns="" val="22410756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Bell MT" panose="02020503060305020303" pitchFamily="18" charset="0"/>
              </a:rPr>
              <a:t>Passing structure by reference</a:t>
            </a:r>
            <a:endParaRPr lang="en-IN" dirty="0">
              <a:latin typeface="Bell MT" panose="02020503060305020303" pitchFamily="18" charset="0"/>
            </a:endParaRPr>
          </a:p>
        </p:txBody>
      </p:sp>
      <p:sp>
        <p:nvSpPr>
          <p:cNvPr id="3" name="Content Placeholder 2"/>
          <p:cNvSpPr>
            <a:spLocks noGrp="1"/>
          </p:cNvSpPr>
          <p:nvPr>
            <p:ph idx="1"/>
          </p:nvPr>
        </p:nvSpPr>
        <p:spPr/>
        <p:txBody>
          <a:bodyPr/>
          <a:lstStyle/>
          <a:p>
            <a:pPr algn="just"/>
            <a:r>
              <a:rPr lang="en-IN" dirty="0">
                <a:latin typeface="Bell MT" panose="02020503060305020303" pitchFamily="18" charset="0"/>
              </a:rPr>
              <a:t>In this program, structure variables dist1 and dist2 are passed by value to the add function (because value of dist1 and dist2 does not need to be displayed in main function).</a:t>
            </a:r>
          </a:p>
          <a:p>
            <a:pPr algn="just"/>
            <a:r>
              <a:rPr lang="en-IN" dirty="0">
                <a:latin typeface="Bell MT" panose="02020503060305020303" pitchFamily="18" charset="0"/>
              </a:rPr>
              <a:t>But, dist3 is passed by reference ,</a:t>
            </a:r>
            <a:r>
              <a:rPr lang="en-IN" dirty="0" err="1">
                <a:latin typeface="Bell MT" panose="02020503060305020303" pitchFamily="18" charset="0"/>
              </a:rPr>
              <a:t>i.e</a:t>
            </a:r>
            <a:r>
              <a:rPr lang="en-IN" dirty="0">
                <a:latin typeface="Bell MT" panose="02020503060305020303" pitchFamily="18" charset="0"/>
              </a:rPr>
              <a:t>, address of dist3 (&amp;dist3) is passed as an argument.</a:t>
            </a:r>
          </a:p>
          <a:p>
            <a:pPr algn="just"/>
            <a:r>
              <a:rPr lang="en-IN" dirty="0">
                <a:latin typeface="Bell MT" panose="02020503060305020303" pitchFamily="18" charset="0"/>
              </a:rPr>
              <a:t>Due to this, the structure pointer variable d3 inside the add function points to the address of dist3 from the calling main function. So, any change made to the d3 variable is seen in dist3 variable in main function.</a:t>
            </a:r>
          </a:p>
          <a:p>
            <a:pPr algn="just"/>
            <a:r>
              <a:rPr lang="en-IN" dirty="0">
                <a:latin typeface="Bell MT" panose="02020503060305020303" pitchFamily="18" charset="0"/>
              </a:rPr>
              <a:t>As a result, the correct sum is displayed in the output.</a:t>
            </a: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20</a:t>
            </a:fld>
            <a:endParaRPr lang="en-US" altLang="en-US"/>
          </a:p>
        </p:txBody>
      </p:sp>
    </p:spTree>
    <p:extLst>
      <p:ext uri="{BB962C8B-B14F-4D97-AF65-F5344CB8AC3E}">
        <p14:creationId xmlns:p14="http://schemas.microsoft.com/office/powerpoint/2010/main" xmlns="" val="40291752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Bell MT" panose="02020503060305020303" pitchFamily="18" charset="0"/>
              </a:rPr>
              <a:t>Structure and Pointer</a:t>
            </a:r>
            <a:endParaRPr lang="en-IN" dirty="0">
              <a:latin typeface="Bell MT" panose="02020503060305020303" pitchFamily="18" charset="0"/>
            </a:endParaRPr>
          </a:p>
        </p:txBody>
      </p:sp>
      <p:sp>
        <p:nvSpPr>
          <p:cNvPr id="3" name="Content Placeholder 2"/>
          <p:cNvSpPr>
            <a:spLocks noGrp="1"/>
          </p:cNvSpPr>
          <p:nvPr>
            <p:ph idx="1"/>
          </p:nvPr>
        </p:nvSpPr>
        <p:spPr/>
        <p:txBody>
          <a:bodyPr/>
          <a:lstStyle/>
          <a:p>
            <a:pPr algn="just">
              <a:lnSpc>
                <a:spcPct val="100000"/>
              </a:lnSpc>
              <a:spcBef>
                <a:spcPts val="0"/>
              </a:spcBef>
            </a:pPr>
            <a:r>
              <a:rPr lang="en-IN" dirty="0">
                <a:latin typeface="Bell MT" panose="02020503060305020303" pitchFamily="18" charset="0"/>
              </a:rPr>
              <a:t>Structures can be created and accessed using pointers. A pointer variable of a structure can be created as below:</a:t>
            </a:r>
          </a:p>
          <a:p>
            <a:pPr marL="34925" indent="0" algn="just">
              <a:lnSpc>
                <a:spcPct val="100000"/>
              </a:lnSpc>
              <a:spcBef>
                <a:spcPts val="0"/>
              </a:spcBef>
              <a:buNone/>
            </a:pPr>
            <a:r>
              <a:rPr lang="en-IN" dirty="0">
                <a:solidFill>
                  <a:srgbClr val="FF0000"/>
                </a:solidFill>
                <a:latin typeface="Bell MT" panose="02020503060305020303" pitchFamily="18" charset="0"/>
              </a:rPr>
              <a:t>struct name {</a:t>
            </a:r>
          </a:p>
          <a:p>
            <a:pPr marL="34925" indent="0" algn="just">
              <a:lnSpc>
                <a:spcPct val="100000"/>
              </a:lnSpc>
              <a:spcBef>
                <a:spcPts val="0"/>
              </a:spcBef>
              <a:buNone/>
            </a:pPr>
            <a:r>
              <a:rPr lang="en-IN" dirty="0">
                <a:solidFill>
                  <a:srgbClr val="FF0000"/>
                </a:solidFill>
                <a:latin typeface="Bell MT" panose="02020503060305020303" pitchFamily="18" charset="0"/>
              </a:rPr>
              <a:t>    member1;</a:t>
            </a:r>
          </a:p>
          <a:p>
            <a:pPr marL="34925" indent="0" algn="just">
              <a:lnSpc>
                <a:spcPct val="100000"/>
              </a:lnSpc>
              <a:spcBef>
                <a:spcPts val="0"/>
              </a:spcBef>
              <a:buNone/>
            </a:pPr>
            <a:r>
              <a:rPr lang="en-IN" dirty="0">
                <a:solidFill>
                  <a:srgbClr val="FF0000"/>
                </a:solidFill>
                <a:latin typeface="Bell MT" panose="02020503060305020303" pitchFamily="18" charset="0"/>
              </a:rPr>
              <a:t>    member2;</a:t>
            </a:r>
          </a:p>
          <a:p>
            <a:pPr marL="34925" indent="0" algn="just">
              <a:lnSpc>
                <a:spcPct val="100000"/>
              </a:lnSpc>
              <a:spcBef>
                <a:spcPts val="0"/>
              </a:spcBef>
              <a:buNone/>
            </a:pPr>
            <a:r>
              <a:rPr lang="en-IN" dirty="0">
                <a:solidFill>
                  <a:srgbClr val="FF0000"/>
                </a:solidFill>
                <a:latin typeface="Bell MT" panose="02020503060305020303" pitchFamily="18" charset="0"/>
              </a:rPr>
              <a:t>    .</a:t>
            </a:r>
          </a:p>
          <a:p>
            <a:pPr marL="34925" indent="0" algn="just">
              <a:lnSpc>
                <a:spcPct val="100000"/>
              </a:lnSpc>
              <a:spcBef>
                <a:spcPts val="0"/>
              </a:spcBef>
              <a:buNone/>
            </a:pPr>
            <a:r>
              <a:rPr lang="en-IN" dirty="0">
                <a:solidFill>
                  <a:srgbClr val="FF0000"/>
                </a:solidFill>
                <a:latin typeface="Bell MT" panose="02020503060305020303" pitchFamily="18" charset="0"/>
              </a:rPr>
              <a:t>    .</a:t>
            </a:r>
          </a:p>
          <a:p>
            <a:pPr marL="34925" indent="0" algn="just">
              <a:lnSpc>
                <a:spcPct val="100000"/>
              </a:lnSpc>
              <a:spcBef>
                <a:spcPts val="0"/>
              </a:spcBef>
              <a:buNone/>
            </a:pPr>
            <a:r>
              <a:rPr lang="en-IN" dirty="0">
                <a:solidFill>
                  <a:srgbClr val="FF0000"/>
                </a:solidFill>
                <a:latin typeface="Bell MT" panose="02020503060305020303" pitchFamily="18" charset="0"/>
              </a:rPr>
              <a:t>};</a:t>
            </a:r>
          </a:p>
          <a:p>
            <a:pPr marL="34925" indent="0" algn="just">
              <a:lnSpc>
                <a:spcPct val="100000"/>
              </a:lnSpc>
              <a:spcBef>
                <a:spcPts val="0"/>
              </a:spcBef>
              <a:buNone/>
            </a:pPr>
            <a:r>
              <a:rPr lang="en-IN" dirty="0">
                <a:solidFill>
                  <a:srgbClr val="FF0000"/>
                </a:solidFill>
                <a:latin typeface="Bell MT" panose="02020503060305020303" pitchFamily="18" charset="0"/>
              </a:rPr>
              <a:t>int main()</a:t>
            </a:r>
          </a:p>
          <a:p>
            <a:pPr marL="34925" indent="0" algn="just">
              <a:lnSpc>
                <a:spcPct val="100000"/>
              </a:lnSpc>
              <a:spcBef>
                <a:spcPts val="0"/>
              </a:spcBef>
              <a:buNone/>
            </a:pPr>
            <a:r>
              <a:rPr lang="en-IN" dirty="0">
                <a:solidFill>
                  <a:srgbClr val="FF0000"/>
                </a:solidFill>
                <a:latin typeface="Bell MT" panose="02020503060305020303" pitchFamily="18" charset="0"/>
              </a:rPr>
              <a:t>{</a:t>
            </a:r>
          </a:p>
          <a:p>
            <a:pPr marL="34925" indent="0" algn="just">
              <a:lnSpc>
                <a:spcPct val="100000"/>
              </a:lnSpc>
              <a:spcBef>
                <a:spcPts val="0"/>
              </a:spcBef>
              <a:buNone/>
            </a:pPr>
            <a:r>
              <a:rPr lang="en-IN" dirty="0">
                <a:solidFill>
                  <a:srgbClr val="FF0000"/>
                </a:solidFill>
                <a:latin typeface="Bell MT" panose="02020503060305020303" pitchFamily="18" charset="0"/>
              </a:rPr>
              <a:t>    struct name *ptr;</a:t>
            </a:r>
          </a:p>
          <a:p>
            <a:pPr marL="34925" indent="0" algn="just">
              <a:lnSpc>
                <a:spcPct val="100000"/>
              </a:lnSpc>
              <a:spcBef>
                <a:spcPts val="0"/>
              </a:spcBef>
              <a:buNone/>
            </a:pPr>
            <a:r>
              <a:rPr lang="en-IN" dirty="0">
                <a:solidFill>
                  <a:srgbClr val="FF0000"/>
                </a:solidFill>
                <a:latin typeface="Bell MT" panose="02020503060305020303" pitchFamily="18" charset="0"/>
              </a:rPr>
              <a:t>}</a:t>
            </a:r>
          </a:p>
          <a:p>
            <a:pPr algn="just">
              <a:lnSpc>
                <a:spcPct val="100000"/>
              </a:lnSpc>
              <a:spcBef>
                <a:spcPts val="0"/>
              </a:spcBef>
            </a:pPr>
            <a:r>
              <a:rPr lang="en-IN" dirty="0">
                <a:latin typeface="Bell MT" panose="02020503060305020303" pitchFamily="18" charset="0"/>
              </a:rPr>
              <a:t>Here, the pointer variable of type struct name is created.</a:t>
            </a: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21</a:t>
            </a:fld>
            <a:endParaRPr lang="en-US" altLang="en-US"/>
          </a:p>
        </p:txBody>
      </p:sp>
    </p:spTree>
    <p:extLst>
      <p:ext uri="{BB962C8B-B14F-4D97-AF65-F5344CB8AC3E}">
        <p14:creationId xmlns:p14="http://schemas.microsoft.com/office/powerpoint/2010/main" xmlns="" val="31387280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Bell MT" panose="02020503060305020303" pitchFamily="18" charset="0"/>
              </a:rPr>
              <a:t>Accessing structure's member through pointer</a:t>
            </a:r>
          </a:p>
        </p:txBody>
      </p:sp>
      <p:sp>
        <p:nvSpPr>
          <p:cNvPr id="3" name="Content Placeholder 2"/>
          <p:cNvSpPr>
            <a:spLocks noGrp="1"/>
          </p:cNvSpPr>
          <p:nvPr>
            <p:ph idx="1"/>
          </p:nvPr>
        </p:nvSpPr>
        <p:spPr/>
        <p:txBody>
          <a:bodyPr/>
          <a:lstStyle/>
          <a:p>
            <a:pPr algn="just">
              <a:lnSpc>
                <a:spcPct val="100000"/>
              </a:lnSpc>
              <a:spcBef>
                <a:spcPts val="0"/>
              </a:spcBef>
            </a:pPr>
            <a:r>
              <a:rPr lang="en-IN" dirty="0">
                <a:latin typeface="Bell MT" panose="02020503060305020303" pitchFamily="18" charset="0"/>
              </a:rPr>
              <a:t>Can be accessed by referencing pointer to another address to access memory.</a:t>
            </a:r>
          </a:p>
          <a:p>
            <a:pPr algn="just">
              <a:lnSpc>
                <a:spcPct val="100000"/>
              </a:lnSpc>
              <a:spcBef>
                <a:spcPts val="0"/>
              </a:spcBef>
            </a:pPr>
            <a:endParaRPr lang="en-IN" dirty="0">
              <a:latin typeface="Bell MT" panose="02020503060305020303" pitchFamily="18" charset="0"/>
            </a:endParaRPr>
          </a:p>
          <a:p>
            <a:pPr algn="just">
              <a:lnSpc>
                <a:spcPct val="100000"/>
              </a:lnSpc>
              <a:spcBef>
                <a:spcPts val="0"/>
              </a:spcBef>
            </a:pPr>
            <a:r>
              <a:rPr lang="en-IN" dirty="0">
                <a:latin typeface="Bell MT" panose="02020503060305020303" pitchFamily="18" charset="0"/>
              </a:rPr>
              <a:t>Using -&gt; operator (Membership Operator) to access structure pointer member</a:t>
            </a:r>
          </a:p>
          <a:p>
            <a:pPr algn="just">
              <a:lnSpc>
                <a:spcPct val="100000"/>
              </a:lnSpc>
              <a:spcBef>
                <a:spcPts val="0"/>
              </a:spcBef>
            </a:pPr>
            <a:endParaRPr lang="en-IN" dirty="0">
              <a:latin typeface="Bell MT" panose="02020503060305020303" pitchFamily="18" charset="0"/>
            </a:endParaRPr>
          </a:p>
          <a:p>
            <a:pPr algn="just">
              <a:lnSpc>
                <a:spcPct val="100000"/>
              </a:lnSpc>
              <a:spcBef>
                <a:spcPts val="0"/>
              </a:spcBef>
            </a:pPr>
            <a:r>
              <a:rPr lang="en-IN" dirty="0">
                <a:latin typeface="Bell MT" panose="02020503060305020303" pitchFamily="18" charset="0"/>
              </a:rPr>
              <a:t>Structure pointer member can also be accessed using -&gt; operator.</a:t>
            </a:r>
          </a:p>
          <a:p>
            <a:pPr algn="just">
              <a:lnSpc>
                <a:spcPct val="100000"/>
              </a:lnSpc>
              <a:spcBef>
                <a:spcPts val="0"/>
              </a:spcBef>
            </a:pPr>
            <a:endParaRPr lang="en-IN" dirty="0">
              <a:latin typeface="Bell MT" panose="02020503060305020303" pitchFamily="18" charset="0"/>
            </a:endParaRPr>
          </a:p>
          <a:p>
            <a:pPr algn="just">
              <a:lnSpc>
                <a:spcPct val="100000"/>
              </a:lnSpc>
              <a:spcBef>
                <a:spcPts val="0"/>
              </a:spcBef>
            </a:pPr>
            <a:r>
              <a:rPr lang="en-IN" dirty="0">
                <a:latin typeface="Bell MT" panose="02020503060305020303" pitchFamily="18" charset="0"/>
              </a:rPr>
              <a:t>(*</a:t>
            </a:r>
            <a:r>
              <a:rPr lang="en-IN" dirty="0" err="1">
                <a:latin typeface="Bell MT" panose="02020503060305020303" pitchFamily="18" charset="0"/>
              </a:rPr>
              <a:t>personPtr</a:t>
            </a:r>
            <a:r>
              <a:rPr lang="en-IN" dirty="0">
                <a:latin typeface="Bell MT" panose="02020503060305020303" pitchFamily="18" charset="0"/>
              </a:rPr>
              <a:t>).age is same as </a:t>
            </a:r>
            <a:r>
              <a:rPr lang="en-IN" dirty="0" err="1">
                <a:latin typeface="Bell MT" panose="02020503060305020303" pitchFamily="18" charset="0"/>
              </a:rPr>
              <a:t>personPtr</a:t>
            </a:r>
            <a:r>
              <a:rPr lang="en-IN" dirty="0">
                <a:latin typeface="Bell MT" panose="02020503060305020303" pitchFamily="18" charset="0"/>
              </a:rPr>
              <a:t>-&gt;age</a:t>
            </a:r>
          </a:p>
          <a:p>
            <a:pPr algn="just">
              <a:lnSpc>
                <a:spcPct val="100000"/>
              </a:lnSpc>
              <a:spcBef>
                <a:spcPts val="0"/>
              </a:spcBef>
            </a:pPr>
            <a:r>
              <a:rPr lang="en-IN" dirty="0">
                <a:latin typeface="Bell MT" panose="02020503060305020303" pitchFamily="18" charset="0"/>
              </a:rPr>
              <a:t>(*</a:t>
            </a:r>
            <a:r>
              <a:rPr lang="en-IN" dirty="0" err="1">
                <a:latin typeface="Bell MT" panose="02020503060305020303" pitchFamily="18" charset="0"/>
              </a:rPr>
              <a:t>personPtr</a:t>
            </a:r>
            <a:r>
              <a:rPr lang="en-IN" dirty="0">
                <a:latin typeface="Bell MT" panose="02020503060305020303" pitchFamily="18" charset="0"/>
              </a:rPr>
              <a:t>).weight is same as </a:t>
            </a:r>
            <a:r>
              <a:rPr lang="en-IN" dirty="0" err="1">
                <a:latin typeface="Bell MT" panose="02020503060305020303" pitchFamily="18" charset="0"/>
              </a:rPr>
              <a:t>personPtr</a:t>
            </a:r>
            <a:r>
              <a:rPr lang="en-IN" dirty="0">
                <a:latin typeface="Bell MT" panose="02020503060305020303" pitchFamily="18" charset="0"/>
              </a:rPr>
              <a:t>-&gt;weight</a:t>
            </a: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22</a:t>
            </a:fld>
            <a:endParaRPr lang="en-US" altLang="en-US"/>
          </a:p>
        </p:txBody>
      </p:sp>
    </p:spTree>
    <p:extLst>
      <p:ext uri="{BB962C8B-B14F-4D97-AF65-F5344CB8AC3E}">
        <p14:creationId xmlns:p14="http://schemas.microsoft.com/office/powerpoint/2010/main" xmlns="" val="17716365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Bell MT" panose="02020503060305020303" pitchFamily="18" charset="0"/>
              </a:rPr>
              <a:t>Accessing structure's member through pointer</a:t>
            </a: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23</a:t>
            </a:fld>
            <a:endParaRPr lang="en-US" altLang="en-US"/>
          </a:p>
        </p:txBody>
      </p:sp>
      <p:pic>
        <p:nvPicPr>
          <p:cNvPr id="6" name="Picture 5"/>
          <p:cNvPicPr>
            <a:picLocks noChangeAspect="1"/>
          </p:cNvPicPr>
          <p:nvPr/>
        </p:nvPicPr>
        <p:blipFill>
          <a:blip r:embed="rId2"/>
          <a:stretch>
            <a:fillRect/>
          </a:stretch>
        </p:blipFill>
        <p:spPr>
          <a:xfrm>
            <a:off x="1187624" y="1903413"/>
            <a:ext cx="6334125" cy="4686300"/>
          </a:xfrm>
          <a:prstGeom prst="rect">
            <a:avLst/>
          </a:prstGeom>
        </p:spPr>
      </p:pic>
    </p:spTree>
    <p:extLst>
      <p:ext uri="{BB962C8B-B14F-4D97-AF65-F5344CB8AC3E}">
        <p14:creationId xmlns:p14="http://schemas.microsoft.com/office/powerpoint/2010/main" xmlns="" val="33470864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Bell MT" panose="02020503060305020303" pitchFamily="18" charset="0"/>
              </a:rPr>
              <a:t>Pointer to array of structures</a:t>
            </a: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24</a:t>
            </a:fld>
            <a:endParaRPr lang="en-US" altLang="en-US"/>
          </a:p>
        </p:txBody>
      </p:sp>
      <p:sp>
        <p:nvSpPr>
          <p:cNvPr id="8" name="TextBox 7"/>
          <p:cNvSpPr txBox="1"/>
          <p:nvPr/>
        </p:nvSpPr>
        <p:spPr>
          <a:xfrm>
            <a:off x="467544" y="2425283"/>
            <a:ext cx="4536504" cy="4031873"/>
          </a:xfrm>
          <a:prstGeom prst="rect">
            <a:avLst/>
          </a:prstGeom>
          <a:noFill/>
        </p:spPr>
        <p:txBody>
          <a:bodyPr wrap="square" rtlCol="0">
            <a:spAutoFit/>
          </a:bodyPr>
          <a:lstStyle/>
          <a:p>
            <a:r>
              <a:rPr lang="en-IN" sz="1600" dirty="0">
                <a:latin typeface="Bell MT" panose="02020503060305020303" pitchFamily="18" charset="0"/>
              </a:rPr>
              <a:t>struct Book</a:t>
            </a:r>
          </a:p>
          <a:p>
            <a:r>
              <a:rPr lang="en-IN" sz="1600" dirty="0">
                <a:latin typeface="Bell MT" panose="02020503060305020303" pitchFamily="18" charset="0"/>
              </a:rPr>
              <a:t>{</a:t>
            </a:r>
          </a:p>
          <a:p>
            <a:r>
              <a:rPr lang="en-IN" sz="1600" dirty="0">
                <a:latin typeface="Bell MT" panose="02020503060305020303" pitchFamily="18" charset="0"/>
              </a:rPr>
              <a:t> char name[10];</a:t>
            </a:r>
          </a:p>
          <a:p>
            <a:r>
              <a:rPr lang="en-IN" sz="1600" dirty="0">
                <a:latin typeface="Bell MT" panose="02020503060305020303" pitchFamily="18" charset="0"/>
              </a:rPr>
              <a:t> int price;</a:t>
            </a:r>
          </a:p>
          <a:p>
            <a:r>
              <a:rPr lang="en-IN" sz="1600" dirty="0">
                <a:latin typeface="Bell MT" panose="02020503060305020303" pitchFamily="18" charset="0"/>
              </a:rPr>
              <a:t>}</a:t>
            </a:r>
          </a:p>
          <a:p>
            <a:endParaRPr lang="en-IN" sz="1600" dirty="0">
              <a:latin typeface="Bell MT" panose="02020503060305020303" pitchFamily="18" charset="0"/>
            </a:endParaRPr>
          </a:p>
          <a:p>
            <a:r>
              <a:rPr lang="en-IN" sz="1600" dirty="0">
                <a:latin typeface="Bell MT" panose="02020503060305020303" pitchFamily="18" charset="0"/>
              </a:rPr>
              <a:t>int main()</a:t>
            </a:r>
          </a:p>
          <a:p>
            <a:r>
              <a:rPr lang="en-IN" sz="1600" dirty="0">
                <a:latin typeface="Bell MT" panose="02020503060305020303" pitchFamily="18" charset="0"/>
              </a:rPr>
              <a:t>{</a:t>
            </a:r>
          </a:p>
          <a:p>
            <a:r>
              <a:rPr lang="en-IN" sz="1600" dirty="0">
                <a:latin typeface="Bell MT" panose="02020503060305020303" pitchFamily="18" charset="0"/>
              </a:rPr>
              <a:t> struct Book a;          //Single structure variable</a:t>
            </a:r>
          </a:p>
          <a:p>
            <a:r>
              <a:rPr lang="en-IN" sz="1600" dirty="0">
                <a:latin typeface="Bell MT" panose="02020503060305020303" pitchFamily="18" charset="0"/>
              </a:rPr>
              <a:t> struct Book* ptr;    //Pointer of Structure type</a:t>
            </a:r>
          </a:p>
          <a:p>
            <a:r>
              <a:rPr lang="en-IN" sz="1600" dirty="0">
                <a:latin typeface="Bell MT" panose="02020503060305020303" pitchFamily="18" charset="0"/>
              </a:rPr>
              <a:t> ptr = &amp;a;</a:t>
            </a:r>
          </a:p>
          <a:p>
            <a:r>
              <a:rPr lang="en-IN" sz="1600" dirty="0">
                <a:latin typeface="Bell MT" panose="02020503060305020303" pitchFamily="18" charset="0"/>
              </a:rPr>
              <a:t> </a:t>
            </a:r>
          </a:p>
          <a:p>
            <a:r>
              <a:rPr lang="en-IN" sz="1600" dirty="0">
                <a:latin typeface="Bell MT" panose="02020503060305020303" pitchFamily="18" charset="0"/>
              </a:rPr>
              <a:t> struct Book b[10];   //Array of structure variables</a:t>
            </a:r>
          </a:p>
          <a:p>
            <a:r>
              <a:rPr lang="en-IN" sz="1600" dirty="0">
                <a:latin typeface="Bell MT" panose="02020503060305020303" pitchFamily="18" charset="0"/>
              </a:rPr>
              <a:t> struct Book* p;        //Pointer of Structure type</a:t>
            </a:r>
          </a:p>
          <a:p>
            <a:r>
              <a:rPr lang="en-IN" sz="1600" dirty="0">
                <a:latin typeface="Bell MT" panose="02020503060305020303" pitchFamily="18" charset="0"/>
              </a:rPr>
              <a:t> p = &amp;b;    </a:t>
            </a:r>
          </a:p>
          <a:p>
            <a:r>
              <a:rPr lang="en-IN" sz="1600" dirty="0">
                <a:latin typeface="Bell MT" panose="02020503060305020303" pitchFamily="18" charset="0"/>
              </a:rPr>
              <a:t>}</a:t>
            </a:r>
          </a:p>
        </p:txBody>
      </p:sp>
      <p:pic>
        <p:nvPicPr>
          <p:cNvPr id="9" name="Picture 8"/>
          <p:cNvPicPr>
            <a:picLocks noChangeAspect="1"/>
          </p:cNvPicPr>
          <p:nvPr/>
        </p:nvPicPr>
        <p:blipFill>
          <a:blip r:embed="rId2">
            <a:extLst>
              <a:ext uri="{28A0092B-C50C-407E-A947-70E740481C1C}">
                <a14:useLocalDpi xmlns:a14="http://schemas.microsoft.com/office/drawing/2010/main" xmlns="" val="0"/>
              </a:ext>
            </a:extLst>
          </a:blip>
          <a:stretch>
            <a:fillRect/>
          </a:stretch>
        </p:blipFill>
        <p:spPr>
          <a:xfrm>
            <a:off x="2562225" y="1713706"/>
            <a:ext cx="5715000" cy="2381250"/>
          </a:xfrm>
          <a:prstGeom prst="rect">
            <a:avLst/>
          </a:prstGeom>
        </p:spPr>
      </p:pic>
    </p:spTree>
    <p:extLst>
      <p:ext uri="{BB962C8B-B14F-4D97-AF65-F5344CB8AC3E}">
        <p14:creationId xmlns:p14="http://schemas.microsoft.com/office/powerpoint/2010/main" xmlns="" val="29957976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Bell MT" panose="02020503060305020303" pitchFamily="18" charset="0"/>
              </a:rPr>
              <a:t>Pointer to array of structures</a:t>
            </a: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25</a:t>
            </a:fld>
            <a:endParaRPr lang="en-US" altLang="en-US"/>
          </a:p>
        </p:txBody>
      </p:sp>
      <p:sp>
        <p:nvSpPr>
          <p:cNvPr id="8" name="TextBox 7"/>
          <p:cNvSpPr txBox="1"/>
          <p:nvPr/>
        </p:nvSpPr>
        <p:spPr>
          <a:xfrm>
            <a:off x="539552" y="1670169"/>
            <a:ext cx="4536504" cy="4278094"/>
          </a:xfrm>
          <a:prstGeom prst="rect">
            <a:avLst/>
          </a:prstGeom>
          <a:noFill/>
        </p:spPr>
        <p:txBody>
          <a:bodyPr wrap="square" rtlCol="0">
            <a:spAutoFit/>
          </a:bodyPr>
          <a:lstStyle/>
          <a:p>
            <a:r>
              <a:rPr lang="en-IN" sz="1600" dirty="0">
                <a:latin typeface="Bell MT" panose="02020503060305020303" pitchFamily="18" charset="0"/>
              </a:rPr>
              <a:t>struct Cricket</a:t>
            </a:r>
          </a:p>
          <a:p>
            <a:r>
              <a:rPr lang="en-IN" sz="1600" dirty="0">
                <a:latin typeface="Bell MT" panose="02020503060305020303" pitchFamily="18" charset="0"/>
              </a:rPr>
              <a:t>{</a:t>
            </a:r>
          </a:p>
          <a:p>
            <a:r>
              <a:rPr lang="en-IN" sz="1600" dirty="0">
                <a:latin typeface="Bell MT" panose="02020503060305020303" pitchFamily="18" charset="0"/>
              </a:rPr>
              <a:t>    char team1[20];</a:t>
            </a:r>
          </a:p>
          <a:p>
            <a:r>
              <a:rPr lang="en-IN" sz="1600" dirty="0">
                <a:latin typeface="Bell MT" panose="02020503060305020303" pitchFamily="18" charset="0"/>
              </a:rPr>
              <a:t>    char team2[20];</a:t>
            </a:r>
          </a:p>
          <a:p>
            <a:r>
              <a:rPr lang="en-IN" sz="1600" dirty="0">
                <a:latin typeface="Bell MT" panose="02020503060305020303" pitchFamily="18" charset="0"/>
              </a:rPr>
              <a:t>    char ground[18];</a:t>
            </a:r>
          </a:p>
          <a:p>
            <a:r>
              <a:rPr lang="en-IN" sz="1600" dirty="0">
                <a:latin typeface="Bell MT" panose="02020503060305020303" pitchFamily="18" charset="0"/>
              </a:rPr>
              <a:t>    int result;</a:t>
            </a:r>
          </a:p>
          <a:p>
            <a:r>
              <a:rPr lang="en-IN" sz="1600" dirty="0">
                <a:latin typeface="Bell MT" panose="02020503060305020303" pitchFamily="18" charset="0"/>
              </a:rPr>
              <a:t>}match[4] = {</a:t>
            </a:r>
          </a:p>
          <a:p>
            <a:r>
              <a:rPr lang="en-IN" sz="1600" dirty="0">
                <a:latin typeface="Bell MT" panose="02020503060305020303" pitchFamily="18" charset="0"/>
              </a:rPr>
              <a:t>              {"IND","AUS","PUNE",1},</a:t>
            </a:r>
          </a:p>
          <a:p>
            <a:r>
              <a:rPr lang="en-IN" sz="1600" dirty="0">
                <a:latin typeface="Bell MT" panose="02020503060305020303" pitchFamily="18" charset="0"/>
              </a:rPr>
              <a:t>              {"IND","PAK","NAGPUR",1},</a:t>
            </a:r>
          </a:p>
          <a:p>
            <a:r>
              <a:rPr lang="en-IN" sz="1600" dirty="0">
                <a:latin typeface="Bell MT" panose="02020503060305020303" pitchFamily="18" charset="0"/>
              </a:rPr>
              <a:t>              {"IND","NZ","MUMBAI",0},</a:t>
            </a:r>
          </a:p>
          <a:p>
            <a:r>
              <a:rPr lang="en-IN" sz="1600" dirty="0">
                <a:latin typeface="Bell MT" panose="02020503060305020303" pitchFamily="18" charset="0"/>
              </a:rPr>
              <a:t>              {"IND","SA","DELHI",1}</a:t>
            </a:r>
          </a:p>
          <a:p>
            <a:r>
              <a:rPr lang="en-IN" sz="1600" dirty="0">
                <a:latin typeface="Bell MT" panose="02020503060305020303" pitchFamily="18" charset="0"/>
              </a:rPr>
              <a:t>            };</a:t>
            </a:r>
          </a:p>
          <a:p>
            <a:r>
              <a:rPr lang="en-US" sz="1600" dirty="0">
                <a:latin typeface="Bell MT" panose="02020503060305020303" pitchFamily="18" charset="0"/>
              </a:rPr>
              <a:t>int main()</a:t>
            </a:r>
          </a:p>
          <a:p>
            <a:r>
              <a:rPr lang="en-US" sz="1600" dirty="0">
                <a:latin typeface="Bell MT" panose="02020503060305020303" pitchFamily="18" charset="0"/>
              </a:rPr>
              <a:t>{</a:t>
            </a:r>
          </a:p>
          <a:p>
            <a:r>
              <a:rPr lang="en-US" sz="1600" dirty="0">
                <a:latin typeface="Bell MT" panose="02020503060305020303" pitchFamily="18" charset="0"/>
              </a:rPr>
              <a:t>     struct Cricket *</a:t>
            </a:r>
            <a:r>
              <a:rPr lang="en-US" sz="1600" dirty="0" err="1">
                <a:latin typeface="Bell MT" panose="02020503060305020303" pitchFamily="18" charset="0"/>
              </a:rPr>
              <a:t>ptr</a:t>
            </a:r>
            <a:r>
              <a:rPr lang="en-US" sz="1600" dirty="0">
                <a:latin typeface="Bell MT" panose="02020503060305020303" pitchFamily="18" charset="0"/>
              </a:rPr>
              <a:t> = match;</a:t>
            </a:r>
          </a:p>
          <a:p>
            <a:r>
              <a:rPr lang="en-US" sz="1600" dirty="0">
                <a:latin typeface="Bell MT" panose="02020503060305020303" pitchFamily="18" charset="0"/>
              </a:rPr>
              <a:t>     return 0;</a:t>
            </a:r>
          </a:p>
          <a:p>
            <a:r>
              <a:rPr lang="en-US" sz="1600" dirty="0">
                <a:latin typeface="Bell MT" panose="02020503060305020303" pitchFamily="18" charset="0"/>
              </a:rPr>
              <a:t>}</a:t>
            </a:r>
            <a:endParaRPr lang="en-IN" sz="1600" dirty="0">
              <a:latin typeface="Bell MT" panose="02020503060305020303" pitchFamily="18" charset="0"/>
            </a:endParaRPr>
          </a:p>
        </p:txBody>
      </p:sp>
      <p:pic>
        <p:nvPicPr>
          <p:cNvPr id="6" name="Picture 5"/>
          <p:cNvPicPr>
            <a:picLocks noChangeAspect="1"/>
          </p:cNvPicPr>
          <p:nvPr/>
        </p:nvPicPr>
        <p:blipFill>
          <a:blip r:embed="rId2"/>
          <a:stretch>
            <a:fillRect/>
          </a:stretch>
        </p:blipFill>
        <p:spPr>
          <a:xfrm>
            <a:off x="4067373" y="1670169"/>
            <a:ext cx="4514850" cy="2219325"/>
          </a:xfrm>
          <a:prstGeom prst="rect">
            <a:avLst/>
          </a:prstGeom>
        </p:spPr>
      </p:pic>
    </p:spTree>
    <p:extLst>
      <p:ext uri="{BB962C8B-B14F-4D97-AF65-F5344CB8AC3E}">
        <p14:creationId xmlns:p14="http://schemas.microsoft.com/office/powerpoint/2010/main" xmlns="" val="28732212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7250" y="609600"/>
            <a:ext cx="2346597" cy="2171328"/>
          </a:xfrm>
        </p:spPr>
        <p:txBody>
          <a:bodyPr/>
          <a:lstStyle/>
          <a:p>
            <a:r>
              <a:rPr lang="en-IN" dirty="0">
                <a:latin typeface="Bell MT" panose="02020503060305020303" pitchFamily="18" charset="0"/>
              </a:rPr>
              <a:t>Pointer to array of structures</a:t>
            </a: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26</a:t>
            </a:fld>
            <a:endParaRPr lang="en-US" altLang="en-US"/>
          </a:p>
        </p:txBody>
      </p:sp>
      <p:pic>
        <p:nvPicPr>
          <p:cNvPr id="3" name="Picture 2"/>
          <p:cNvPicPr>
            <a:picLocks noChangeAspect="1"/>
          </p:cNvPicPr>
          <p:nvPr/>
        </p:nvPicPr>
        <p:blipFill>
          <a:blip r:embed="rId2"/>
          <a:stretch>
            <a:fillRect/>
          </a:stretch>
        </p:blipFill>
        <p:spPr>
          <a:xfrm>
            <a:off x="3563888" y="644525"/>
            <a:ext cx="4295775" cy="5762625"/>
          </a:xfrm>
          <a:prstGeom prst="rect">
            <a:avLst/>
          </a:prstGeom>
        </p:spPr>
      </p:pic>
    </p:spTree>
    <p:extLst>
      <p:ext uri="{BB962C8B-B14F-4D97-AF65-F5344CB8AC3E}">
        <p14:creationId xmlns:p14="http://schemas.microsoft.com/office/powerpoint/2010/main" xmlns="" val="36325414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Bell MT" panose="02020503060305020303" pitchFamily="18" charset="0"/>
              </a:rPr>
              <a:t>Function returning structure</a:t>
            </a:r>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27</a:t>
            </a:fld>
            <a:endParaRPr lang="en-US" altLang="en-US"/>
          </a:p>
        </p:txBody>
      </p:sp>
      <p:sp>
        <p:nvSpPr>
          <p:cNvPr id="7" name="Content Placeholder 6"/>
          <p:cNvSpPr>
            <a:spLocks noGrp="1"/>
          </p:cNvSpPr>
          <p:nvPr>
            <p:ph idx="1"/>
          </p:nvPr>
        </p:nvSpPr>
        <p:spPr/>
        <p:txBody>
          <a:bodyPr/>
          <a:lstStyle/>
          <a:p>
            <a:r>
              <a:rPr lang="en-US" dirty="0">
                <a:latin typeface="Bell MT" panose="02020503060305020303" pitchFamily="18" charset="0"/>
              </a:rPr>
              <a:t>Refer the following programs:</a:t>
            </a:r>
          </a:p>
          <a:p>
            <a:pPr lvl="1"/>
            <a:r>
              <a:rPr lang="en-US" dirty="0" err="1">
                <a:latin typeface="Bell MT" panose="02020503060305020303" pitchFamily="18" charset="0"/>
              </a:rPr>
              <a:t>returning_structure.c</a:t>
            </a:r>
            <a:endParaRPr lang="en-US" dirty="0">
              <a:latin typeface="Bell MT" panose="02020503060305020303" pitchFamily="18" charset="0"/>
            </a:endParaRPr>
          </a:p>
        </p:txBody>
      </p:sp>
    </p:spTree>
    <p:extLst>
      <p:ext uri="{BB962C8B-B14F-4D97-AF65-F5344CB8AC3E}">
        <p14:creationId xmlns:p14="http://schemas.microsoft.com/office/powerpoint/2010/main" xmlns="" val="1845497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Union</a:t>
            </a:r>
            <a:endParaRPr lang="en-US" dirty="0"/>
          </a:p>
        </p:txBody>
      </p:sp>
      <p:sp>
        <p:nvSpPr>
          <p:cNvPr id="3" name="Content Placeholder 2"/>
          <p:cNvSpPr>
            <a:spLocks noGrp="1"/>
          </p:cNvSpPr>
          <p:nvPr>
            <p:ph idx="1"/>
          </p:nvPr>
        </p:nvSpPr>
        <p:spPr>
          <a:xfrm>
            <a:off x="857250" y="1676400"/>
            <a:ext cx="7404100" cy="4419600"/>
          </a:xfrm>
        </p:spPr>
        <p:txBody>
          <a:bodyPr/>
          <a:lstStyle/>
          <a:p>
            <a:r>
              <a:rPr lang="en-US" dirty="0" smtClean="0"/>
              <a:t>Structures allocate enough space to store all their members, whereas </a:t>
            </a:r>
            <a:r>
              <a:rPr lang="en-US" b="1" dirty="0" smtClean="0"/>
              <a:t>unions can only hold one member value at a time</a:t>
            </a:r>
            <a:r>
              <a:rPr lang="en-US" dirty="0" smtClean="0"/>
              <a:t>.</a:t>
            </a:r>
          </a:p>
          <a:p>
            <a:pPr>
              <a:buNone/>
            </a:pPr>
            <a:r>
              <a:rPr lang="en-US" dirty="0" smtClean="0"/>
              <a:t>union car </a:t>
            </a:r>
          </a:p>
          <a:p>
            <a:pPr>
              <a:buNone/>
            </a:pPr>
            <a:r>
              <a:rPr lang="en-US" dirty="0" smtClean="0"/>
              <a:t>{ </a:t>
            </a:r>
          </a:p>
          <a:p>
            <a:pPr>
              <a:buNone/>
            </a:pPr>
            <a:r>
              <a:rPr lang="en-US" dirty="0" smtClean="0"/>
              <a:t>char name[50]; </a:t>
            </a:r>
          </a:p>
          <a:p>
            <a:pPr>
              <a:buNone/>
            </a:pPr>
            <a:r>
              <a:rPr lang="en-US" dirty="0" err="1" smtClean="0"/>
              <a:t>int</a:t>
            </a:r>
            <a:r>
              <a:rPr lang="en-US" dirty="0" smtClean="0"/>
              <a:t> price; </a:t>
            </a:r>
          </a:p>
          <a:p>
            <a:pPr>
              <a:buNone/>
            </a:pPr>
            <a:r>
              <a:rPr lang="en-US" dirty="0" smtClean="0"/>
              <a:t>}</a:t>
            </a:r>
          </a:p>
          <a:p>
            <a:pPr>
              <a:buNone/>
            </a:pPr>
            <a:r>
              <a:rPr lang="en-US" dirty="0" smtClean="0"/>
              <a:t>; </a:t>
            </a:r>
          </a:p>
          <a:p>
            <a:pPr>
              <a:buNone/>
            </a:pPr>
            <a:r>
              <a:rPr lang="en-US" dirty="0" err="1" smtClean="0"/>
              <a:t>int</a:t>
            </a:r>
            <a:r>
              <a:rPr lang="en-US" dirty="0" smtClean="0"/>
              <a:t> main() { </a:t>
            </a:r>
          </a:p>
          <a:p>
            <a:pPr>
              <a:buNone/>
            </a:pPr>
            <a:r>
              <a:rPr lang="en-US" dirty="0" smtClean="0"/>
              <a:t>union car car1, car2, *car3; </a:t>
            </a:r>
          </a:p>
          <a:p>
            <a:pPr>
              <a:buNone/>
            </a:pPr>
            <a:r>
              <a:rPr lang="en-US" dirty="0" smtClean="0"/>
              <a:t>return 0; }</a:t>
            </a:r>
            <a:endParaRPr lang="en-US" dirty="0"/>
          </a:p>
        </p:txBody>
      </p:sp>
      <p:sp>
        <p:nvSpPr>
          <p:cNvPr id="4" name="Slide Number Placeholder 3"/>
          <p:cNvSpPr>
            <a:spLocks noGrp="1"/>
          </p:cNvSpPr>
          <p:nvPr>
            <p:ph type="sldNum" sz="quarter" idx="12"/>
          </p:nvPr>
        </p:nvSpPr>
        <p:spPr/>
        <p:txBody>
          <a:bodyPr/>
          <a:lstStyle/>
          <a:p>
            <a:pPr>
              <a:defRPr/>
            </a:pPr>
            <a:fld id="{30B87D24-6971-47FC-A7F7-0899C8DD5BC1}" type="slidenum">
              <a:rPr lang="en-US" altLang="en-US" smtClean="0"/>
              <a:pPr>
                <a:defRPr/>
              </a:pPr>
              <a:t>28</a:t>
            </a:fld>
            <a:endParaRPr lang="en-US"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rtlCol="0"/>
          <a:lstStyle/>
          <a:p>
            <a:pPr fontAlgn="auto">
              <a:spcAft>
                <a:spcPts val="0"/>
              </a:spcAft>
              <a:defRPr/>
            </a:pPr>
            <a:r>
              <a:rPr lang="en-IN" dirty="0"/>
              <a:t>Thank you!!!</a:t>
            </a:r>
          </a:p>
        </p:txBody>
      </p:sp>
      <p:sp>
        <p:nvSpPr>
          <p:cNvPr id="28675" name="Slide Number Placeholder 3"/>
          <p:cNvSpPr>
            <a:spLocks noGrp="1"/>
          </p:cNvSpPr>
          <p:nvPr>
            <p:ph type="sldNum" sz="quarter" idx="12"/>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numCol="1" anchorCtr="0" compatLnSpc="1">
            <a:prstTxWarp prst="textNoShape">
              <a:avLst/>
            </a:prstTxWarp>
          </a:bodyPr>
          <a:lstStyle>
            <a:lvl1pPr>
              <a:defRPr kumimoji="1" sz="3200">
                <a:solidFill>
                  <a:schemeClr val="tx1"/>
                </a:solidFill>
                <a:latin typeface="Tahoma" panose="020B0604030504040204" pitchFamily="34" charset="0"/>
              </a:defRPr>
            </a:lvl1pPr>
            <a:lvl2pPr marL="742950" indent="-285750">
              <a:defRPr kumimoji="1" sz="3200">
                <a:solidFill>
                  <a:schemeClr val="tx1"/>
                </a:solidFill>
                <a:latin typeface="Tahoma" panose="020B0604030504040204" pitchFamily="34" charset="0"/>
              </a:defRPr>
            </a:lvl2pPr>
            <a:lvl3pPr marL="1143000" indent="-228600">
              <a:defRPr kumimoji="1" sz="3200">
                <a:solidFill>
                  <a:schemeClr val="tx1"/>
                </a:solidFill>
                <a:latin typeface="Tahoma" panose="020B0604030504040204" pitchFamily="34" charset="0"/>
              </a:defRPr>
            </a:lvl3pPr>
            <a:lvl4pPr marL="1600200" indent="-228600">
              <a:defRPr kumimoji="1" sz="3200">
                <a:solidFill>
                  <a:schemeClr val="tx1"/>
                </a:solidFill>
                <a:latin typeface="Tahoma" panose="020B0604030504040204" pitchFamily="34" charset="0"/>
              </a:defRPr>
            </a:lvl4pPr>
            <a:lvl5pPr marL="2057400" indent="-228600">
              <a:defRPr kumimoji="1" sz="32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32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32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32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3200">
                <a:solidFill>
                  <a:schemeClr val="tx1"/>
                </a:solidFill>
                <a:latin typeface="Tahoma" panose="020B0604030504040204" pitchFamily="34" charset="0"/>
              </a:defRPr>
            </a:lvl9pPr>
          </a:lstStyle>
          <a:p>
            <a:fld id="{295CE29E-C614-45D6-AA19-62AF855E5243}" type="slidenum">
              <a:rPr lang="en-US" altLang="en-US" sz="1000">
                <a:solidFill>
                  <a:schemeClr val="accent1"/>
                </a:solidFill>
              </a:rPr>
              <a:pPr/>
              <a:t>29</a:t>
            </a:fld>
            <a:endParaRPr lang="en-US" altLang="en-US" sz="1000">
              <a:solidFill>
                <a:schemeClr val="accent1"/>
              </a:solidFill>
            </a:endParaRPr>
          </a:p>
        </p:txBody>
      </p:sp>
    </p:spTree>
  </p:cSld>
  <p:clrMapOvr>
    <a:masterClrMapping/>
  </p:clrMapOvr>
</p:sld>
</file>

<file path=ppt/theme/theme1.xml><?xml version="1.0" encoding="utf-8"?>
<a:theme xmlns:a="http://schemas.openxmlformats.org/drawingml/2006/main" name="Basis">
  <a:themeElements>
    <a:clrScheme name="Basis">
      <a:dk1>
        <a:srgbClr val="000000"/>
      </a:dk1>
      <a:lt1>
        <a:sysClr val="window" lastClr="FFFFFF"/>
      </a:lt1>
      <a:dk2>
        <a:srgbClr val="5E5E5E"/>
      </a:dk2>
      <a:lt2>
        <a:srgbClr val="DDDDDD"/>
      </a:lt2>
      <a:accent1>
        <a:srgbClr val="DF5327"/>
      </a:accent1>
      <a:accent2>
        <a:srgbClr val="A6B727"/>
      </a:accent2>
      <a:accent3>
        <a:srgbClr val="FE9E00"/>
      </a:accent3>
      <a:accent4>
        <a:srgbClr val="418AB3"/>
      </a:accent4>
      <a:accent5>
        <a:srgbClr val="D7D447"/>
      </a:accent5>
      <a:accent6>
        <a:srgbClr val="838383"/>
      </a:accent6>
      <a:hlink>
        <a:srgbClr val="F59E00"/>
      </a:hlink>
      <a:folHlink>
        <a:srgbClr val="B2B2B2"/>
      </a:folHlink>
    </a:clrScheme>
    <a:fontScheme name="Basis">
      <a:majorFont>
        <a:latin typeface="Corbel"/>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xmlns="" name="Basis" id="{5665723A-49BA-4B57-8411-A56F8F207965}" vid="{446C221D-F63F-4DD8-B509-CFE168687BF2}"/>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Basis</Template>
  <TotalTime>7833</TotalTime>
  <Words>1773</Words>
  <Application>Microsoft Office PowerPoint</Application>
  <PresentationFormat>On-screen Show (4:3)</PresentationFormat>
  <Paragraphs>310</Paragraphs>
  <Slides>29</Slides>
  <Notes>0</Notes>
  <HiddenSlides>0</HiddenSlides>
  <MMClips>0</MMClips>
  <ScaleCrop>false</ScaleCrop>
  <HeadingPairs>
    <vt:vector size="4" baseType="variant">
      <vt:variant>
        <vt:lpstr>Theme</vt:lpstr>
      </vt:variant>
      <vt:variant>
        <vt:i4>1</vt:i4>
      </vt:variant>
      <vt:variant>
        <vt:lpstr>Slide Titles</vt:lpstr>
      </vt:variant>
      <vt:variant>
        <vt:i4>29</vt:i4>
      </vt:variant>
    </vt:vector>
  </HeadingPairs>
  <TitlesOfParts>
    <vt:vector size="30" baseType="lpstr">
      <vt:lpstr>Basis</vt:lpstr>
      <vt:lpstr>Chapter:  Structure</vt:lpstr>
      <vt:lpstr>What is structure? </vt:lpstr>
      <vt:lpstr>Structure Definition </vt:lpstr>
      <vt:lpstr>Structure Variable Declaration </vt:lpstr>
      <vt:lpstr>Structure Variable Declaration </vt:lpstr>
      <vt:lpstr>Accessing members of a structure</vt:lpstr>
      <vt:lpstr>Using typedef while using structure</vt:lpstr>
      <vt:lpstr>Structure initialization</vt:lpstr>
      <vt:lpstr>Structure initialization</vt:lpstr>
      <vt:lpstr>Size of Structure</vt:lpstr>
      <vt:lpstr>Size of Structure</vt:lpstr>
      <vt:lpstr>Array of structures</vt:lpstr>
      <vt:lpstr>Nested Structures</vt:lpstr>
      <vt:lpstr>Nested Structures</vt:lpstr>
      <vt:lpstr>Passing structure to function</vt:lpstr>
      <vt:lpstr>Passing structure by value</vt:lpstr>
      <vt:lpstr>Passing structure by value</vt:lpstr>
      <vt:lpstr>Passing structure by reference</vt:lpstr>
      <vt:lpstr>Passing structure by reference</vt:lpstr>
      <vt:lpstr>Passing structure by reference</vt:lpstr>
      <vt:lpstr>Structure and Pointer</vt:lpstr>
      <vt:lpstr>Accessing structure's member through pointer</vt:lpstr>
      <vt:lpstr>Accessing structure's member through pointer</vt:lpstr>
      <vt:lpstr>Pointer to array of structures</vt:lpstr>
      <vt:lpstr>Pointer to array of structures</vt:lpstr>
      <vt:lpstr>Pointer to array of structures</vt:lpstr>
      <vt:lpstr>Function returning structure</vt:lpstr>
      <vt:lpstr>Union</vt:lpstr>
      <vt:lpstr>Thank you!!!</vt:lpstr>
    </vt:vector>
  </TitlesOfParts>
  <Company>IIT Guwahati</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 Programming</dc:title>
  <dc:subject>Lecture Notes on C Programming</dc:subject>
  <dc:creator>charu</dc:creator>
  <cp:lastModifiedBy>Abc</cp:lastModifiedBy>
  <cp:revision>457</cp:revision>
  <dcterms:created xsi:type="dcterms:W3CDTF">2000-12-14T03:41:37Z</dcterms:created>
  <dcterms:modified xsi:type="dcterms:W3CDTF">2022-05-26T06:17:28Z</dcterms:modified>
</cp:coreProperties>
</file>