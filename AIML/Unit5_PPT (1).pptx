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1" r:id="rId2"/>
  </p:sldMasterIdLst>
  <p:notesMasterIdLst>
    <p:notesMasterId r:id="rId26"/>
  </p:notesMasterIdLst>
  <p:sldIdLst>
    <p:sldId id="256" r:id="rId3"/>
    <p:sldId id="431" r:id="rId4"/>
    <p:sldId id="432" r:id="rId5"/>
    <p:sldId id="530" r:id="rId6"/>
    <p:sldId id="433" r:id="rId7"/>
    <p:sldId id="434" r:id="rId8"/>
    <p:sldId id="531" r:id="rId9"/>
    <p:sldId id="532" r:id="rId10"/>
    <p:sldId id="533" r:id="rId11"/>
    <p:sldId id="534" r:id="rId12"/>
    <p:sldId id="535" r:id="rId13"/>
    <p:sldId id="536" r:id="rId14"/>
    <p:sldId id="435" r:id="rId15"/>
    <p:sldId id="537" r:id="rId16"/>
    <p:sldId id="538" r:id="rId17"/>
    <p:sldId id="539" r:id="rId18"/>
    <p:sldId id="540" r:id="rId19"/>
    <p:sldId id="436" r:id="rId20"/>
    <p:sldId id="437" r:id="rId21"/>
    <p:sldId id="438" r:id="rId22"/>
    <p:sldId id="541" r:id="rId23"/>
    <p:sldId id="529" r:id="rId24"/>
    <p:sldId id="271" r:id="rId25"/>
  </p:sldIdLst>
  <p:sldSz cx="10080625" cy="7559675"/>
  <p:notesSz cx="7772400" cy="10058400"/>
  <p:defaultTextStyle>
    <a:defPPr>
      <a:defRPr lang="en-GB"/>
    </a:defPPr>
    <a:lvl1pPr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1pPr>
    <a:lvl2pPr marL="742950" indent="-28575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2pPr>
    <a:lvl3pPr marL="1143000" indent="-22860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3pPr>
    <a:lvl4pPr marL="1600200" indent="-22860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4pPr>
    <a:lvl5pPr marL="2057400" indent="-228600" algn="l" defTabSz="457200" rtl="0" eaLnBrk="0" fontAlgn="base" hangingPunct="0">
      <a:spcBef>
        <a:spcPct val="0"/>
      </a:spcBef>
      <a:spcAft>
        <a:spcPct val="0"/>
      </a:spcAft>
      <a:defRPr kern="1200">
        <a:solidFill>
          <a:schemeClr val="bg1"/>
        </a:solidFill>
        <a:latin typeface="Arial" panose="020B0604020202020204" pitchFamily="34" charset="0"/>
        <a:ea typeface="Microsoft YaHei" panose="020B0503020204020204" pitchFamily="34" charset="-122"/>
        <a:cs typeface="+mn-cs"/>
      </a:defRPr>
    </a:lvl5pPr>
    <a:lvl6pPr marL="22860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6pPr>
    <a:lvl7pPr marL="27432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7pPr>
    <a:lvl8pPr marL="32004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8pPr>
    <a:lvl9pPr marL="3657600" algn="l" defTabSz="914400" rtl="0" eaLnBrk="1" latinLnBrk="0" hangingPunct="1">
      <a:defRPr kern="1200">
        <a:solidFill>
          <a:schemeClr val="bg1"/>
        </a:solidFill>
        <a:latin typeface="Arial" panose="020B060402020202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6" d="100"/>
          <a:sy n="56" d="100"/>
        </p:scale>
        <p:origin x="1416" y="44"/>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AutoShape 1">
            <a:extLst>
              <a:ext uri="{FF2B5EF4-FFF2-40B4-BE49-F238E27FC236}">
                <a16:creationId xmlns:a16="http://schemas.microsoft.com/office/drawing/2014/main" id="{E31DEC60-0D0B-4E3E-A736-65A848C86DC6}"/>
              </a:ext>
            </a:extLst>
          </p:cNvPr>
          <p:cNvSpPr>
            <a:spLocks noChangeArrowheads="1"/>
          </p:cNvSpPr>
          <p:nvPr/>
        </p:nvSpPr>
        <p:spPr bwMode="auto">
          <a:xfrm>
            <a:off x="0" y="0"/>
            <a:ext cx="7772400" cy="10058400"/>
          </a:xfrm>
          <a:prstGeom prst="roundRect">
            <a:avLst>
              <a:gd name="adj" fmla="val 19"/>
            </a:avLst>
          </a:prstGeom>
          <a:solidFill>
            <a:srgbClr val="FFFFFF"/>
          </a:solidFill>
          <a:ln>
            <a:noFill/>
          </a:ln>
          <a:effectLst/>
          <a:extLst>
            <a:ext uri="{91240B29-F687-4F45-9708-019B960494DF}">
              <a14:hiddenLine xmlns:a14="http://schemas.microsoft.com/office/drawing/2010/main" w="936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2051" name="AutoShape 2">
            <a:extLst>
              <a:ext uri="{FF2B5EF4-FFF2-40B4-BE49-F238E27FC236}">
                <a16:creationId xmlns:a16="http://schemas.microsoft.com/office/drawing/2014/main" id="{F609E108-B8B6-4CD2-9842-536B61323B32}"/>
              </a:ext>
            </a:extLst>
          </p:cNvPr>
          <p:cNvSpPr>
            <a:spLocks noChangeArrowheads="1"/>
          </p:cNvSpPr>
          <p:nvPr/>
        </p:nvSpPr>
        <p:spPr bwMode="auto">
          <a:xfrm>
            <a:off x="0" y="0"/>
            <a:ext cx="7772400" cy="10058400"/>
          </a:xfrm>
          <a:prstGeom prst="roundRect">
            <a:avLst>
              <a:gd name="adj" fmla="val 19"/>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a:lnSpc>
                <a:spcPct val="93000"/>
              </a:lnSpc>
              <a:buClr>
                <a:srgbClr val="000000"/>
              </a:buClr>
              <a:buSzPct val="100000"/>
              <a:buFont typeface="Times New Roman" panose="02020603050405020304" pitchFamily="18" charset="0"/>
              <a:buNone/>
            </a:pPr>
            <a:endParaRPr lang="en-IN" altLang="en-US"/>
          </a:p>
        </p:txBody>
      </p:sp>
      <p:sp>
        <p:nvSpPr>
          <p:cNvPr id="2052" name="Rectangle 3">
            <a:extLst>
              <a:ext uri="{FF2B5EF4-FFF2-40B4-BE49-F238E27FC236}">
                <a16:creationId xmlns:a16="http://schemas.microsoft.com/office/drawing/2014/main" id="{9612151B-99CA-4D64-A569-6DD400942656}"/>
              </a:ext>
            </a:extLst>
          </p:cNvPr>
          <p:cNvSpPr>
            <a:spLocks noGrp="1" noRot="1" noChangeAspect="1" noChangeArrowheads="1"/>
          </p:cNvSpPr>
          <p:nvPr>
            <p:ph type="sldImg"/>
          </p:nvPr>
        </p:nvSpPr>
        <p:spPr bwMode="auto">
          <a:xfrm>
            <a:off x="1371600" y="763588"/>
            <a:ext cx="5024438" cy="3767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2" name="Rectangle 4">
            <a:extLst>
              <a:ext uri="{FF2B5EF4-FFF2-40B4-BE49-F238E27FC236}">
                <a16:creationId xmlns:a16="http://schemas.microsoft.com/office/drawing/2014/main" id="{80A4AEDE-9663-4794-BF70-0945C1317B02}"/>
              </a:ext>
            </a:extLst>
          </p:cNvPr>
          <p:cNvSpPr>
            <a:spLocks noGrp="1" noChangeArrowheads="1"/>
          </p:cNvSpPr>
          <p:nvPr>
            <p:ph type="body"/>
          </p:nvPr>
        </p:nvSpPr>
        <p:spPr bwMode="auto">
          <a:xfrm>
            <a:off x="777875" y="4776788"/>
            <a:ext cx="6213475" cy="4521200"/>
          </a:xfrm>
          <a:prstGeom prst="rect">
            <a:avLst/>
          </a:prstGeom>
          <a:noFill/>
          <a:ln>
            <a:noFill/>
          </a:ln>
          <a:effectLst/>
        </p:spPr>
        <p:txBody>
          <a:bodyPr vert="horz" wrap="square" lIns="0" tIns="0" rIns="0" bIns="0" numCol="1" anchor="t" anchorCtr="0" compatLnSpc="1">
            <a:prstTxWarp prst="textNoShape">
              <a:avLst/>
            </a:prstTxWarp>
          </a:bodyPr>
          <a:lstStyle/>
          <a:p>
            <a:pPr lvl="0"/>
            <a:endParaRPr lang="en-US" altLang="en-US" noProof="0"/>
          </a:p>
        </p:txBody>
      </p:sp>
      <p:sp>
        <p:nvSpPr>
          <p:cNvPr id="2053" name="Rectangle 5">
            <a:extLst>
              <a:ext uri="{FF2B5EF4-FFF2-40B4-BE49-F238E27FC236}">
                <a16:creationId xmlns:a16="http://schemas.microsoft.com/office/drawing/2014/main" id="{CBBE7EED-BC6B-4B32-9760-D7225D209D91}"/>
              </a:ext>
            </a:extLst>
          </p:cNvPr>
          <p:cNvSpPr>
            <a:spLocks noGrp="1" noChangeArrowheads="1"/>
          </p:cNvSpPr>
          <p:nvPr>
            <p:ph type="hdr"/>
          </p:nvPr>
        </p:nvSpPr>
        <p:spPr bwMode="auto">
          <a:xfrm>
            <a:off x="0" y="0"/>
            <a:ext cx="3368675" cy="498475"/>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5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itchFamily="16" charset="0"/>
                <a:ea typeface="Microsoft YaHei" charset="-122"/>
                <a:cs typeface="Arial Unicode MS" charset="0"/>
              </a:defRPr>
            </a:lvl1pPr>
          </a:lstStyle>
          <a:p>
            <a:pPr>
              <a:defRPr/>
            </a:pPr>
            <a:endParaRPr lang="en-US" altLang="en-US"/>
          </a:p>
        </p:txBody>
      </p:sp>
      <p:sp>
        <p:nvSpPr>
          <p:cNvPr id="2054" name="Rectangle 6">
            <a:extLst>
              <a:ext uri="{FF2B5EF4-FFF2-40B4-BE49-F238E27FC236}">
                <a16:creationId xmlns:a16="http://schemas.microsoft.com/office/drawing/2014/main" id="{AFAD6C71-F3EA-4105-8C37-4BE86E128186}"/>
              </a:ext>
            </a:extLst>
          </p:cNvPr>
          <p:cNvSpPr>
            <a:spLocks noGrp="1" noChangeArrowheads="1"/>
          </p:cNvSpPr>
          <p:nvPr>
            <p:ph type="dt"/>
          </p:nvPr>
        </p:nvSpPr>
        <p:spPr bwMode="auto">
          <a:xfrm>
            <a:off x="4398963" y="0"/>
            <a:ext cx="3368675" cy="498475"/>
          </a:xfrm>
          <a:prstGeom prst="rect">
            <a:avLst/>
          </a:prstGeom>
          <a:noFill/>
          <a:ln>
            <a:noFill/>
          </a:ln>
          <a:effectLst/>
        </p:spPr>
        <p:txBody>
          <a:bodyPr vert="horz" wrap="square" lIns="0" tIns="0" rIns="0" bIns="0" numCol="1" anchor="t" anchorCtr="0" compatLnSpc="1">
            <a:prstTxWarp prst="textNoShape">
              <a:avLst/>
            </a:prstTxWarp>
          </a:bodyPr>
          <a:lstStyle>
            <a:lvl1pPr algn="r" eaLnBrk="1">
              <a:lnSpc>
                <a:spcPct val="95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itchFamily="16" charset="0"/>
                <a:ea typeface="Microsoft YaHei" charset="-122"/>
                <a:cs typeface="Arial Unicode MS" charset="0"/>
              </a:defRPr>
            </a:lvl1pPr>
          </a:lstStyle>
          <a:p>
            <a:pPr>
              <a:defRPr/>
            </a:pPr>
            <a:endParaRPr lang="en-US" altLang="en-US"/>
          </a:p>
        </p:txBody>
      </p:sp>
      <p:sp>
        <p:nvSpPr>
          <p:cNvPr id="2055" name="Rectangle 7">
            <a:extLst>
              <a:ext uri="{FF2B5EF4-FFF2-40B4-BE49-F238E27FC236}">
                <a16:creationId xmlns:a16="http://schemas.microsoft.com/office/drawing/2014/main" id="{75167BD0-18D4-4CCB-89AA-BFE05949C9E9}"/>
              </a:ext>
            </a:extLst>
          </p:cNvPr>
          <p:cNvSpPr>
            <a:spLocks noGrp="1" noChangeArrowheads="1"/>
          </p:cNvSpPr>
          <p:nvPr>
            <p:ph type="ftr"/>
          </p:nvPr>
        </p:nvSpPr>
        <p:spPr bwMode="auto">
          <a:xfrm>
            <a:off x="0" y="9555163"/>
            <a:ext cx="3368675" cy="498475"/>
          </a:xfrm>
          <a:prstGeom prst="rect">
            <a:avLst/>
          </a:prstGeom>
          <a:noFill/>
          <a:ln>
            <a:noFill/>
          </a:ln>
          <a:effectLst/>
        </p:spPr>
        <p:txBody>
          <a:bodyPr vert="horz" wrap="square" lIns="0" tIns="0" rIns="0" bIns="0" numCol="1" anchor="b" anchorCtr="0" compatLnSpc="1">
            <a:prstTxWarp prst="textNoShape">
              <a:avLst/>
            </a:prstTxWarp>
          </a:bodyPr>
          <a:lstStyle>
            <a:lvl1pPr eaLnBrk="1">
              <a:lnSpc>
                <a:spcPct val="95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itchFamily="16" charset="0"/>
                <a:ea typeface="Microsoft YaHei" charset="-122"/>
                <a:cs typeface="Arial Unicode MS" charset="0"/>
              </a:defRPr>
            </a:lvl1pPr>
          </a:lstStyle>
          <a:p>
            <a:pPr>
              <a:defRPr/>
            </a:pPr>
            <a:endParaRPr lang="en-US" altLang="en-US"/>
          </a:p>
        </p:txBody>
      </p:sp>
      <p:sp>
        <p:nvSpPr>
          <p:cNvPr id="2056" name="Rectangle 8">
            <a:extLst>
              <a:ext uri="{FF2B5EF4-FFF2-40B4-BE49-F238E27FC236}">
                <a16:creationId xmlns:a16="http://schemas.microsoft.com/office/drawing/2014/main" id="{8DB0A514-4FB7-4C29-9325-FF3DBA829E2C}"/>
              </a:ext>
            </a:extLst>
          </p:cNvPr>
          <p:cNvSpPr>
            <a:spLocks noGrp="1" noChangeArrowheads="1"/>
          </p:cNvSpPr>
          <p:nvPr>
            <p:ph type="sldNum"/>
          </p:nvPr>
        </p:nvSpPr>
        <p:spPr bwMode="auto">
          <a:xfrm>
            <a:off x="4398963" y="9555163"/>
            <a:ext cx="3368675" cy="498475"/>
          </a:xfrm>
          <a:prstGeom prst="rect">
            <a:avLst/>
          </a:prstGeom>
          <a:noFill/>
          <a:ln>
            <a:noFill/>
          </a:ln>
          <a:effectLst/>
        </p:spPr>
        <p:txBody>
          <a:bodyPr vert="horz" wrap="square" lIns="0" tIns="0" rIns="0" bIns="0" numCol="1" anchor="b" anchorCtr="0" compatLnSpc="1">
            <a:prstTxWarp prst="textNoShape">
              <a:avLst/>
            </a:prstTxWarp>
          </a:bodyPr>
          <a:lstStyle>
            <a:lvl1pPr algn="r" eaLnBrk="1">
              <a:lnSpc>
                <a:spcPct val="95000"/>
              </a:lnSpc>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400">
                <a:solidFill>
                  <a:srgbClr val="000000"/>
                </a:solidFill>
                <a:latin typeface="Times New Roman" panose="02020603050405020304" pitchFamily="18" charset="0"/>
                <a:ea typeface="Arial Unicode MS" pitchFamily="34" charset="-128"/>
              </a:defRPr>
            </a:lvl1pPr>
          </a:lstStyle>
          <a:p>
            <a:pPr>
              <a:defRPr/>
            </a:pPr>
            <a:fld id="{110BD0DF-1081-4250-A734-F6D5AF97883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8">
            <a:extLst>
              <a:ext uri="{FF2B5EF4-FFF2-40B4-BE49-F238E27FC236}">
                <a16:creationId xmlns:a16="http://schemas.microsoft.com/office/drawing/2014/main" id="{9CCB4FE2-3237-4725-A01F-8C24218D34D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167FF5A0-F7FB-48D6-B9A4-68A2847A7FE9}" type="slidenum">
              <a:rPr lang="en-US" altLang="en-US" sz="1400" smtClean="0"/>
              <a:pPr>
                <a:spcBef>
                  <a:spcPct val="0"/>
                </a:spcBef>
                <a:buClrTx/>
                <a:buFontTx/>
                <a:buNone/>
              </a:pPr>
              <a:t>1</a:t>
            </a:fld>
            <a:endParaRPr lang="en-US" altLang="en-US" sz="1400"/>
          </a:p>
        </p:txBody>
      </p:sp>
      <p:sp>
        <p:nvSpPr>
          <p:cNvPr id="4099" name="Rectangle 1">
            <a:extLst>
              <a:ext uri="{FF2B5EF4-FFF2-40B4-BE49-F238E27FC236}">
                <a16:creationId xmlns:a16="http://schemas.microsoft.com/office/drawing/2014/main" id="{EC72F8B1-815B-4913-AACF-830C19747199}"/>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00" name="Rectangle 2">
            <a:extLst>
              <a:ext uri="{FF2B5EF4-FFF2-40B4-BE49-F238E27FC236}">
                <a16:creationId xmlns:a16="http://schemas.microsoft.com/office/drawing/2014/main" id="{50AF4452-3B7D-4AEB-ABB8-EFFCE3AD0C98}"/>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8">
            <a:extLst>
              <a:ext uri="{FF2B5EF4-FFF2-40B4-BE49-F238E27FC236}">
                <a16:creationId xmlns:a16="http://schemas.microsoft.com/office/drawing/2014/main" id="{F38A087F-45F4-4837-AAC8-1EB6D9BD4DBF}"/>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4A1BFD48-8F88-4458-84ED-D30BB0A71177}" type="slidenum">
              <a:rPr lang="en-US" altLang="en-US" sz="1400" smtClean="0"/>
              <a:pPr>
                <a:spcBef>
                  <a:spcPct val="0"/>
                </a:spcBef>
                <a:buClrTx/>
                <a:buFontTx/>
                <a:buNone/>
              </a:pPr>
              <a:t>22</a:t>
            </a:fld>
            <a:endParaRPr lang="en-US" altLang="en-US" sz="1400"/>
          </a:p>
        </p:txBody>
      </p:sp>
      <p:sp>
        <p:nvSpPr>
          <p:cNvPr id="6147" name="Rectangle 1">
            <a:extLst>
              <a:ext uri="{FF2B5EF4-FFF2-40B4-BE49-F238E27FC236}">
                <a16:creationId xmlns:a16="http://schemas.microsoft.com/office/drawing/2014/main" id="{D4C9C2E9-0031-4CE4-925B-062979E38AFA}"/>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8" name="Rectangle 2">
            <a:extLst>
              <a:ext uri="{FF2B5EF4-FFF2-40B4-BE49-F238E27FC236}">
                <a16:creationId xmlns:a16="http://schemas.microsoft.com/office/drawing/2014/main" id="{626AE3C3-D943-46FC-BEDB-A3F95CAC1B94}"/>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95271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8">
            <a:extLst>
              <a:ext uri="{FF2B5EF4-FFF2-40B4-BE49-F238E27FC236}">
                <a16:creationId xmlns:a16="http://schemas.microsoft.com/office/drawing/2014/main" id="{188A08AB-A7CA-4BBD-A72E-5C040F573E9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1200">
                <a:solidFill>
                  <a:srgbClr val="000000"/>
                </a:solidFill>
                <a:latin typeface="Times New Roman" panose="02020603050405020304" pitchFamily="18" charset="0"/>
              </a:defRPr>
            </a:lvl9pPr>
          </a:lstStyle>
          <a:p>
            <a:pPr>
              <a:spcBef>
                <a:spcPct val="0"/>
              </a:spcBef>
              <a:buClrTx/>
              <a:buFontTx/>
              <a:buNone/>
            </a:pPr>
            <a:fld id="{64E649AE-43B0-4867-AC31-3E75E49D93B3}" type="slidenum">
              <a:rPr lang="en-US" altLang="en-US" sz="1400" smtClean="0"/>
              <a:pPr>
                <a:spcBef>
                  <a:spcPct val="0"/>
                </a:spcBef>
                <a:buClrTx/>
                <a:buFontTx/>
                <a:buNone/>
              </a:pPr>
              <a:t>23</a:t>
            </a:fld>
            <a:endParaRPr lang="en-US" altLang="en-US" sz="1400"/>
          </a:p>
        </p:txBody>
      </p:sp>
      <p:sp>
        <p:nvSpPr>
          <p:cNvPr id="24579" name="Rectangle 1">
            <a:extLst>
              <a:ext uri="{FF2B5EF4-FFF2-40B4-BE49-F238E27FC236}">
                <a16:creationId xmlns:a16="http://schemas.microsoft.com/office/drawing/2014/main" id="{2E77992C-F847-40DA-ABC9-5234500FE326}"/>
              </a:ext>
            </a:extLst>
          </p:cNvPr>
          <p:cNvSpPr>
            <a:spLocks noGrp="1" noRot="1" noChangeAspect="1" noChangeArrowheads="1" noTextEdit="1"/>
          </p:cNvSpPr>
          <p:nvPr>
            <p:ph type="sldImg"/>
          </p:nvPr>
        </p:nvSpPr>
        <p:spPr>
          <a:xfrm>
            <a:off x="1371600" y="763588"/>
            <a:ext cx="5029200" cy="37719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80" name="Rectangle 2">
            <a:extLst>
              <a:ext uri="{FF2B5EF4-FFF2-40B4-BE49-F238E27FC236}">
                <a16:creationId xmlns:a16="http://schemas.microsoft.com/office/drawing/2014/main" id="{CBC2D068-B534-4479-945A-74ECD251C4DF}"/>
              </a:ext>
            </a:extLst>
          </p:cNvPr>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a:t>Click to edit Master title style</a:t>
            </a:r>
            <a:endParaRPr lang="en-IN"/>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
        <p:nvSpPr>
          <p:cNvPr id="4" name="Rectangle 3">
            <a:extLst>
              <a:ext uri="{FF2B5EF4-FFF2-40B4-BE49-F238E27FC236}">
                <a16:creationId xmlns:a16="http://schemas.microsoft.com/office/drawing/2014/main" id="{77B508CD-E5D5-4A12-ABED-60D24BE12B6F}"/>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53E87952-3DBC-472A-A92E-04AF6B9B6E9E}"/>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CBE307C1-4322-4220-BC35-E4D57B6DF00E}"/>
              </a:ext>
            </a:extLst>
          </p:cNvPr>
          <p:cNvSpPr>
            <a:spLocks noGrp="1" noChangeArrowheads="1"/>
          </p:cNvSpPr>
          <p:nvPr>
            <p:ph type="sldNum" idx="12"/>
          </p:nvPr>
        </p:nvSpPr>
        <p:spPr>
          <a:ln/>
        </p:spPr>
        <p:txBody>
          <a:bodyPr/>
          <a:lstStyle>
            <a:lvl1pPr>
              <a:defRPr/>
            </a:lvl1pPr>
          </a:lstStyle>
          <a:p>
            <a:pPr>
              <a:defRPr/>
            </a:pPr>
            <a:fld id="{3F5B2179-685A-4102-9142-5F4EC078001A}" type="slidenum">
              <a:rPr lang="en-US" altLang="en-US"/>
              <a:pPr>
                <a:defRPr/>
              </a:pPr>
              <a:t>‹#›</a:t>
            </a:fld>
            <a:endParaRPr lang="en-US" altLang="en-US"/>
          </a:p>
        </p:txBody>
      </p:sp>
    </p:spTree>
    <p:extLst>
      <p:ext uri="{BB962C8B-B14F-4D97-AF65-F5344CB8AC3E}">
        <p14:creationId xmlns:p14="http://schemas.microsoft.com/office/powerpoint/2010/main" val="17749611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E2A69515-C3B5-4007-AA54-3EE24DB92C26}"/>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E1140544-3519-43FB-B2BF-92C97C01E3B1}"/>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08041E6C-5882-4956-B898-D4BFA851F628}"/>
              </a:ext>
            </a:extLst>
          </p:cNvPr>
          <p:cNvSpPr>
            <a:spLocks noGrp="1" noChangeArrowheads="1"/>
          </p:cNvSpPr>
          <p:nvPr>
            <p:ph type="sldNum" idx="12"/>
          </p:nvPr>
        </p:nvSpPr>
        <p:spPr>
          <a:ln/>
        </p:spPr>
        <p:txBody>
          <a:bodyPr/>
          <a:lstStyle>
            <a:lvl1pPr>
              <a:defRPr/>
            </a:lvl1pPr>
          </a:lstStyle>
          <a:p>
            <a:pPr>
              <a:defRPr/>
            </a:pPr>
            <a:fld id="{32D72775-3CAE-4E73-9B06-4CE1DBB3EEC0}" type="slidenum">
              <a:rPr lang="en-US" altLang="en-US"/>
              <a:pPr>
                <a:defRPr/>
              </a:pPr>
              <a:t>‹#›</a:t>
            </a:fld>
            <a:endParaRPr lang="en-US" altLang="en-US"/>
          </a:p>
        </p:txBody>
      </p:sp>
    </p:spTree>
    <p:extLst>
      <p:ext uri="{BB962C8B-B14F-4D97-AF65-F5344CB8AC3E}">
        <p14:creationId xmlns:p14="http://schemas.microsoft.com/office/powerpoint/2010/main" val="3515396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89821F26-A995-43E1-8D29-6F20E1C5509E}"/>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902053F3-CAAA-4CDB-AF97-58FF2F567DB7}"/>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FC020DB4-9195-4DA9-B565-B5877C3E8262}"/>
              </a:ext>
            </a:extLst>
          </p:cNvPr>
          <p:cNvSpPr>
            <a:spLocks noGrp="1" noChangeArrowheads="1"/>
          </p:cNvSpPr>
          <p:nvPr>
            <p:ph type="sldNum" idx="12"/>
          </p:nvPr>
        </p:nvSpPr>
        <p:spPr>
          <a:ln/>
        </p:spPr>
        <p:txBody>
          <a:bodyPr/>
          <a:lstStyle>
            <a:lvl1pPr>
              <a:defRPr/>
            </a:lvl1pPr>
          </a:lstStyle>
          <a:p>
            <a:pPr>
              <a:defRPr/>
            </a:pPr>
            <a:fld id="{96E3841E-FE72-4175-B512-D3BC4D76DB3D}" type="slidenum">
              <a:rPr lang="en-US" altLang="en-US"/>
              <a:pPr>
                <a:defRPr/>
              </a:pPr>
              <a:t>‹#›</a:t>
            </a:fld>
            <a:endParaRPr lang="en-US" altLang="en-US"/>
          </a:p>
        </p:txBody>
      </p:sp>
    </p:spTree>
    <p:extLst>
      <p:ext uri="{BB962C8B-B14F-4D97-AF65-F5344CB8AC3E}">
        <p14:creationId xmlns:p14="http://schemas.microsoft.com/office/powerpoint/2010/main" val="2681196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503238" y="1768475"/>
            <a:ext cx="4456112" cy="4984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5111750" y="1768475"/>
            <a:ext cx="4457700" cy="4984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3">
            <a:extLst>
              <a:ext uri="{FF2B5EF4-FFF2-40B4-BE49-F238E27FC236}">
                <a16:creationId xmlns:a16="http://schemas.microsoft.com/office/drawing/2014/main" id="{AA6FADB8-A618-4FB8-9D12-2CAD609B77CE}"/>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6" name="Rectangle 4">
            <a:extLst>
              <a:ext uri="{FF2B5EF4-FFF2-40B4-BE49-F238E27FC236}">
                <a16:creationId xmlns:a16="http://schemas.microsoft.com/office/drawing/2014/main" id="{A060B11D-6E6C-4C28-BC77-76F27C1B612E}"/>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7" name="Rectangle 5">
            <a:extLst>
              <a:ext uri="{FF2B5EF4-FFF2-40B4-BE49-F238E27FC236}">
                <a16:creationId xmlns:a16="http://schemas.microsoft.com/office/drawing/2014/main" id="{B6F9C64F-DBDB-4734-B138-14C51C73E96E}"/>
              </a:ext>
            </a:extLst>
          </p:cNvPr>
          <p:cNvSpPr>
            <a:spLocks noGrp="1" noChangeArrowheads="1"/>
          </p:cNvSpPr>
          <p:nvPr>
            <p:ph type="sldNum" idx="12"/>
          </p:nvPr>
        </p:nvSpPr>
        <p:spPr>
          <a:ln/>
        </p:spPr>
        <p:txBody>
          <a:bodyPr/>
          <a:lstStyle>
            <a:lvl1pPr>
              <a:defRPr/>
            </a:lvl1pPr>
          </a:lstStyle>
          <a:p>
            <a:pPr>
              <a:defRPr/>
            </a:pPr>
            <a:fld id="{863DC294-B1EB-42B9-84A1-C299D9325CA1}" type="slidenum">
              <a:rPr lang="en-US" altLang="en-US"/>
              <a:pPr>
                <a:defRPr/>
              </a:pPr>
              <a:t>‹#›</a:t>
            </a:fld>
            <a:endParaRPr lang="en-US" altLang="en-US"/>
          </a:p>
        </p:txBody>
      </p:sp>
    </p:spTree>
    <p:extLst>
      <p:ext uri="{BB962C8B-B14F-4D97-AF65-F5344CB8AC3E}">
        <p14:creationId xmlns:p14="http://schemas.microsoft.com/office/powerpoint/2010/main" val="351124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3">
            <a:extLst>
              <a:ext uri="{FF2B5EF4-FFF2-40B4-BE49-F238E27FC236}">
                <a16:creationId xmlns:a16="http://schemas.microsoft.com/office/drawing/2014/main" id="{323B2FA5-4778-4ECD-A4AB-5630563893E7}"/>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8" name="Rectangle 4">
            <a:extLst>
              <a:ext uri="{FF2B5EF4-FFF2-40B4-BE49-F238E27FC236}">
                <a16:creationId xmlns:a16="http://schemas.microsoft.com/office/drawing/2014/main" id="{CAE40058-7022-4101-8F2F-C0E1AED5783A}"/>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9" name="Rectangle 5">
            <a:extLst>
              <a:ext uri="{FF2B5EF4-FFF2-40B4-BE49-F238E27FC236}">
                <a16:creationId xmlns:a16="http://schemas.microsoft.com/office/drawing/2014/main" id="{4A608D8F-FFAE-4AB1-AD42-86E7D654C73A}"/>
              </a:ext>
            </a:extLst>
          </p:cNvPr>
          <p:cNvSpPr>
            <a:spLocks noGrp="1" noChangeArrowheads="1"/>
          </p:cNvSpPr>
          <p:nvPr>
            <p:ph type="sldNum" idx="12"/>
          </p:nvPr>
        </p:nvSpPr>
        <p:spPr>
          <a:ln/>
        </p:spPr>
        <p:txBody>
          <a:bodyPr/>
          <a:lstStyle>
            <a:lvl1pPr>
              <a:defRPr/>
            </a:lvl1pPr>
          </a:lstStyle>
          <a:p>
            <a:pPr>
              <a:defRPr/>
            </a:pPr>
            <a:fld id="{2C92D4C7-21CE-4BD0-9E24-B3EF219961B3}" type="slidenum">
              <a:rPr lang="en-US" altLang="en-US"/>
              <a:pPr>
                <a:defRPr/>
              </a:pPr>
              <a:t>‹#›</a:t>
            </a:fld>
            <a:endParaRPr lang="en-US" altLang="en-US"/>
          </a:p>
        </p:txBody>
      </p:sp>
    </p:spTree>
    <p:extLst>
      <p:ext uri="{BB962C8B-B14F-4D97-AF65-F5344CB8AC3E}">
        <p14:creationId xmlns:p14="http://schemas.microsoft.com/office/powerpoint/2010/main" val="212970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3">
            <a:extLst>
              <a:ext uri="{FF2B5EF4-FFF2-40B4-BE49-F238E27FC236}">
                <a16:creationId xmlns:a16="http://schemas.microsoft.com/office/drawing/2014/main" id="{865B57DA-C4B0-4E3F-B7C7-F48EE9F21460}"/>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4" name="Rectangle 4">
            <a:extLst>
              <a:ext uri="{FF2B5EF4-FFF2-40B4-BE49-F238E27FC236}">
                <a16:creationId xmlns:a16="http://schemas.microsoft.com/office/drawing/2014/main" id="{B4569A77-4865-4790-83AA-4625C3FB9040}"/>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41224D9E-9A97-44D4-A48D-FF9F48AD89FB}"/>
              </a:ext>
            </a:extLst>
          </p:cNvPr>
          <p:cNvSpPr>
            <a:spLocks noGrp="1" noChangeArrowheads="1"/>
          </p:cNvSpPr>
          <p:nvPr>
            <p:ph type="sldNum" idx="12"/>
          </p:nvPr>
        </p:nvSpPr>
        <p:spPr>
          <a:ln/>
        </p:spPr>
        <p:txBody>
          <a:bodyPr/>
          <a:lstStyle>
            <a:lvl1pPr>
              <a:defRPr/>
            </a:lvl1pPr>
          </a:lstStyle>
          <a:p>
            <a:pPr>
              <a:defRPr/>
            </a:pPr>
            <a:fld id="{54AB3A26-B8F6-4BB6-9325-8E03F6C75E85}" type="slidenum">
              <a:rPr lang="en-US" altLang="en-US"/>
              <a:pPr>
                <a:defRPr/>
              </a:pPr>
              <a:t>‹#›</a:t>
            </a:fld>
            <a:endParaRPr lang="en-US" altLang="en-US"/>
          </a:p>
        </p:txBody>
      </p:sp>
    </p:spTree>
    <p:extLst>
      <p:ext uri="{BB962C8B-B14F-4D97-AF65-F5344CB8AC3E}">
        <p14:creationId xmlns:p14="http://schemas.microsoft.com/office/powerpoint/2010/main" val="1323969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69C6FB8F-1576-4797-BA61-02CB7D525D25}"/>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3" name="Rectangle 4">
            <a:extLst>
              <a:ext uri="{FF2B5EF4-FFF2-40B4-BE49-F238E27FC236}">
                <a16:creationId xmlns:a16="http://schemas.microsoft.com/office/drawing/2014/main" id="{27D804EE-F284-4A85-8210-786BAF73D908}"/>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E577E852-38BF-4EA0-B7C4-8C323683C76E}"/>
              </a:ext>
            </a:extLst>
          </p:cNvPr>
          <p:cNvSpPr>
            <a:spLocks noGrp="1" noChangeArrowheads="1"/>
          </p:cNvSpPr>
          <p:nvPr>
            <p:ph type="sldNum" idx="12"/>
          </p:nvPr>
        </p:nvSpPr>
        <p:spPr>
          <a:ln/>
        </p:spPr>
        <p:txBody>
          <a:bodyPr/>
          <a:lstStyle>
            <a:lvl1pPr>
              <a:defRPr/>
            </a:lvl1pPr>
          </a:lstStyle>
          <a:p>
            <a:pPr>
              <a:defRPr/>
            </a:pPr>
            <a:fld id="{D45C810F-49B3-40CF-9EE9-07B30723345B}" type="slidenum">
              <a:rPr lang="en-US" altLang="en-US"/>
              <a:pPr>
                <a:defRPr/>
              </a:pPr>
              <a:t>‹#›</a:t>
            </a:fld>
            <a:endParaRPr lang="en-US" altLang="en-US"/>
          </a:p>
        </p:txBody>
      </p:sp>
    </p:spTree>
    <p:extLst>
      <p:ext uri="{BB962C8B-B14F-4D97-AF65-F5344CB8AC3E}">
        <p14:creationId xmlns:p14="http://schemas.microsoft.com/office/powerpoint/2010/main" val="1469538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A20F4B11-18D4-496B-AA38-3205B2C05A88}"/>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6" name="Rectangle 4">
            <a:extLst>
              <a:ext uri="{FF2B5EF4-FFF2-40B4-BE49-F238E27FC236}">
                <a16:creationId xmlns:a16="http://schemas.microsoft.com/office/drawing/2014/main" id="{346B361C-47D3-43F2-B9A3-A2D761BB84F2}"/>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7" name="Rectangle 5">
            <a:extLst>
              <a:ext uri="{FF2B5EF4-FFF2-40B4-BE49-F238E27FC236}">
                <a16:creationId xmlns:a16="http://schemas.microsoft.com/office/drawing/2014/main" id="{3ED74EC2-EF4E-4D81-9DB4-10F33A4BAFD4}"/>
              </a:ext>
            </a:extLst>
          </p:cNvPr>
          <p:cNvSpPr>
            <a:spLocks noGrp="1" noChangeArrowheads="1"/>
          </p:cNvSpPr>
          <p:nvPr>
            <p:ph type="sldNum" idx="12"/>
          </p:nvPr>
        </p:nvSpPr>
        <p:spPr>
          <a:ln/>
        </p:spPr>
        <p:txBody>
          <a:bodyPr/>
          <a:lstStyle>
            <a:lvl1pPr>
              <a:defRPr/>
            </a:lvl1pPr>
          </a:lstStyle>
          <a:p>
            <a:pPr>
              <a:defRPr/>
            </a:pPr>
            <a:fld id="{8433DE2A-E9EF-4E13-80DC-5055A4C25FDD}" type="slidenum">
              <a:rPr lang="en-US" altLang="en-US"/>
              <a:pPr>
                <a:defRPr/>
              </a:pPr>
              <a:t>‹#›</a:t>
            </a:fld>
            <a:endParaRPr lang="en-US" altLang="en-US"/>
          </a:p>
        </p:txBody>
      </p:sp>
    </p:spTree>
    <p:extLst>
      <p:ext uri="{BB962C8B-B14F-4D97-AF65-F5344CB8AC3E}">
        <p14:creationId xmlns:p14="http://schemas.microsoft.com/office/powerpoint/2010/main" val="1194931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2DD49552-8997-4F98-8D6F-2EB8E9E59E37}"/>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6" name="Rectangle 4">
            <a:extLst>
              <a:ext uri="{FF2B5EF4-FFF2-40B4-BE49-F238E27FC236}">
                <a16:creationId xmlns:a16="http://schemas.microsoft.com/office/drawing/2014/main" id="{1B9B1A3B-4DC1-4923-B2E8-0746687DFC16}"/>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7" name="Rectangle 5">
            <a:extLst>
              <a:ext uri="{FF2B5EF4-FFF2-40B4-BE49-F238E27FC236}">
                <a16:creationId xmlns:a16="http://schemas.microsoft.com/office/drawing/2014/main" id="{8E07E6F4-E11A-4E17-AFE2-4445D491A7E4}"/>
              </a:ext>
            </a:extLst>
          </p:cNvPr>
          <p:cNvSpPr>
            <a:spLocks noGrp="1" noChangeArrowheads="1"/>
          </p:cNvSpPr>
          <p:nvPr>
            <p:ph type="sldNum" idx="12"/>
          </p:nvPr>
        </p:nvSpPr>
        <p:spPr>
          <a:ln/>
        </p:spPr>
        <p:txBody>
          <a:bodyPr/>
          <a:lstStyle>
            <a:lvl1pPr>
              <a:defRPr/>
            </a:lvl1pPr>
          </a:lstStyle>
          <a:p>
            <a:pPr>
              <a:defRPr/>
            </a:pPr>
            <a:fld id="{D3CE427A-F0D1-49A2-84F3-9DFC478F660E}" type="slidenum">
              <a:rPr lang="en-US" altLang="en-US"/>
              <a:pPr>
                <a:defRPr/>
              </a:pPr>
              <a:t>‹#›</a:t>
            </a:fld>
            <a:endParaRPr lang="en-US" altLang="en-US"/>
          </a:p>
        </p:txBody>
      </p:sp>
    </p:spTree>
    <p:extLst>
      <p:ext uri="{BB962C8B-B14F-4D97-AF65-F5344CB8AC3E}">
        <p14:creationId xmlns:p14="http://schemas.microsoft.com/office/powerpoint/2010/main" val="1159730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D2E4BD96-AE0A-4AEB-81BB-AA68200A27CD}"/>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07FA2AE3-0806-4347-9EAB-AE1A0832AB07}"/>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6E7F7516-7F6A-47B1-9725-9136849768C4}"/>
              </a:ext>
            </a:extLst>
          </p:cNvPr>
          <p:cNvSpPr>
            <a:spLocks noGrp="1" noChangeArrowheads="1"/>
          </p:cNvSpPr>
          <p:nvPr>
            <p:ph type="sldNum" idx="12"/>
          </p:nvPr>
        </p:nvSpPr>
        <p:spPr>
          <a:ln/>
        </p:spPr>
        <p:txBody>
          <a:bodyPr/>
          <a:lstStyle>
            <a:lvl1pPr>
              <a:defRPr/>
            </a:lvl1pPr>
          </a:lstStyle>
          <a:p>
            <a:pPr>
              <a:defRPr/>
            </a:pPr>
            <a:fld id="{FCD4FBCB-E9CB-42CA-AF36-93C3F0130187}" type="slidenum">
              <a:rPr lang="en-US" altLang="en-US"/>
              <a:pPr>
                <a:defRPr/>
              </a:pPr>
              <a:t>‹#›</a:t>
            </a:fld>
            <a:endParaRPr lang="en-US" altLang="en-US"/>
          </a:p>
        </p:txBody>
      </p:sp>
    </p:spTree>
    <p:extLst>
      <p:ext uri="{BB962C8B-B14F-4D97-AF65-F5344CB8AC3E}">
        <p14:creationId xmlns:p14="http://schemas.microsoft.com/office/powerpoint/2010/main" val="3337315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4088" y="301625"/>
            <a:ext cx="2265362" cy="64516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503238" y="301625"/>
            <a:ext cx="6648450" cy="6451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3">
            <a:extLst>
              <a:ext uri="{FF2B5EF4-FFF2-40B4-BE49-F238E27FC236}">
                <a16:creationId xmlns:a16="http://schemas.microsoft.com/office/drawing/2014/main" id="{1FE380B4-6B46-4207-A760-93D0B247973F}"/>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5" name="Rectangle 4">
            <a:extLst>
              <a:ext uri="{FF2B5EF4-FFF2-40B4-BE49-F238E27FC236}">
                <a16:creationId xmlns:a16="http://schemas.microsoft.com/office/drawing/2014/main" id="{1F638CBD-D550-49BE-8D59-9F1FE4A06022}"/>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78BAE22C-96CE-4123-9B8F-013E2C7FE813}"/>
              </a:ext>
            </a:extLst>
          </p:cNvPr>
          <p:cNvSpPr>
            <a:spLocks noGrp="1" noChangeArrowheads="1"/>
          </p:cNvSpPr>
          <p:nvPr>
            <p:ph type="sldNum" idx="12"/>
          </p:nvPr>
        </p:nvSpPr>
        <p:spPr>
          <a:ln/>
        </p:spPr>
        <p:txBody>
          <a:bodyPr/>
          <a:lstStyle>
            <a:lvl1pPr>
              <a:defRPr/>
            </a:lvl1pPr>
          </a:lstStyle>
          <a:p>
            <a:pPr>
              <a:defRPr/>
            </a:pPr>
            <a:fld id="{7BDA954C-593C-4269-A421-3301F7DFBF56}" type="slidenum">
              <a:rPr lang="en-US" altLang="en-US"/>
              <a:pPr>
                <a:defRPr/>
              </a:pPr>
              <a:t>‹#›</a:t>
            </a:fld>
            <a:endParaRPr lang="en-US" altLang="en-US"/>
          </a:p>
        </p:txBody>
      </p:sp>
    </p:spTree>
    <p:extLst>
      <p:ext uri="{BB962C8B-B14F-4D97-AF65-F5344CB8AC3E}">
        <p14:creationId xmlns:p14="http://schemas.microsoft.com/office/powerpoint/2010/main" val="26915862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3238" y="301625"/>
            <a:ext cx="9066212" cy="1257300"/>
          </a:xfrm>
        </p:spPr>
        <p:txBody>
          <a:bodyPr/>
          <a:lstStyle/>
          <a:p>
            <a:r>
              <a:rPr lang="en-US"/>
              <a:t>Click to edit Master title style</a:t>
            </a:r>
            <a:endParaRPr lang="en-IN"/>
          </a:p>
        </p:txBody>
      </p:sp>
      <p:sp>
        <p:nvSpPr>
          <p:cNvPr id="3" name="Rectangle 3">
            <a:extLst>
              <a:ext uri="{FF2B5EF4-FFF2-40B4-BE49-F238E27FC236}">
                <a16:creationId xmlns:a16="http://schemas.microsoft.com/office/drawing/2014/main" id="{31744DCE-80C5-45AA-BF71-2B5515D328B1}"/>
              </a:ext>
            </a:extLst>
          </p:cNvPr>
          <p:cNvSpPr>
            <a:spLocks noGrp="1" noChangeArrowheads="1"/>
          </p:cNvSpPr>
          <p:nvPr>
            <p:ph type="dt" idx="10"/>
          </p:nvPr>
        </p:nvSpPr>
        <p:spPr>
          <a:ln/>
        </p:spPr>
        <p:txBody>
          <a:bodyPr/>
          <a:lstStyle>
            <a:lvl1pPr>
              <a:defRPr/>
            </a:lvl1pPr>
          </a:lstStyle>
          <a:p>
            <a:pPr>
              <a:defRPr/>
            </a:pPr>
            <a:endParaRPr lang="en-US" altLang="en-US"/>
          </a:p>
        </p:txBody>
      </p:sp>
      <p:sp>
        <p:nvSpPr>
          <p:cNvPr id="4" name="Rectangle 4">
            <a:extLst>
              <a:ext uri="{FF2B5EF4-FFF2-40B4-BE49-F238E27FC236}">
                <a16:creationId xmlns:a16="http://schemas.microsoft.com/office/drawing/2014/main" id="{4364D06A-6276-4A04-BE0F-3A04E8EC11AE}"/>
              </a:ext>
            </a:extLst>
          </p:cNvPr>
          <p:cNvSpPr>
            <a:spLocks noGrp="1" noChangeArrowheads="1"/>
          </p:cNvSpPr>
          <p:nvPr>
            <p:ph type="ftr" idx="11"/>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A3A2B9C9-910D-4B03-9013-6C4571B46ACD}"/>
              </a:ext>
            </a:extLst>
          </p:cNvPr>
          <p:cNvSpPr>
            <a:spLocks noGrp="1" noChangeArrowheads="1"/>
          </p:cNvSpPr>
          <p:nvPr>
            <p:ph type="sldNum" idx="12"/>
          </p:nvPr>
        </p:nvSpPr>
        <p:spPr>
          <a:ln/>
        </p:spPr>
        <p:txBody>
          <a:bodyPr/>
          <a:lstStyle>
            <a:lvl1pPr>
              <a:defRPr/>
            </a:lvl1pPr>
          </a:lstStyle>
          <a:p>
            <a:pPr>
              <a:defRPr/>
            </a:pPr>
            <a:fld id="{B18BE9D1-3BD5-4545-B599-82A0A5C2D351}" type="slidenum">
              <a:rPr lang="en-US" altLang="en-US"/>
              <a:pPr>
                <a:defRPr/>
              </a:pPr>
              <a:t>‹#›</a:t>
            </a:fld>
            <a:endParaRPr lang="en-US" altLang="en-US"/>
          </a:p>
        </p:txBody>
      </p:sp>
    </p:spTree>
    <p:extLst>
      <p:ext uri="{BB962C8B-B14F-4D97-AF65-F5344CB8AC3E}">
        <p14:creationId xmlns:p14="http://schemas.microsoft.com/office/powerpoint/2010/main" val="3605443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6047" y="2348400"/>
            <a:ext cx="8568531" cy="1620430"/>
          </a:xfrm>
        </p:spPr>
        <p:txBody>
          <a:bodyPr/>
          <a:lstStyle/>
          <a:p>
            <a:r>
              <a:rPr lang="en-US"/>
              <a:t>Click to edit Master title style</a:t>
            </a:r>
          </a:p>
        </p:txBody>
      </p:sp>
      <p:sp>
        <p:nvSpPr>
          <p:cNvPr id="3" name="Subtitle 2"/>
          <p:cNvSpPr>
            <a:spLocks noGrp="1"/>
          </p:cNvSpPr>
          <p:nvPr>
            <p:ph type="subTitle" idx="1"/>
          </p:nvPr>
        </p:nvSpPr>
        <p:spPr>
          <a:xfrm>
            <a:off x="1512094" y="4283816"/>
            <a:ext cx="7056438" cy="1931917"/>
          </a:xfrm>
        </p:spPr>
        <p:txBody>
          <a:bodyPr/>
          <a:lstStyle>
            <a:lvl1pPr marL="0" indent="0" algn="ctr">
              <a:buNone/>
              <a:defRPr>
                <a:solidFill>
                  <a:schemeClr val="tx1">
                    <a:tint val="75000"/>
                  </a:schemeClr>
                </a:solidFill>
              </a:defRPr>
            </a:lvl1pPr>
            <a:lvl2pPr marL="503972" indent="0" algn="ctr">
              <a:buNone/>
              <a:defRPr>
                <a:solidFill>
                  <a:schemeClr val="tx1">
                    <a:tint val="75000"/>
                  </a:schemeClr>
                </a:solidFill>
              </a:defRPr>
            </a:lvl2pPr>
            <a:lvl3pPr marL="1007943" indent="0" algn="ctr">
              <a:buNone/>
              <a:defRPr>
                <a:solidFill>
                  <a:schemeClr val="tx1">
                    <a:tint val="75000"/>
                  </a:schemeClr>
                </a:solidFill>
              </a:defRPr>
            </a:lvl3pPr>
            <a:lvl4pPr marL="1511915" indent="0" algn="ctr">
              <a:buNone/>
              <a:defRPr>
                <a:solidFill>
                  <a:schemeClr val="tx1">
                    <a:tint val="75000"/>
                  </a:schemeClr>
                </a:solidFill>
              </a:defRPr>
            </a:lvl4pPr>
            <a:lvl5pPr marL="2015886" indent="0" algn="ctr">
              <a:buNone/>
              <a:defRPr>
                <a:solidFill>
                  <a:schemeClr val="tx1">
                    <a:tint val="75000"/>
                  </a:schemeClr>
                </a:solidFill>
              </a:defRPr>
            </a:lvl5pPr>
            <a:lvl6pPr marL="2519858" indent="0" algn="ctr">
              <a:buNone/>
              <a:defRPr>
                <a:solidFill>
                  <a:schemeClr val="tx1">
                    <a:tint val="75000"/>
                  </a:schemeClr>
                </a:solidFill>
              </a:defRPr>
            </a:lvl6pPr>
            <a:lvl7pPr marL="3023829" indent="0" algn="ctr">
              <a:buNone/>
              <a:defRPr>
                <a:solidFill>
                  <a:schemeClr val="tx1">
                    <a:tint val="75000"/>
                  </a:schemeClr>
                </a:solidFill>
              </a:defRPr>
            </a:lvl7pPr>
            <a:lvl8pPr marL="3527801" indent="0" algn="ctr">
              <a:buNone/>
              <a:defRPr>
                <a:solidFill>
                  <a:schemeClr val="tx1">
                    <a:tint val="75000"/>
                  </a:schemeClr>
                </a:solidFill>
              </a:defRPr>
            </a:lvl8pPr>
            <a:lvl9pPr marL="403177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E160946-8346-421F-AA60-81BC93D4AD7F}" type="datetime1">
              <a:rPr lang="en-US"/>
              <a:pPr>
                <a:defRPr/>
              </a:pPr>
              <a:t>5/28/2023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37DD83F5-003F-49EA-A1CD-229CCBBBEB8B}" type="slidenum">
              <a:rPr lang="en-US" altLang="en-US"/>
              <a:pPr/>
              <a:t>‹#›</a:t>
            </a:fld>
            <a:endParaRPr lang="en-US" altLang="en-US"/>
          </a:p>
        </p:txBody>
      </p:sp>
    </p:spTree>
    <p:extLst>
      <p:ext uri="{BB962C8B-B14F-4D97-AF65-F5344CB8AC3E}">
        <p14:creationId xmlns:p14="http://schemas.microsoft.com/office/powerpoint/2010/main" val="2022966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538CE8-3E11-4F09-B888-DB2BA8A72DAC}" type="datetime1">
              <a:rPr lang="en-US"/>
              <a:pPr>
                <a:defRPr/>
              </a:pPr>
              <a:t>5/28/2023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ABAAFA7D-6ABC-4212-A7A7-BEEED8253075}" type="slidenum">
              <a:rPr lang="en-US" altLang="en-US"/>
              <a:pPr/>
              <a:t>‹#›</a:t>
            </a:fld>
            <a:endParaRPr lang="en-US" altLang="en-US"/>
          </a:p>
        </p:txBody>
      </p:sp>
    </p:spTree>
    <p:extLst>
      <p:ext uri="{BB962C8B-B14F-4D97-AF65-F5344CB8AC3E}">
        <p14:creationId xmlns:p14="http://schemas.microsoft.com/office/powerpoint/2010/main" val="15974538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300" y="4857792"/>
            <a:ext cx="8568531" cy="1501435"/>
          </a:xfrm>
        </p:spPr>
        <p:txBody>
          <a:bodyPr anchor="t"/>
          <a:lstStyle>
            <a:lvl1pPr algn="l">
              <a:defRPr sz="4409" b="1" cap="all"/>
            </a:lvl1pPr>
          </a:lstStyle>
          <a:p>
            <a:r>
              <a:rPr lang="en-US"/>
              <a:t>Click to edit Master title style</a:t>
            </a:r>
          </a:p>
        </p:txBody>
      </p:sp>
      <p:sp>
        <p:nvSpPr>
          <p:cNvPr id="3" name="Text Placeholder 2"/>
          <p:cNvSpPr>
            <a:spLocks noGrp="1"/>
          </p:cNvSpPr>
          <p:nvPr>
            <p:ph type="body" idx="1"/>
          </p:nvPr>
        </p:nvSpPr>
        <p:spPr>
          <a:xfrm>
            <a:off x="796300" y="3204114"/>
            <a:ext cx="8568531" cy="1653678"/>
          </a:xfrm>
        </p:spPr>
        <p:txBody>
          <a:bodyPr anchor="b"/>
          <a:lstStyle>
            <a:lvl1pPr marL="0" indent="0">
              <a:buNone/>
              <a:defRPr sz="2205">
                <a:solidFill>
                  <a:schemeClr val="tx1">
                    <a:tint val="75000"/>
                  </a:schemeClr>
                </a:solidFill>
              </a:defRPr>
            </a:lvl1pPr>
            <a:lvl2pPr marL="503972" indent="0">
              <a:buNone/>
              <a:defRPr sz="1984">
                <a:solidFill>
                  <a:schemeClr val="tx1">
                    <a:tint val="75000"/>
                  </a:schemeClr>
                </a:solidFill>
              </a:defRPr>
            </a:lvl2pPr>
            <a:lvl3pPr marL="1007943" indent="0">
              <a:buNone/>
              <a:defRPr sz="1764">
                <a:solidFill>
                  <a:schemeClr val="tx1">
                    <a:tint val="75000"/>
                  </a:schemeClr>
                </a:solidFill>
              </a:defRPr>
            </a:lvl3pPr>
            <a:lvl4pPr marL="1511915" indent="0">
              <a:buNone/>
              <a:defRPr sz="1543">
                <a:solidFill>
                  <a:schemeClr val="tx1">
                    <a:tint val="75000"/>
                  </a:schemeClr>
                </a:solidFill>
              </a:defRPr>
            </a:lvl4pPr>
            <a:lvl5pPr marL="2015886" indent="0">
              <a:buNone/>
              <a:defRPr sz="1543">
                <a:solidFill>
                  <a:schemeClr val="tx1">
                    <a:tint val="75000"/>
                  </a:schemeClr>
                </a:solidFill>
              </a:defRPr>
            </a:lvl5pPr>
            <a:lvl6pPr marL="2519858" indent="0">
              <a:buNone/>
              <a:defRPr sz="1543">
                <a:solidFill>
                  <a:schemeClr val="tx1">
                    <a:tint val="75000"/>
                  </a:schemeClr>
                </a:solidFill>
              </a:defRPr>
            </a:lvl6pPr>
            <a:lvl7pPr marL="3023829" indent="0">
              <a:buNone/>
              <a:defRPr sz="1543">
                <a:solidFill>
                  <a:schemeClr val="tx1">
                    <a:tint val="75000"/>
                  </a:schemeClr>
                </a:solidFill>
              </a:defRPr>
            </a:lvl7pPr>
            <a:lvl8pPr marL="3527801" indent="0">
              <a:buNone/>
              <a:defRPr sz="1543">
                <a:solidFill>
                  <a:schemeClr val="tx1">
                    <a:tint val="75000"/>
                  </a:schemeClr>
                </a:solidFill>
              </a:defRPr>
            </a:lvl8pPr>
            <a:lvl9pPr marL="4031772" indent="0">
              <a:buNone/>
              <a:defRPr sz="15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F447199-28F7-40A3-A151-F22C754B26B5}" type="datetime1">
              <a:rPr lang="en-US"/>
              <a:pPr>
                <a:defRPr/>
              </a:pPr>
              <a:t>5/28/2023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08FFBE4C-17A1-4E29-883B-643C18450301}" type="slidenum">
              <a:rPr lang="en-US" altLang="en-US"/>
              <a:pPr/>
              <a:t>‹#›</a:t>
            </a:fld>
            <a:endParaRPr lang="en-US" altLang="en-US"/>
          </a:p>
        </p:txBody>
      </p:sp>
    </p:spTree>
    <p:extLst>
      <p:ext uri="{BB962C8B-B14F-4D97-AF65-F5344CB8AC3E}">
        <p14:creationId xmlns:p14="http://schemas.microsoft.com/office/powerpoint/2010/main" val="346437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4031" y="1763925"/>
            <a:ext cx="4452276" cy="4989036"/>
          </a:xfrm>
        </p:spPr>
        <p:txBody>
          <a:bodyPr/>
          <a:lstStyle>
            <a:lvl1pPr>
              <a:defRPr sz="3086"/>
            </a:lvl1pPr>
            <a:lvl2pPr>
              <a:defRPr sz="2646"/>
            </a:lvl2pPr>
            <a:lvl3pPr>
              <a:defRPr sz="2205"/>
            </a:lvl3pPr>
            <a:lvl4pPr>
              <a:defRPr sz="1984"/>
            </a:lvl4pPr>
            <a:lvl5pPr>
              <a:defRPr sz="1984"/>
            </a:lvl5pPr>
            <a:lvl6pPr>
              <a:defRPr sz="1984"/>
            </a:lvl6pPr>
            <a:lvl7pPr>
              <a:defRPr sz="1984"/>
            </a:lvl7pPr>
            <a:lvl8pPr>
              <a:defRPr sz="1984"/>
            </a:lvl8pPr>
            <a:lvl9pPr>
              <a:defRPr sz="198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24318" y="1763925"/>
            <a:ext cx="4452276" cy="4989036"/>
          </a:xfrm>
        </p:spPr>
        <p:txBody>
          <a:bodyPr/>
          <a:lstStyle>
            <a:lvl1pPr>
              <a:defRPr sz="3086"/>
            </a:lvl1pPr>
            <a:lvl2pPr>
              <a:defRPr sz="2646"/>
            </a:lvl2pPr>
            <a:lvl3pPr>
              <a:defRPr sz="2205"/>
            </a:lvl3pPr>
            <a:lvl4pPr>
              <a:defRPr sz="1984"/>
            </a:lvl4pPr>
            <a:lvl5pPr>
              <a:defRPr sz="1984"/>
            </a:lvl5pPr>
            <a:lvl6pPr>
              <a:defRPr sz="1984"/>
            </a:lvl6pPr>
            <a:lvl7pPr>
              <a:defRPr sz="1984"/>
            </a:lvl7pPr>
            <a:lvl8pPr>
              <a:defRPr sz="1984"/>
            </a:lvl8pPr>
            <a:lvl9pPr>
              <a:defRPr sz="198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80130731-B40B-4200-A980-697F1C11DE5E}" type="datetime1">
              <a:rPr lang="en-US"/>
              <a:pPr>
                <a:defRPr/>
              </a:pPr>
              <a:t>5/28/2023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5A5CD453-5E2D-4368-A93F-B592C6D35776}" type="slidenum">
              <a:rPr lang="en-US" altLang="en-US"/>
              <a:pPr/>
              <a:t>‹#›</a:t>
            </a:fld>
            <a:endParaRPr lang="en-US" altLang="en-US"/>
          </a:p>
        </p:txBody>
      </p:sp>
    </p:spTree>
    <p:extLst>
      <p:ext uri="{BB962C8B-B14F-4D97-AF65-F5344CB8AC3E}">
        <p14:creationId xmlns:p14="http://schemas.microsoft.com/office/powerpoint/2010/main" val="3473931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4031" y="1692178"/>
            <a:ext cx="4454027" cy="705219"/>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4" name="Content Placeholder 3"/>
          <p:cNvSpPr>
            <a:spLocks noGrp="1"/>
          </p:cNvSpPr>
          <p:nvPr>
            <p:ph sz="half" idx="2"/>
          </p:nvPr>
        </p:nvSpPr>
        <p:spPr>
          <a:xfrm>
            <a:off x="504031" y="2397397"/>
            <a:ext cx="4454027" cy="4355563"/>
          </a:xfrm>
        </p:spPr>
        <p:txBody>
          <a:bodyPr/>
          <a:lstStyle>
            <a:lvl1pPr>
              <a:defRPr sz="2646"/>
            </a:lvl1pPr>
            <a:lvl2pPr>
              <a:defRPr sz="2205"/>
            </a:lvl2pPr>
            <a:lvl3pPr>
              <a:defRPr sz="1984"/>
            </a:lvl3pPr>
            <a:lvl4pPr>
              <a:defRPr sz="1764"/>
            </a:lvl4pPr>
            <a:lvl5pPr>
              <a:defRPr sz="1764"/>
            </a:lvl5pPr>
            <a:lvl6pPr>
              <a:defRPr sz="1764"/>
            </a:lvl6pPr>
            <a:lvl7pPr>
              <a:defRPr sz="1764"/>
            </a:lvl7pPr>
            <a:lvl8pPr>
              <a:defRPr sz="1764"/>
            </a:lvl8pPr>
            <a:lvl9pPr>
              <a:defRPr sz="176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20818" y="1692178"/>
            <a:ext cx="4455776" cy="705219"/>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Click to edit Master text styles</a:t>
            </a:r>
          </a:p>
        </p:txBody>
      </p:sp>
      <p:sp>
        <p:nvSpPr>
          <p:cNvPr id="6" name="Content Placeholder 5"/>
          <p:cNvSpPr>
            <a:spLocks noGrp="1"/>
          </p:cNvSpPr>
          <p:nvPr>
            <p:ph sz="quarter" idx="4"/>
          </p:nvPr>
        </p:nvSpPr>
        <p:spPr>
          <a:xfrm>
            <a:off x="5120818" y="2397397"/>
            <a:ext cx="4455776" cy="4355563"/>
          </a:xfrm>
        </p:spPr>
        <p:txBody>
          <a:bodyPr/>
          <a:lstStyle>
            <a:lvl1pPr>
              <a:defRPr sz="2646"/>
            </a:lvl1pPr>
            <a:lvl2pPr>
              <a:defRPr sz="2205"/>
            </a:lvl2pPr>
            <a:lvl3pPr>
              <a:defRPr sz="1984"/>
            </a:lvl3pPr>
            <a:lvl4pPr>
              <a:defRPr sz="1764"/>
            </a:lvl4pPr>
            <a:lvl5pPr>
              <a:defRPr sz="1764"/>
            </a:lvl5pPr>
            <a:lvl6pPr>
              <a:defRPr sz="1764"/>
            </a:lvl6pPr>
            <a:lvl7pPr>
              <a:defRPr sz="1764"/>
            </a:lvl7pPr>
            <a:lvl8pPr>
              <a:defRPr sz="1764"/>
            </a:lvl8pPr>
            <a:lvl9pPr>
              <a:defRPr sz="176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047191A0-ED9C-4C9F-A53C-FB2EC745354E}" type="datetime1">
              <a:rPr lang="en-US"/>
              <a:pPr>
                <a:defRPr/>
              </a:pPr>
              <a:t>5/28/2023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3A65E7AC-3147-4CE8-A316-CB203C39CB4C}" type="slidenum">
              <a:rPr lang="en-US" altLang="en-US"/>
              <a:pPr/>
              <a:t>‹#›</a:t>
            </a:fld>
            <a:endParaRPr lang="en-US" altLang="en-US"/>
          </a:p>
        </p:txBody>
      </p:sp>
    </p:spTree>
    <p:extLst>
      <p:ext uri="{BB962C8B-B14F-4D97-AF65-F5344CB8AC3E}">
        <p14:creationId xmlns:p14="http://schemas.microsoft.com/office/powerpoint/2010/main" val="4010676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BCBED651-F0C3-4B56-BCBA-A1A0FF1A44AD}" type="datetime1">
              <a:rPr lang="en-US"/>
              <a:pPr>
                <a:defRPr/>
              </a:pPr>
              <a:t>5/28/2023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50D68DCC-D154-488B-891B-B49BFE34F95B}" type="slidenum">
              <a:rPr lang="en-US" altLang="en-US"/>
              <a:pPr/>
              <a:t>‹#›</a:t>
            </a:fld>
            <a:endParaRPr lang="en-US" altLang="en-US"/>
          </a:p>
        </p:txBody>
      </p:sp>
    </p:spTree>
    <p:extLst>
      <p:ext uri="{BB962C8B-B14F-4D97-AF65-F5344CB8AC3E}">
        <p14:creationId xmlns:p14="http://schemas.microsoft.com/office/powerpoint/2010/main" val="41631693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AEFBDE6-FA6A-45BC-8A33-84995CB813D9}" type="datetime1">
              <a:rPr lang="en-US"/>
              <a:pPr>
                <a:defRPr/>
              </a:pPr>
              <a:t>5/28/2023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B2F3DF88-0450-490B-A38B-AE85696DF133}" type="slidenum">
              <a:rPr lang="en-US" altLang="en-US"/>
              <a:pPr/>
              <a:t>‹#›</a:t>
            </a:fld>
            <a:endParaRPr lang="en-US" altLang="en-US"/>
          </a:p>
        </p:txBody>
      </p:sp>
    </p:spTree>
    <p:extLst>
      <p:ext uri="{BB962C8B-B14F-4D97-AF65-F5344CB8AC3E}">
        <p14:creationId xmlns:p14="http://schemas.microsoft.com/office/powerpoint/2010/main" val="21175316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032" y="300987"/>
            <a:ext cx="3316456" cy="1280945"/>
          </a:xfrm>
        </p:spPr>
        <p:txBody>
          <a:bodyPr anchor="b"/>
          <a:lstStyle>
            <a:lvl1pPr algn="l">
              <a:defRPr sz="2205" b="1"/>
            </a:lvl1pPr>
          </a:lstStyle>
          <a:p>
            <a:r>
              <a:rPr lang="en-US"/>
              <a:t>Click to edit Master title style</a:t>
            </a:r>
          </a:p>
        </p:txBody>
      </p:sp>
      <p:sp>
        <p:nvSpPr>
          <p:cNvPr id="3" name="Content Placeholder 2"/>
          <p:cNvSpPr>
            <a:spLocks noGrp="1"/>
          </p:cNvSpPr>
          <p:nvPr>
            <p:ph idx="1"/>
          </p:nvPr>
        </p:nvSpPr>
        <p:spPr>
          <a:xfrm>
            <a:off x="3941245" y="300988"/>
            <a:ext cx="5635349" cy="6451973"/>
          </a:xfrm>
        </p:spPr>
        <p:txBody>
          <a:bodyPr/>
          <a:lstStyle>
            <a:lvl1pPr>
              <a:defRPr sz="3527"/>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4032" y="1581933"/>
            <a:ext cx="3316456" cy="5171028"/>
          </a:xfrm>
        </p:spPr>
        <p:txBody>
          <a:bodyPr/>
          <a:lstStyle>
            <a:lvl1pPr marL="0" indent="0">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4BB83CB-028B-4BF8-BC61-4C85AA8FC901}" type="datetime1">
              <a:rPr lang="en-US"/>
              <a:pPr>
                <a:defRPr/>
              </a:pPr>
              <a:t>5/28/2023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A5A6B6AC-405C-46D6-B786-B9A6FFDBA765}" type="slidenum">
              <a:rPr lang="en-US" altLang="en-US"/>
              <a:pPr/>
              <a:t>‹#›</a:t>
            </a:fld>
            <a:endParaRPr lang="en-US" altLang="en-US"/>
          </a:p>
        </p:txBody>
      </p:sp>
    </p:spTree>
    <p:extLst>
      <p:ext uri="{BB962C8B-B14F-4D97-AF65-F5344CB8AC3E}">
        <p14:creationId xmlns:p14="http://schemas.microsoft.com/office/powerpoint/2010/main" val="1230090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5873" y="5291772"/>
            <a:ext cx="6048375" cy="624724"/>
          </a:xfrm>
        </p:spPr>
        <p:txBody>
          <a:bodyPr anchor="b"/>
          <a:lstStyle>
            <a:lvl1pPr algn="l">
              <a:defRPr sz="2205" b="1"/>
            </a:lvl1pPr>
          </a:lstStyle>
          <a:p>
            <a:r>
              <a:rPr lang="en-US"/>
              <a:t>Click to edit Master title style</a:t>
            </a:r>
          </a:p>
        </p:txBody>
      </p:sp>
      <p:sp>
        <p:nvSpPr>
          <p:cNvPr id="3" name="Picture Placeholder 2"/>
          <p:cNvSpPr>
            <a:spLocks noGrp="1"/>
          </p:cNvSpPr>
          <p:nvPr>
            <p:ph type="pic" idx="1"/>
          </p:nvPr>
        </p:nvSpPr>
        <p:spPr>
          <a:xfrm>
            <a:off x="1975873" y="675471"/>
            <a:ext cx="6048375" cy="4535805"/>
          </a:xfrm>
        </p:spPr>
        <p:txBody>
          <a:bodyPr rtlCol="0">
            <a:normAutofit/>
          </a:bodyPr>
          <a:lstStyle>
            <a:lvl1pPr marL="0" indent="0">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pPr lvl="0"/>
            <a:endParaRPr lang="en-US" noProof="0"/>
          </a:p>
        </p:txBody>
      </p:sp>
      <p:sp>
        <p:nvSpPr>
          <p:cNvPr id="4" name="Text Placeholder 3"/>
          <p:cNvSpPr>
            <a:spLocks noGrp="1"/>
          </p:cNvSpPr>
          <p:nvPr>
            <p:ph type="body" sz="half" idx="2"/>
          </p:nvPr>
        </p:nvSpPr>
        <p:spPr>
          <a:xfrm>
            <a:off x="1975873" y="5916496"/>
            <a:ext cx="6048375" cy="887211"/>
          </a:xfrm>
        </p:spPr>
        <p:txBody>
          <a:bodyPr/>
          <a:lstStyle>
            <a:lvl1pPr marL="0" indent="0">
              <a:buNone/>
              <a:defRPr sz="1543"/>
            </a:lvl1pPr>
            <a:lvl2pPr marL="503972" indent="0">
              <a:buNone/>
              <a:defRPr sz="1323"/>
            </a:lvl2pPr>
            <a:lvl3pPr marL="1007943" indent="0">
              <a:buNone/>
              <a:defRPr sz="1102"/>
            </a:lvl3pPr>
            <a:lvl4pPr marL="1511915" indent="0">
              <a:buNone/>
              <a:defRPr sz="992"/>
            </a:lvl4pPr>
            <a:lvl5pPr marL="2015886" indent="0">
              <a:buNone/>
              <a:defRPr sz="992"/>
            </a:lvl5pPr>
            <a:lvl6pPr marL="2519858" indent="0">
              <a:buNone/>
              <a:defRPr sz="992"/>
            </a:lvl6pPr>
            <a:lvl7pPr marL="3023829" indent="0">
              <a:buNone/>
              <a:defRPr sz="992"/>
            </a:lvl7pPr>
            <a:lvl8pPr marL="3527801" indent="0">
              <a:buNone/>
              <a:defRPr sz="992"/>
            </a:lvl8pPr>
            <a:lvl9pPr marL="4031772" indent="0">
              <a:buNone/>
              <a:defRPr sz="992"/>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D8E0B7C-09F0-4ADF-A18B-E94DB98CB583}" type="datetime1">
              <a:rPr lang="en-US"/>
              <a:pPr>
                <a:defRPr/>
              </a:pPr>
              <a:t>5/28/2023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42CCC65-719F-41C3-BC98-B0C0ABCBA5BB}" type="slidenum">
              <a:rPr lang="en-US" altLang="en-US"/>
              <a:pPr/>
              <a:t>‹#›</a:t>
            </a:fld>
            <a:endParaRPr lang="en-US" altLang="en-US"/>
          </a:p>
        </p:txBody>
      </p:sp>
    </p:spTree>
    <p:extLst>
      <p:ext uri="{BB962C8B-B14F-4D97-AF65-F5344CB8AC3E}">
        <p14:creationId xmlns:p14="http://schemas.microsoft.com/office/powerpoint/2010/main" val="39250712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C2149CF-F3C5-43DD-9E47-811D45111A58}" type="datetime1">
              <a:rPr lang="en-US"/>
              <a:pPr>
                <a:defRPr/>
              </a:pPr>
              <a:t>5/28/2023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F8B07C1-BC7A-496B-B85F-4669B6642DF7}" type="slidenum">
              <a:rPr lang="en-US" altLang="en-US"/>
              <a:pPr/>
              <a:t>‹#›</a:t>
            </a:fld>
            <a:endParaRPr lang="en-US" altLang="en-US"/>
          </a:p>
        </p:txBody>
      </p:sp>
    </p:spTree>
    <p:extLst>
      <p:ext uri="{BB962C8B-B14F-4D97-AF65-F5344CB8AC3E}">
        <p14:creationId xmlns:p14="http://schemas.microsoft.com/office/powerpoint/2010/main" val="35570798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8453" y="302738"/>
            <a:ext cx="2268141" cy="645022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4031" y="302738"/>
            <a:ext cx="6636411" cy="64502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5E7CC37-6C1C-4252-A3F0-705DF7FD6C68}" type="datetime1">
              <a:rPr lang="en-US"/>
              <a:pPr>
                <a:defRPr/>
              </a:pPr>
              <a:t>5/28/2023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FF9E6C61-572A-4758-A2A7-60C355ADB574}" type="slidenum">
              <a:rPr lang="en-US" altLang="en-US"/>
              <a:pPr/>
              <a:t>‹#›</a:t>
            </a:fld>
            <a:endParaRPr lang="en-US" altLang="en-US"/>
          </a:p>
        </p:txBody>
      </p:sp>
    </p:spTree>
    <p:extLst>
      <p:ext uri="{BB962C8B-B14F-4D97-AF65-F5344CB8AC3E}">
        <p14:creationId xmlns:p14="http://schemas.microsoft.com/office/powerpoint/2010/main" val="15370081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3237" y="301625"/>
            <a:ext cx="9066213" cy="1257300"/>
          </a:xfrm>
        </p:spPr>
        <p:txBody>
          <a:bodyPr/>
          <a:lstStyle/>
          <a:p>
            <a:r>
              <a:rPr lang="en-US"/>
              <a:t>Click to edit Master title style</a:t>
            </a:r>
            <a:endParaRPr lang="en-IN"/>
          </a:p>
        </p:txBody>
      </p:sp>
      <p:sp>
        <p:nvSpPr>
          <p:cNvPr id="3" name="Rectangle 3"/>
          <p:cNvSpPr>
            <a:spLocks noGrp="1" noChangeArrowheads="1"/>
          </p:cNvSpPr>
          <p:nvPr>
            <p:ph type="dt" idx="10"/>
          </p:nvPr>
        </p:nvSpPr>
        <p:spPr>
          <a:ln/>
        </p:spPr>
        <p:txBody>
          <a:bodyPr/>
          <a:lstStyle>
            <a:lvl1pPr>
              <a:defRPr/>
            </a:lvl1pPr>
          </a:lstStyle>
          <a:p>
            <a:pPr>
              <a:defRPr/>
            </a:pPr>
            <a:endParaRPr lang="en-US" altLang="en-US"/>
          </a:p>
        </p:txBody>
      </p:sp>
      <p:sp>
        <p:nvSpPr>
          <p:cNvPr id="4" name="Rectangle 4"/>
          <p:cNvSpPr>
            <a:spLocks noGrp="1" noChangeArrowheads="1"/>
          </p:cNvSpPr>
          <p:nvPr>
            <p:ph type="ftr" idx="11"/>
          </p:nvPr>
        </p:nvSpPr>
        <p:spPr>
          <a:ln/>
        </p:spPr>
        <p:txBody>
          <a:bodyPr/>
          <a:lstStyle>
            <a:lvl1pPr>
              <a:defRPr/>
            </a:lvl1pPr>
          </a:lstStyle>
          <a:p>
            <a:pPr>
              <a:defRPr/>
            </a:pPr>
            <a:endParaRPr lang="en-US" altLang="en-US"/>
          </a:p>
        </p:txBody>
      </p:sp>
      <p:sp>
        <p:nvSpPr>
          <p:cNvPr id="5" name="Rectangle 5"/>
          <p:cNvSpPr>
            <a:spLocks noGrp="1" noChangeArrowheads="1"/>
          </p:cNvSpPr>
          <p:nvPr>
            <p:ph type="sldNum" idx="12"/>
          </p:nvPr>
        </p:nvSpPr>
        <p:spPr>
          <a:ln/>
        </p:spPr>
        <p:txBody>
          <a:bodyPr/>
          <a:lstStyle>
            <a:lvl1pPr>
              <a:defRPr/>
            </a:lvl1pPr>
          </a:lstStyle>
          <a:p>
            <a:pPr>
              <a:defRPr/>
            </a:pPr>
            <a:fld id="{9FDBFB69-9085-48C6-B8C7-14CA34C24CFC}" type="slidenum">
              <a:rPr lang="en-US" altLang="en-US"/>
              <a:pPr>
                <a:defRPr/>
              </a:pPr>
              <a:t>‹#›</a:t>
            </a:fld>
            <a:endParaRPr lang="en-US" altLang="en-US"/>
          </a:p>
        </p:txBody>
      </p:sp>
    </p:spTree>
    <p:extLst>
      <p:ext uri="{BB962C8B-B14F-4D97-AF65-F5344CB8AC3E}">
        <p14:creationId xmlns:p14="http://schemas.microsoft.com/office/powerpoint/2010/main" val="3133762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1ED86F3F-7AC5-4A81-A038-316A525B9FFA}"/>
              </a:ext>
            </a:extLst>
          </p:cNvPr>
          <p:cNvSpPr>
            <a:spLocks noGrp="1" noChangeArrowheads="1"/>
          </p:cNvSpPr>
          <p:nvPr>
            <p:ph type="title"/>
          </p:nvPr>
        </p:nvSpPr>
        <p:spPr bwMode="auto">
          <a:xfrm>
            <a:off x="503238" y="301625"/>
            <a:ext cx="9066212" cy="1257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1027" name="Rectangle 2">
            <a:extLst>
              <a:ext uri="{FF2B5EF4-FFF2-40B4-BE49-F238E27FC236}">
                <a16:creationId xmlns:a16="http://schemas.microsoft.com/office/drawing/2014/main" id="{DBFB1611-5667-496C-8207-78AAD19CFF26}"/>
              </a:ext>
            </a:extLst>
          </p:cNvPr>
          <p:cNvSpPr>
            <a:spLocks noGrp="1" noChangeArrowheads="1"/>
          </p:cNvSpPr>
          <p:nvPr>
            <p:ph type="body" idx="1"/>
          </p:nvPr>
        </p:nvSpPr>
        <p:spPr bwMode="auto">
          <a:xfrm>
            <a:off x="503238" y="1768475"/>
            <a:ext cx="9066212" cy="498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8080"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2" name="Rectangle 3">
            <a:extLst>
              <a:ext uri="{FF2B5EF4-FFF2-40B4-BE49-F238E27FC236}">
                <a16:creationId xmlns:a16="http://schemas.microsoft.com/office/drawing/2014/main" id="{9F2D93C4-9714-4850-BDC3-A38CE55AD0CC}"/>
              </a:ext>
            </a:extLst>
          </p:cNvPr>
          <p:cNvSpPr>
            <a:spLocks noGrp="1" noChangeArrowheads="1"/>
          </p:cNvSpPr>
          <p:nvPr>
            <p:ph type="dt"/>
          </p:nvPr>
        </p:nvSpPr>
        <p:spPr bwMode="auto">
          <a:xfrm>
            <a:off x="503238" y="6886575"/>
            <a:ext cx="2343150" cy="515938"/>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3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stStyle>
          <a:p>
            <a:pPr>
              <a:defRPr/>
            </a:pPr>
            <a:endParaRPr lang="en-US" altLang="en-US"/>
          </a:p>
        </p:txBody>
      </p:sp>
      <p:sp>
        <p:nvSpPr>
          <p:cNvPr id="1028" name="Rectangle 4">
            <a:extLst>
              <a:ext uri="{FF2B5EF4-FFF2-40B4-BE49-F238E27FC236}">
                <a16:creationId xmlns:a16="http://schemas.microsoft.com/office/drawing/2014/main" id="{032F6F69-FB64-466B-9B9C-164486FE054A}"/>
              </a:ext>
            </a:extLst>
          </p:cNvPr>
          <p:cNvSpPr>
            <a:spLocks noGrp="1" noChangeArrowheads="1"/>
          </p:cNvSpPr>
          <p:nvPr>
            <p:ph type="ftr"/>
          </p:nvPr>
        </p:nvSpPr>
        <p:spPr bwMode="auto">
          <a:xfrm>
            <a:off x="3448050" y="6886575"/>
            <a:ext cx="3190875" cy="515938"/>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3000"/>
              </a:lnSpc>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Arial" charset="0"/>
                <a:ea typeface="Microsoft YaHei" charset="-122"/>
              </a:defRPr>
            </a:lvl1pPr>
          </a:lstStyle>
          <a:p>
            <a:pPr>
              <a:defRPr/>
            </a:pPr>
            <a:endParaRPr lang="en-US" altLang="en-US"/>
          </a:p>
        </p:txBody>
      </p:sp>
      <p:sp>
        <p:nvSpPr>
          <p:cNvPr id="1029" name="Rectangle 5">
            <a:extLst>
              <a:ext uri="{FF2B5EF4-FFF2-40B4-BE49-F238E27FC236}">
                <a16:creationId xmlns:a16="http://schemas.microsoft.com/office/drawing/2014/main" id="{DF1CB92A-5D0B-488D-BC82-55B79F431C42}"/>
              </a:ext>
            </a:extLst>
          </p:cNvPr>
          <p:cNvSpPr>
            <a:spLocks noGrp="1" noChangeArrowheads="1"/>
          </p:cNvSpPr>
          <p:nvPr>
            <p:ph type="sldNum"/>
          </p:nvPr>
        </p:nvSpPr>
        <p:spPr bwMode="auto">
          <a:xfrm>
            <a:off x="7227888" y="6886575"/>
            <a:ext cx="2343150" cy="515938"/>
          </a:xfrm>
          <a:prstGeom prst="rect">
            <a:avLst/>
          </a:prstGeom>
          <a:noFill/>
          <a:ln>
            <a:noFill/>
          </a:ln>
          <a:effectLst/>
        </p:spPr>
        <p:txBody>
          <a:bodyPr vert="horz" wrap="square" lIns="0" tIns="0" rIns="0" bIns="0" numCol="1" anchor="t" anchorCtr="0" compatLnSpc="1">
            <a:prstTxWarp prst="textNoShape">
              <a:avLst/>
            </a:prstTxWarp>
          </a:bodyPr>
          <a:lstStyle>
            <a:lvl1pPr eaLnBrk="1">
              <a:lnSpc>
                <a:spcPct val="93000"/>
              </a:lnSpc>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defRPr>
            </a:lvl1pPr>
          </a:lstStyle>
          <a:p>
            <a:pPr>
              <a:defRPr/>
            </a:pPr>
            <a:fld id="{19C680DD-BAEE-42FA-A231-422420A9F71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mj-lt"/>
          <a:ea typeface="+mj-ea"/>
          <a:cs typeface="+mj-cs"/>
        </a:defRPr>
      </a:lvl1pPr>
      <a:lvl2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Microsoft YaHei" charset="-122"/>
        </a:defRPr>
      </a:lvl2pPr>
      <a:lvl3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Microsoft YaHei" charset="-122"/>
        </a:defRPr>
      </a:lvl3pPr>
      <a:lvl4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Microsoft YaHei" charset="-122"/>
        </a:defRPr>
      </a:lvl4pPr>
      <a:lvl5pPr algn="ctr" defTabSz="457200" rtl="0" eaLnBrk="0" fontAlgn="base" hangingPunct="0">
        <a:lnSpc>
          <a:spcPct val="93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charset="0"/>
          <a:ea typeface="Microsoft YaHei" charset="-122"/>
        </a:defRPr>
      </a:lvl5pPr>
      <a:lvl6pPr marL="2514600" indent="-228600" algn="ctr" defTabSz="457200" rtl="0" fontAlgn="base" hangingPunct="0">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Microsoft YaHei" charset="-122"/>
        </a:defRPr>
      </a:lvl6pPr>
      <a:lvl7pPr marL="2971800" indent="-228600" algn="ctr" defTabSz="457200" rtl="0" fontAlgn="base" hangingPunct="0">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Microsoft YaHei" charset="-122"/>
        </a:defRPr>
      </a:lvl7pPr>
      <a:lvl8pPr marL="3429000" indent="-228600" algn="ctr" defTabSz="457200" rtl="0" fontAlgn="base" hangingPunct="0">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Microsoft YaHei" charset="-122"/>
        </a:defRPr>
      </a:lvl8pPr>
      <a:lvl9pPr marL="3886200" indent="-228600" algn="ctr" defTabSz="457200" rtl="0" fontAlgn="base" hangingPunct="0">
        <a:lnSpc>
          <a:spcPct val="93000"/>
        </a:lnSpc>
        <a:spcBef>
          <a:spcPct val="0"/>
        </a:spcBef>
        <a:spcAft>
          <a:spcPct val="0"/>
        </a:spcAft>
        <a:buClr>
          <a:srgbClr val="000000"/>
        </a:buClr>
        <a:buSzPct val="100000"/>
        <a:buFont typeface="Times New Roman" pitchFamily="16" charset="0"/>
        <a:defRPr sz="4400">
          <a:solidFill>
            <a:srgbClr val="000000"/>
          </a:solidFill>
          <a:latin typeface="Arial" charset="0"/>
          <a:ea typeface="Microsoft YaHei" charset="-122"/>
        </a:defRPr>
      </a:lvl9pPr>
    </p:titleStyle>
    <p:bodyStyle>
      <a:lvl1pPr marL="342900" indent="-342900" algn="l" defTabSz="457200" rtl="0" eaLnBrk="0" fontAlgn="base" hangingPunct="0">
        <a:lnSpc>
          <a:spcPct val="93000"/>
        </a:lnSpc>
        <a:spcBef>
          <a:spcPct val="0"/>
        </a:spcBef>
        <a:spcAft>
          <a:spcPts val="1413"/>
        </a:spcAft>
        <a:buClr>
          <a:srgbClr val="000000"/>
        </a:buClr>
        <a:buSzPct val="100000"/>
        <a:buFont typeface="Times New Roman" panose="02020603050405020304" pitchFamily="18" charset="0"/>
        <a:defRPr sz="3200">
          <a:solidFill>
            <a:srgbClr val="000000"/>
          </a:solidFill>
          <a:latin typeface="+mn-lt"/>
          <a:ea typeface="+mn-ea"/>
          <a:cs typeface="+mn-cs"/>
        </a:defRPr>
      </a:lvl1pPr>
      <a:lvl2pPr marL="742950" indent="-285750" algn="l" defTabSz="457200" rtl="0" eaLnBrk="0" fontAlgn="base" hangingPunct="0">
        <a:lnSpc>
          <a:spcPct val="93000"/>
        </a:lnSpc>
        <a:spcBef>
          <a:spcPct val="0"/>
        </a:spcBef>
        <a:spcAft>
          <a:spcPts val="1138"/>
        </a:spcAft>
        <a:buClr>
          <a:srgbClr val="000000"/>
        </a:buClr>
        <a:buSzPct val="100000"/>
        <a:buFont typeface="Times New Roman" panose="02020603050405020304" pitchFamily="18" charset="0"/>
        <a:defRPr sz="2800">
          <a:solidFill>
            <a:srgbClr val="000000"/>
          </a:solidFill>
          <a:latin typeface="+mn-lt"/>
          <a:ea typeface="+mn-ea"/>
        </a:defRPr>
      </a:lvl2pPr>
      <a:lvl3pPr marL="1143000" indent="-228600" algn="l" defTabSz="457200" rtl="0" eaLnBrk="0" fontAlgn="base" hangingPunct="0">
        <a:lnSpc>
          <a:spcPct val="93000"/>
        </a:lnSpc>
        <a:spcBef>
          <a:spcPct val="0"/>
        </a:spcBef>
        <a:spcAft>
          <a:spcPts val="850"/>
        </a:spcAft>
        <a:buClr>
          <a:srgbClr val="000000"/>
        </a:buClr>
        <a:buSzPct val="100000"/>
        <a:buFont typeface="Times New Roman" panose="02020603050405020304" pitchFamily="18" charset="0"/>
        <a:defRPr sz="2400">
          <a:solidFill>
            <a:srgbClr val="000000"/>
          </a:solidFill>
          <a:latin typeface="+mn-lt"/>
          <a:ea typeface="+mn-ea"/>
        </a:defRPr>
      </a:lvl3pPr>
      <a:lvl4pPr marL="1600200" indent="-228600" algn="l" defTabSz="457200" rtl="0" eaLnBrk="0" fontAlgn="base" hangingPunct="0">
        <a:lnSpc>
          <a:spcPct val="93000"/>
        </a:lnSpc>
        <a:spcBef>
          <a:spcPct val="0"/>
        </a:spcBef>
        <a:spcAft>
          <a:spcPts val="575"/>
        </a:spcAft>
        <a:buClr>
          <a:srgbClr val="000000"/>
        </a:buClr>
        <a:buSzPct val="100000"/>
        <a:buFont typeface="Times New Roman" panose="02020603050405020304" pitchFamily="18" charset="0"/>
        <a:defRPr sz="2000">
          <a:solidFill>
            <a:srgbClr val="000000"/>
          </a:solidFill>
          <a:latin typeface="+mn-lt"/>
          <a:ea typeface="+mn-ea"/>
        </a:defRPr>
      </a:lvl4pPr>
      <a:lvl5pPr marL="2057400" indent="-228600" algn="l" defTabSz="457200" rtl="0" eaLnBrk="0" fontAlgn="base" hangingPunct="0">
        <a:lnSpc>
          <a:spcPct val="93000"/>
        </a:lnSpc>
        <a:spcBef>
          <a:spcPct val="0"/>
        </a:spcBef>
        <a:spcAft>
          <a:spcPts val="288"/>
        </a:spcAft>
        <a:buClr>
          <a:srgbClr val="000000"/>
        </a:buClr>
        <a:buSzPct val="100000"/>
        <a:buFont typeface="Times New Roman" panose="02020603050405020304" pitchFamily="18" charset="0"/>
        <a:defRPr sz="2000">
          <a:solidFill>
            <a:srgbClr val="000000"/>
          </a:solidFill>
          <a:latin typeface="+mn-lt"/>
          <a:ea typeface="+mn-ea"/>
        </a:defRPr>
      </a:lvl5pPr>
      <a:lvl6pPr marL="2514600" indent="-228600" algn="l" defTabSz="457200"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6pPr>
      <a:lvl7pPr marL="2971800" indent="-228600" algn="l" defTabSz="457200"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7pPr>
      <a:lvl8pPr marL="3429000" indent="-228600" algn="l" defTabSz="457200"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8pPr>
      <a:lvl9pPr marL="3886200" indent="-228600" algn="l" defTabSz="457200" rtl="0" fontAlgn="base" hangingPunct="0">
        <a:lnSpc>
          <a:spcPct val="93000"/>
        </a:lnSpc>
        <a:spcBef>
          <a:spcPct val="0"/>
        </a:spcBef>
        <a:spcAft>
          <a:spcPts val="288"/>
        </a:spcAft>
        <a:buClr>
          <a:srgbClr val="000000"/>
        </a:buClr>
        <a:buSzPct val="100000"/>
        <a:buFont typeface="Times New Roman" pitchFamily="16" charset="0"/>
        <a:defRPr sz="2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504031" y="302737"/>
            <a:ext cx="9072563" cy="1259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504031" y="1763925"/>
            <a:ext cx="9072563" cy="498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504031" y="7006699"/>
            <a:ext cx="2352146" cy="402483"/>
          </a:xfrm>
          <a:prstGeom prst="rect">
            <a:avLst/>
          </a:prstGeom>
        </p:spPr>
        <p:txBody>
          <a:bodyPr vert="horz" lIns="91440" tIns="45720" rIns="91440" bIns="45720" rtlCol="0" anchor="ctr"/>
          <a:lstStyle>
            <a:lvl1pPr algn="l" fontAlgn="auto">
              <a:spcBef>
                <a:spcPts val="0"/>
              </a:spcBef>
              <a:spcAft>
                <a:spcPts val="0"/>
              </a:spcAft>
              <a:defRPr sz="1323">
                <a:solidFill>
                  <a:schemeClr val="tx1">
                    <a:tint val="75000"/>
                  </a:schemeClr>
                </a:solidFill>
                <a:latin typeface="+mn-lt"/>
              </a:defRPr>
            </a:lvl1pPr>
          </a:lstStyle>
          <a:p>
            <a:pPr>
              <a:defRPr/>
            </a:pPr>
            <a:fld id="{6BB57302-3E9A-4652-9BA5-A78D5140AC5B}" type="datetime1">
              <a:rPr lang="en-US"/>
              <a:pPr>
                <a:defRPr/>
              </a:pPr>
              <a:t>5/28/2023</a:t>
            </a:fld>
            <a:endParaRPr lang="en-US"/>
          </a:p>
        </p:txBody>
      </p:sp>
      <p:sp>
        <p:nvSpPr>
          <p:cNvPr id="5" name="Footer Placeholder 4"/>
          <p:cNvSpPr>
            <a:spLocks noGrp="1"/>
          </p:cNvSpPr>
          <p:nvPr>
            <p:ph type="ftr" sz="quarter" idx="3"/>
          </p:nvPr>
        </p:nvSpPr>
        <p:spPr>
          <a:xfrm>
            <a:off x="3444214" y="7006699"/>
            <a:ext cx="3192198" cy="402483"/>
          </a:xfrm>
          <a:prstGeom prst="rect">
            <a:avLst/>
          </a:prstGeom>
        </p:spPr>
        <p:txBody>
          <a:bodyPr vert="horz" lIns="91440" tIns="45720" rIns="91440" bIns="45720" rtlCol="0" anchor="ctr"/>
          <a:lstStyle>
            <a:lvl1pPr algn="ctr" fontAlgn="auto">
              <a:spcBef>
                <a:spcPts val="0"/>
              </a:spcBef>
              <a:spcAft>
                <a:spcPts val="0"/>
              </a:spcAft>
              <a:defRPr sz="1323">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7224448" y="7006699"/>
            <a:ext cx="2352146" cy="402483"/>
          </a:xfrm>
          <a:prstGeom prst="rect">
            <a:avLst/>
          </a:prstGeom>
        </p:spPr>
        <p:txBody>
          <a:bodyPr vert="horz" wrap="square" lIns="91440" tIns="45720" rIns="91440" bIns="45720" numCol="1" anchor="ctr" anchorCtr="0" compatLnSpc="1">
            <a:prstTxWarp prst="textNoShape">
              <a:avLst/>
            </a:prstTxWarp>
          </a:bodyPr>
          <a:lstStyle>
            <a:lvl1pPr algn="r">
              <a:defRPr sz="1323">
                <a:solidFill>
                  <a:srgbClr val="898989"/>
                </a:solidFill>
                <a:latin typeface="Calibri" panose="020F0502020204030204" pitchFamily="34" charset="0"/>
              </a:defRPr>
            </a:lvl1pPr>
          </a:lstStyle>
          <a:p>
            <a:fld id="{88C8E82D-CDCD-45A5-815D-05FE5D1EBD18}" type="slidenum">
              <a:rPr lang="en-US" altLang="en-US"/>
              <a:pPr/>
              <a:t>‹#›</a:t>
            </a:fld>
            <a:endParaRPr lang="en-US" altLang="en-US"/>
          </a:p>
        </p:txBody>
      </p:sp>
    </p:spTree>
    <p:extLst>
      <p:ext uri="{BB962C8B-B14F-4D97-AF65-F5344CB8AC3E}">
        <p14:creationId xmlns:p14="http://schemas.microsoft.com/office/powerpoint/2010/main" val="316340220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ctr" rtl="0" eaLnBrk="0" fontAlgn="base" hangingPunct="0">
        <a:spcBef>
          <a:spcPct val="0"/>
        </a:spcBef>
        <a:spcAft>
          <a:spcPct val="0"/>
        </a:spcAft>
        <a:defRPr sz="4850" kern="1200">
          <a:solidFill>
            <a:schemeClr val="tx1"/>
          </a:solidFill>
          <a:latin typeface="+mj-lt"/>
          <a:ea typeface="+mj-ea"/>
          <a:cs typeface="+mj-cs"/>
        </a:defRPr>
      </a:lvl1pPr>
      <a:lvl2pPr algn="ctr" rtl="0" eaLnBrk="0" fontAlgn="base" hangingPunct="0">
        <a:spcBef>
          <a:spcPct val="0"/>
        </a:spcBef>
        <a:spcAft>
          <a:spcPct val="0"/>
        </a:spcAft>
        <a:defRPr sz="4850">
          <a:solidFill>
            <a:schemeClr val="tx1"/>
          </a:solidFill>
          <a:latin typeface="Calibri" pitchFamily="34" charset="0"/>
        </a:defRPr>
      </a:lvl2pPr>
      <a:lvl3pPr algn="ctr" rtl="0" eaLnBrk="0" fontAlgn="base" hangingPunct="0">
        <a:spcBef>
          <a:spcPct val="0"/>
        </a:spcBef>
        <a:spcAft>
          <a:spcPct val="0"/>
        </a:spcAft>
        <a:defRPr sz="4850">
          <a:solidFill>
            <a:schemeClr val="tx1"/>
          </a:solidFill>
          <a:latin typeface="Calibri" pitchFamily="34" charset="0"/>
        </a:defRPr>
      </a:lvl3pPr>
      <a:lvl4pPr algn="ctr" rtl="0" eaLnBrk="0" fontAlgn="base" hangingPunct="0">
        <a:spcBef>
          <a:spcPct val="0"/>
        </a:spcBef>
        <a:spcAft>
          <a:spcPct val="0"/>
        </a:spcAft>
        <a:defRPr sz="4850">
          <a:solidFill>
            <a:schemeClr val="tx1"/>
          </a:solidFill>
          <a:latin typeface="Calibri" pitchFamily="34" charset="0"/>
        </a:defRPr>
      </a:lvl4pPr>
      <a:lvl5pPr algn="ctr" rtl="0" eaLnBrk="0" fontAlgn="base" hangingPunct="0">
        <a:spcBef>
          <a:spcPct val="0"/>
        </a:spcBef>
        <a:spcAft>
          <a:spcPct val="0"/>
        </a:spcAft>
        <a:defRPr sz="4850">
          <a:solidFill>
            <a:schemeClr val="tx1"/>
          </a:solidFill>
          <a:latin typeface="Calibri" pitchFamily="34" charset="0"/>
        </a:defRPr>
      </a:lvl5pPr>
      <a:lvl6pPr marL="503972" algn="ctr" rtl="0" fontAlgn="base">
        <a:spcBef>
          <a:spcPct val="0"/>
        </a:spcBef>
        <a:spcAft>
          <a:spcPct val="0"/>
        </a:spcAft>
        <a:defRPr sz="4850">
          <a:solidFill>
            <a:schemeClr val="tx1"/>
          </a:solidFill>
          <a:latin typeface="Calibri" pitchFamily="34" charset="0"/>
        </a:defRPr>
      </a:lvl6pPr>
      <a:lvl7pPr marL="1007943" algn="ctr" rtl="0" fontAlgn="base">
        <a:spcBef>
          <a:spcPct val="0"/>
        </a:spcBef>
        <a:spcAft>
          <a:spcPct val="0"/>
        </a:spcAft>
        <a:defRPr sz="4850">
          <a:solidFill>
            <a:schemeClr val="tx1"/>
          </a:solidFill>
          <a:latin typeface="Calibri" pitchFamily="34" charset="0"/>
        </a:defRPr>
      </a:lvl7pPr>
      <a:lvl8pPr marL="1511915" algn="ctr" rtl="0" fontAlgn="base">
        <a:spcBef>
          <a:spcPct val="0"/>
        </a:spcBef>
        <a:spcAft>
          <a:spcPct val="0"/>
        </a:spcAft>
        <a:defRPr sz="4850">
          <a:solidFill>
            <a:schemeClr val="tx1"/>
          </a:solidFill>
          <a:latin typeface="Calibri" pitchFamily="34" charset="0"/>
        </a:defRPr>
      </a:lvl8pPr>
      <a:lvl9pPr marL="2015886" algn="ctr" rtl="0" fontAlgn="base">
        <a:spcBef>
          <a:spcPct val="0"/>
        </a:spcBef>
        <a:spcAft>
          <a:spcPct val="0"/>
        </a:spcAft>
        <a:defRPr sz="4850">
          <a:solidFill>
            <a:schemeClr val="tx1"/>
          </a:solidFill>
          <a:latin typeface="Calibri" pitchFamily="34" charset="0"/>
        </a:defRPr>
      </a:lvl9pPr>
    </p:titleStyle>
    <p:bodyStyle>
      <a:lvl1pPr marL="377979" indent="-377979" algn="l" rtl="0" eaLnBrk="0" fontAlgn="base" hangingPunct="0">
        <a:spcBef>
          <a:spcPct val="20000"/>
        </a:spcBef>
        <a:spcAft>
          <a:spcPct val="0"/>
        </a:spcAft>
        <a:buFont typeface="Arial" panose="020B0604020202020204" pitchFamily="34" charset="0"/>
        <a:buChar char="•"/>
        <a:defRPr sz="3527" kern="1200">
          <a:solidFill>
            <a:schemeClr val="tx1"/>
          </a:solidFill>
          <a:latin typeface="+mn-lt"/>
          <a:ea typeface="+mn-ea"/>
          <a:cs typeface="+mn-cs"/>
        </a:defRPr>
      </a:lvl1pPr>
      <a:lvl2pPr marL="818954" indent="-314982" algn="l" rtl="0" eaLnBrk="0" fontAlgn="base" hangingPunct="0">
        <a:spcBef>
          <a:spcPct val="20000"/>
        </a:spcBef>
        <a:spcAft>
          <a:spcPct val="0"/>
        </a:spcAft>
        <a:buFont typeface="Arial" panose="020B0604020202020204" pitchFamily="34" charset="0"/>
        <a:buChar char="–"/>
        <a:defRPr sz="3086" kern="1200">
          <a:solidFill>
            <a:schemeClr val="tx1"/>
          </a:solidFill>
          <a:latin typeface="+mn-lt"/>
          <a:ea typeface="+mn-ea"/>
          <a:cs typeface="+mn-cs"/>
        </a:defRPr>
      </a:lvl2pPr>
      <a:lvl3pPr marL="1259929" indent="-251986" algn="l" rtl="0" eaLnBrk="0" fontAlgn="base" hangingPunct="0">
        <a:spcBef>
          <a:spcPct val="20000"/>
        </a:spcBef>
        <a:spcAft>
          <a:spcPct val="0"/>
        </a:spcAft>
        <a:buFont typeface="Arial" panose="020B0604020202020204" pitchFamily="34" charset="0"/>
        <a:buChar char="•"/>
        <a:defRPr sz="2646" kern="1200">
          <a:solidFill>
            <a:schemeClr val="tx1"/>
          </a:solidFill>
          <a:latin typeface="+mn-lt"/>
          <a:ea typeface="+mn-ea"/>
          <a:cs typeface="+mn-cs"/>
        </a:defRPr>
      </a:lvl3pPr>
      <a:lvl4pPr marL="1763900" indent="-251986" algn="l" rtl="0" eaLnBrk="0" fontAlgn="base" hangingPunct="0">
        <a:spcBef>
          <a:spcPct val="20000"/>
        </a:spcBef>
        <a:spcAft>
          <a:spcPct val="0"/>
        </a:spcAft>
        <a:buFont typeface="Arial" panose="020B0604020202020204" pitchFamily="34" charset="0"/>
        <a:buChar char="–"/>
        <a:defRPr sz="2205" kern="1200">
          <a:solidFill>
            <a:schemeClr val="tx1"/>
          </a:solidFill>
          <a:latin typeface="+mn-lt"/>
          <a:ea typeface="+mn-ea"/>
          <a:cs typeface="+mn-cs"/>
        </a:defRPr>
      </a:lvl4pPr>
      <a:lvl5pPr marL="2267872" indent="-251986" algn="l" rtl="0" eaLnBrk="0" fontAlgn="base" hangingPunct="0">
        <a:spcBef>
          <a:spcPct val="20000"/>
        </a:spcBef>
        <a:spcAft>
          <a:spcPct val="0"/>
        </a:spcAft>
        <a:buFont typeface="Arial" panose="020B0604020202020204" pitchFamily="34" charset="0"/>
        <a:buChar char="»"/>
        <a:defRPr sz="2205" kern="1200">
          <a:solidFill>
            <a:schemeClr val="tx1"/>
          </a:solidFill>
          <a:latin typeface="+mn-lt"/>
          <a:ea typeface="+mn-ea"/>
          <a:cs typeface="+mn-cs"/>
        </a:defRPr>
      </a:lvl5pPr>
      <a:lvl6pPr marL="2771844" indent="-251986" algn="l" defTabSz="1007943" rtl="0" eaLnBrk="1" latinLnBrk="0" hangingPunct="1">
        <a:spcBef>
          <a:spcPct val="20000"/>
        </a:spcBef>
        <a:buFont typeface="Arial" pitchFamily="34" charset="0"/>
        <a:buChar char="•"/>
        <a:defRPr sz="2205" kern="1200">
          <a:solidFill>
            <a:schemeClr val="tx1"/>
          </a:solidFill>
          <a:latin typeface="+mn-lt"/>
          <a:ea typeface="+mn-ea"/>
          <a:cs typeface="+mn-cs"/>
        </a:defRPr>
      </a:lvl6pPr>
      <a:lvl7pPr marL="3275815" indent="-251986" algn="l" defTabSz="1007943" rtl="0" eaLnBrk="1" latinLnBrk="0" hangingPunct="1">
        <a:spcBef>
          <a:spcPct val="20000"/>
        </a:spcBef>
        <a:buFont typeface="Arial" pitchFamily="34" charset="0"/>
        <a:buChar char="•"/>
        <a:defRPr sz="2205" kern="1200">
          <a:solidFill>
            <a:schemeClr val="tx1"/>
          </a:solidFill>
          <a:latin typeface="+mn-lt"/>
          <a:ea typeface="+mn-ea"/>
          <a:cs typeface="+mn-cs"/>
        </a:defRPr>
      </a:lvl7pPr>
      <a:lvl8pPr marL="3779787" indent="-251986" algn="l" defTabSz="1007943" rtl="0" eaLnBrk="1" latinLnBrk="0" hangingPunct="1">
        <a:spcBef>
          <a:spcPct val="20000"/>
        </a:spcBef>
        <a:buFont typeface="Arial" pitchFamily="34" charset="0"/>
        <a:buChar char="•"/>
        <a:defRPr sz="2205" kern="1200">
          <a:solidFill>
            <a:schemeClr val="tx1"/>
          </a:solidFill>
          <a:latin typeface="+mn-lt"/>
          <a:ea typeface="+mn-ea"/>
          <a:cs typeface="+mn-cs"/>
        </a:defRPr>
      </a:lvl8pPr>
      <a:lvl9pPr marL="4283758" indent="-251986" algn="l" defTabSz="1007943" rtl="0" eaLnBrk="1" latinLnBrk="0" hangingPunct="1">
        <a:spcBef>
          <a:spcPct val="20000"/>
        </a:spcBef>
        <a:buFont typeface="Arial" pitchFamily="34" charset="0"/>
        <a:buChar char="•"/>
        <a:defRPr sz="2205"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hyperlink" Target="https://towardsdatascience.com/the-10-deep-learning-methods-ai-practitioners-need-to-apply-885259f402c1"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hyperlink" Target="https://www.safaribooksonline.com/library/view/deep-learning/9781491924570/ch04.html" TargetMode="External"/><Relationship Id="rId4" Type="http://schemas.openxmlformats.org/officeDocument/2006/relationships/hyperlink" Target="https://semiengineering.com/deep-learning-spreads/"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50596684-5D1C-47E1-858D-281930DAB754}"/>
              </a:ext>
            </a:extLst>
          </p:cNvPr>
          <p:cNvSpPr>
            <a:spLocks noGrp="1" noChangeArrowheads="1"/>
          </p:cNvSpPr>
          <p:nvPr>
            <p:ph type="subTitle"/>
          </p:nvPr>
        </p:nvSpPr>
        <p:spPr>
          <a:xfrm>
            <a:off x="530225" y="539750"/>
            <a:ext cx="9070975" cy="6769100"/>
          </a:xfrm>
        </p:spPr>
        <p:txBody>
          <a:bodyPr tIns="42480"/>
          <a:lstStyle/>
          <a:p>
            <a:pPr marL="342900" indent="-339725"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4800" dirty="0">
              <a:latin typeface="Comic Sans MS" panose="030F0702030302020204" pitchFamily="66" charset="0"/>
            </a:endParaRPr>
          </a:p>
          <a:p>
            <a:pPr marL="342900" indent="-339725"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4800" dirty="0">
              <a:latin typeface="Comic Sans MS" panose="030F0702030302020204" pitchFamily="66" charset="0"/>
            </a:endParaRPr>
          </a:p>
          <a:p>
            <a:pPr marL="342900" indent="-339725"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4800" dirty="0">
              <a:latin typeface="Comic Sans MS" panose="030F0702030302020204" pitchFamily="66" charset="0"/>
            </a:endParaRPr>
          </a:p>
          <a:p>
            <a:pPr marL="342900" indent="-339725"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4800" dirty="0">
                <a:latin typeface="Comic Sans MS" panose="030F0702030302020204" pitchFamily="66" charset="0"/>
              </a:rPr>
              <a:t>Introduction </a:t>
            </a:r>
          </a:p>
          <a:p>
            <a:pPr marL="342900" indent="-339725"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4800" dirty="0">
                <a:latin typeface="Comic Sans MS" panose="030F0702030302020204" pitchFamily="66" charset="0"/>
              </a:rPr>
              <a:t>to</a:t>
            </a:r>
          </a:p>
          <a:p>
            <a:pPr marL="342900" indent="-339725"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r>
              <a:rPr lang="en-US" altLang="en-US" sz="4800" dirty="0">
                <a:latin typeface="Comic Sans MS" panose="030F0702030302020204" pitchFamily="66" charset="0"/>
              </a:rPr>
              <a:t>Deep Learning</a:t>
            </a: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a:p>
            <a:pPr marL="342900" indent="-339725" algn="r" eaLnBrk="1">
              <a:buClrTx/>
              <a:buFontTx/>
              <a:buNone/>
              <a:tabLst>
                <a:tab pos="342900" algn="l"/>
                <a:tab pos="455613" algn="l"/>
                <a:tab pos="912813" algn="l"/>
                <a:tab pos="1370013" algn="l"/>
                <a:tab pos="1827213" algn="l"/>
                <a:tab pos="2284413" algn="l"/>
                <a:tab pos="2741613" algn="l"/>
                <a:tab pos="3198813" algn="l"/>
                <a:tab pos="3656013" algn="l"/>
                <a:tab pos="4113213" algn="l"/>
                <a:tab pos="4570413" algn="l"/>
                <a:tab pos="5027613" algn="l"/>
                <a:tab pos="5484813" algn="l"/>
                <a:tab pos="5942013" algn="l"/>
                <a:tab pos="6399213" algn="l"/>
                <a:tab pos="6856413" algn="l"/>
                <a:tab pos="7313613" algn="l"/>
                <a:tab pos="7770813" algn="l"/>
                <a:tab pos="8228013" algn="l"/>
                <a:tab pos="8685213" algn="l"/>
                <a:tab pos="9142413" algn="l"/>
              </a:tabLst>
              <a:defRPr/>
            </a:pPr>
            <a:endParaRPr lang="en-US" altLang="en-US" sz="2000" dirty="0">
              <a:latin typeface="Comic Sans MS" panose="030F0702030302020204" pitchFamily="66"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336514" y="50748"/>
            <a:ext cx="9407596" cy="705219"/>
          </a:xfrm>
        </p:spPr>
        <p:txBody>
          <a:bodyPr/>
          <a:lstStyle/>
          <a:p>
            <a:pPr eaLnBrk="1" hangingPunct="1"/>
            <a:r>
              <a:rPr lang="en-US" altLang="en-US" sz="4409" dirty="0">
                <a:latin typeface="Comic Sans MS" panose="030F0702030302020204" pitchFamily="66" charset="0"/>
              </a:rPr>
              <a:t>Introduction</a:t>
            </a:r>
          </a:p>
        </p:txBody>
      </p:sp>
      <p:sp>
        <p:nvSpPr>
          <p:cNvPr id="3075" name="Subtitle 2"/>
          <p:cNvSpPr>
            <a:spLocks noGrp="1"/>
          </p:cNvSpPr>
          <p:nvPr>
            <p:ph type="subTitle" idx="1"/>
          </p:nvPr>
        </p:nvSpPr>
        <p:spPr>
          <a:xfrm>
            <a:off x="756496" y="923960"/>
            <a:ext cx="8567632" cy="6383726"/>
          </a:xfrm>
        </p:spPr>
        <p:txBody>
          <a:bodyPr/>
          <a:lstStyle/>
          <a:p>
            <a:pPr marL="377979" indent="-377979" algn="just" eaLnBrk="1" hangingPunct="1">
              <a:buFont typeface="Wingdings" panose="05000000000000000000" pitchFamily="2" charset="2"/>
              <a:buChar char="Ø"/>
            </a:pPr>
            <a:r>
              <a:rPr lang="en-US" altLang="en-US" sz="2646" dirty="0">
                <a:solidFill>
                  <a:schemeClr val="tx1"/>
                </a:solidFill>
                <a:latin typeface="Comic Sans MS" panose="030F0702030302020204" pitchFamily="66" charset="0"/>
              </a:rPr>
              <a:t> AI, ML and DL</a:t>
            </a:r>
            <a:endParaRPr lang="en-US" altLang="en-US" sz="2205" dirty="0">
              <a:solidFill>
                <a:schemeClr val="tx1"/>
              </a:solidFill>
              <a:latin typeface="Comic Sans MS" panose="030F0702030302020204" pitchFamily="66" charset="0"/>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818954" indent="-314982" eaLnBrk="0" hangingPunct="0">
              <a:defRPr>
                <a:solidFill>
                  <a:schemeClr val="tx1"/>
                </a:solidFill>
                <a:latin typeface="Arial" panose="020B0604020202020204" pitchFamily="34" charset="0"/>
              </a:defRPr>
            </a:lvl2pPr>
            <a:lvl3pPr marL="1259929" indent="-251986" eaLnBrk="0" hangingPunct="0">
              <a:defRPr>
                <a:solidFill>
                  <a:schemeClr val="tx1"/>
                </a:solidFill>
                <a:latin typeface="Arial" panose="020B0604020202020204" pitchFamily="34" charset="0"/>
              </a:defRPr>
            </a:lvl3pPr>
            <a:lvl4pPr marL="1763900" indent="-251986" eaLnBrk="0" hangingPunct="0">
              <a:defRPr>
                <a:solidFill>
                  <a:schemeClr val="tx1"/>
                </a:solidFill>
                <a:latin typeface="Arial" panose="020B0604020202020204" pitchFamily="34" charset="0"/>
              </a:defRPr>
            </a:lvl4pPr>
            <a:lvl5pPr marL="2267872" indent="-251986" eaLnBrk="0" hangingPunct="0">
              <a:defRPr>
                <a:solidFill>
                  <a:schemeClr val="tx1"/>
                </a:solidFill>
                <a:latin typeface="Arial" panose="020B0604020202020204" pitchFamily="34" charset="0"/>
              </a:defRPr>
            </a:lvl5pPr>
            <a:lvl6pPr marL="2771844" indent="-251986" eaLnBrk="0" fontAlgn="base" hangingPunct="0">
              <a:spcBef>
                <a:spcPct val="0"/>
              </a:spcBef>
              <a:spcAft>
                <a:spcPct val="0"/>
              </a:spcAft>
              <a:defRPr>
                <a:solidFill>
                  <a:schemeClr val="tx1"/>
                </a:solidFill>
                <a:latin typeface="Arial" panose="020B0604020202020204" pitchFamily="34" charset="0"/>
              </a:defRPr>
            </a:lvl6pPr>
            <a:lvl7pPr marL="3275815" indent="-251986" eaLnBrk="0" fontAlgn="base" hangingPunct="0">
              <a:spcBef>
                <a:spcPct val="0"/>
              </a:spcBef>
              <a:spcAft>
                <a:spcPct val="0"/>
              </a:spcAft>
              <a:defRPr>
                <a:solidFill>
                  <a:schemeClr val="tx1"/>
                </a:solidFill>
                <a:latin typeface="Arial" panose="020B0604020202020204" pitchFamily="34" charset="0"/>
              </a:defRPr>
            </a:lvl7pPr>
            <a:lvl8pPr marL="3779787" indent="-251986" eaLnBrk="0" fontAlgn="base" hangingPunct="0">
              <a:spcBef>
                <a:spcPct val="0"/>
              </a:spcBef>
              <a:spcAft>
                <a:spcPct val="0"/>
              </a:spcAft>
              <a:defRPr>
                <a:solidFill>
                  <a:schemeClr val="tx1"/>
                </a:solidFill>
                <a:latin typeface="Arial" panose="020B0604020202020204" pitchFamily="34" charset="0"/>
              </a:defRPr>
            </a:lvl8pPr>
            <a:lvl9pPr marL="4283758" indent="-251986" eaLnBrk="0" fontAlgn="base" hangingPunct="0">
              <a:spcBef>
                <a:spcPct val="0"/>
              </a:spcBef>
              <a:spcAft>
                <a:spcPct val="0"/>
              </a:spcAft>
              <a:defRPr>
                <a:solidFill>
                  <a:schemeClr val="tx1"/>
                </a:solidFill>
                <a:latin typeface="Arial" panose="020B0604020202020204" pitchFamily="34" charset="0"/>
              </a:defRPr>
            </a:lvl9pPr>
          </a:lstStyle>
          <a:p>
            <a:pPr defTabSz="1007943" eaLnBrk="1" hangingPunct="1"/>
            <a:fld id="{75FB3A1A-6327-447C-8605-7D2295C71D89}" type="slidenum">
              <a:rPr lang="en-US" altLang="en-US">
                <a:solidFill>
                  <a:srgbClr val="898989"/>
                </a:solidFill>
                <a:latin typeface="Calibri" panose="020F0502020204030204" pitchFamily="34" charset="0"/>
                <a:ea typeface="+mn-ea"/>
              </a:rPr>
              <a:pPr defTabSz="1007943" eaLnBrk="1" hangingPunct="1"/>
              <a:t>2</a:t>
            </a:fld>
            <a:endParaRPr lang="en-US" altLang="en-US">
              <a:solidFill>
                <a:srgbClr val="898989"/>
              </a:solidFill>
              <a:latin typeface="Calibri" panose="020F0502020204030204" pitchFamily="34" charset="0"/>
              <a:ea typeface="+mn-ea"/>
            </a:endParaRPr>
          </a:p>
        </p:txBody>
      </p:sp>
      <p:pic>
        <p:nvPicPr>
          <p:cNvPr id="2" name="Picture 1"/>
          <p:cNvPicPr>
            <a:picLocks noChangeAspect="1"/>
          </p:cNvPicPr>
          <p:nvPr/>
        </p:nvPicPr>
        <p:blipFill>
          <a:blip r:embed="rId2"/>
          <a:stretch>
            <a:fillRect/>
          </a:stretch>
        </p:blipFill>
        <p:spPr>
          <a:xfrm>
            <a:off x="2435595" y="1320509"/>
            <a:ext cx="6048569" cy="6131736"/>
          </a:xfrm>
          <a:prstGeom prst="rect">
            <a:avLst/>
          </a:prstGeom>
        </p:spPr>
      </p:pic>
      <p:sp>
        <p:nvSpPr>
          <p:cNvPr id="3" name="TextBox 2"/>
          <p:cNvSpPr txBox="1"/>
          <p:nvPr/>
        </p:nvSpPr>
        <p:spPr>
          <a:xfrm>
            <a:off x="420510" y="7055697"/>
            <a:ext cx="2519892" cy="397673"/>
          </a:xfrm>
          <a:prstGeom prst="rect">
            <a:avLst/>
          </a:prstGeom>
          <a:noFill/>
        </p:spPr>
        <p:txBody>
          <a:bodyPr wrap="square" rtlCol="0">
            <a:spAutoFit/>
          </a:bodyPr>
          <a:lstStyle/>
          <a:p>
            <a:pPr defTabSz="1007943" eaLnBrk="1" hangingPunct="1"/>
            <a:r>
              <a:rPr lang="en-IN" sz="1984" dirty="0">
                <a:solidFill>
                  <a:prstClr val="black"/>
                </a:solidFill>
                <a:latin typeface="Comic Sans MS" panose="030F0702030302020204" pitchFamily="66" charset="0"/>
                <a:ea typeface="+mn-ea"/>
              </a:rPr>
              <a:t>Source: [1]</a:t>
            </a:r>
          </a:p>
        </p:txBody>
      </p:sp>
      <p:sp>
        <p:nvSpPr>
          <p:cNvPr id="4" name="Footer Placeholder 3"/>
          <p:cNvSpPr>
            <a:spLocks noGrp="1"/>
          </p:cNvSpPr>
          <p:nvPr>
            <p:ph type="ftr" sz="quarter" idx="11"/>
          </p:nvPr>
        </p:nvSpPr>
        <p:spPr/>
        <p:txBody>
          <a:bodyPr/>
          <a:lstStyle/>
          <a:p>
            <a:pPr defTabSz="1007943" eaLnBrk="1" hangingPunct="1">
              <a:defRPr/>
            </a:pPr>
            <a:r>
              <a:rPr lang="en-IN">
                <a:solidFill>
                  <a:prstClr val="black">
                    <a:tint val="75000"/>
                  </a:prstClr>
                </a:solidFill>
                <a:latin typeface="Calibri"/>
                <a:ea typeface="+mn-ea"/>
              </a:rPr>
              <a:t>These slides are not original and have been prepared from various sources for teaching purpose</a:t>
            </a:r>
            <a:endParaRPr lang="en-US">
              <a:solidFill>
                <a:prstClr val="black">
                  <a:tint val="75000"/>
                </a:prstClr>
              </a:solidFill>
              <a:latin typeface="Calibri"/>
              <a:ea typeface="+mn-ea"/>
            </a:endParaRPr>
          </a:p>
        </p:txBody>
      </p:sp>
    </p:spTree>
    <p:extLst>
      <p:ext uri="{BB962C8B-B14F-4D97-AF65-F5344CB8AC3E}">
        <p14:creationId xmlns:p14="http://schemas.microsoft.com/office/powerpoint/2010/main" val="2315725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336514" y="50748"/>
            <a:ext cx="9407596" cy="705219"/>
          </a:xfrm>
        </p:spPr>
        <p:txBody>
          <a:bodyPr/>
          <a:lstStyle/>
          <a:p>
            <a:pPr eaLnBrk="1" hangingPunct="1"/>
            <a:r>
              <a:rPr lang="en-US" altLang="en-US" sz="4409" dirty="0">
                <a:latin typeface="Comic Sans MS" panose="030F0702030302020204" pitchFamily="66" charset="0"/>
              </a:rPr>
              <a:t>Introduction</a:t>
            </a:r>
          </a:p>
        </p:txBody>
      </p:sp>
      <p:sp>
        <p:nvSpPr>
          <p:cNvPr id="3075" name="Subtitle 2"/>
          <p:cNvSpPr>
            <a:spLocks noGrp="1"/>
          </p:cNvSpPr>
          <p:nvPr>
            <p:ph type="subTitle" idx="1"/>
          </p:nvPr>
        </p:nvSpPr>
        <p:spPr>
          <a:xfrm>
            <a:off x="756496" y="923960"/>
            <a:ext cx="8567632" cy="6383726"/>
          </a:xfrm>
        </p:spPr>
        <p:txBody>
          <a:bodyPr/>
          <a:lstStyle/>
          <a:p>
            <a:pPr marL="377979" indent="-377979" algn="just" eaLnBrk="1" hangingPunct="1">
              <a:buFont typeface="Wingdings" panose="05000000000000000000" pitchFamily="2" charset="2"/>
              <a:buChar char="Ø"/>
            </a:pPr>
            <a:r>
              <a:rPr lang="en-IN" altLang="en-US" sz="2646" dirty="0">
                <a:solidFill>
                  <a:schemeClr val="tx1"/>
                </a:solidFill>
                <a:latin typeface="Comic Sans MS" panose="030F0702030302020204" pitchFamily="66" charset="0"/>
              </a:rPr>
              <a:t>Machine Learning vs Deep Learning</a:t>
            </a:r>
            <a:endParaRPr lang="en-US" altLang="en-US" sz="2205" dirty="0">
              <a:solidFill>
                <a:schemeClr val="tx1"/>
              </a:solidFill>
              <a:latin typeface="Comic Sans MS" panose="030F0702030302020204" pitchFamily="66" charset="0"/>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818954" indent="-314982" eaLnBrk="0" hangingPunct="0">
              <a:defRPr>
                <a:solidFill>
                  <a:schemeClr val="tx1"/>
                </a:solidFill>
                <a:latin typeface="Arial" panose="020B0604020202020204" pitchFamily="34" charset="0"/>
              </a:defRPr>
            </a:lvl2pPr>
            <a:lvl3pPr marL="1259929" indent="-251986" eaLnBrk="0" hangingPunct="0">
              <a:defRPr>
                <a:solidFill>
                  <a:schemeClr val="tx1"/>
                </a:solidFill>
                <a:latin typeface="Arial" panose="020B0604020202020204" pitchFamily="34" charset="0"/>
              </a:defRPr>
            </a:lvl3pPr>
            <a:lvl4pPr marL="1763900" indent="-251986" eaLnBrk="0" hangingPunct="0">
              <a:defRPr>
                <a:solidFill>
                  <a:schemeClr val="tx1"/>
                </a:solidFill>
                <a:latin typeface="Arial" panose="020B0604020202020204" pitchFamily="34" charset="0"/>
              </a:defRPr>
            </a:lvl4pPr>
            <a:lvl5pPr marL="2267872" indent="-251986" eaLnBrk="0" hangingPunct="0">
              <a:defRPr>
                <a:solidFill>
                  <a:schemeClr val="tx1"/>
                </a:solidFill>
                <a:latin typeface="Arial" panose="020B0604020202020204" pitchFamily="34" charset="0"/>
              </a:defRPr>
            </a:lvl5pPr>
            <a:lvl6pPr marL="2771844" indent="-251986" eaLnBrk="0" fontAlgn="base" hangingPunct="0">
              <a:spcBef>
                <a:spcPct val="0"/>
              </a:spcBef>
              <a:spcAft>
                <a:spcPct val="0"/>
              </a:spcAft>
              <a:defRPr>
                <a:solidFill>
                  <a:schemeClr val="tx1"/>
                </a:solidFill>
                <a:latin typeface="Arial" panose="020B0604020202020204" pitchFamily="34" charset="0"/>
              </a:defRPr>
            </a:lvl6pPr>
            <a:lvl7pPr marL="3275815" indent="-251986" eaLnBrk="0" fontAlgn="base" hangingPunct="0">
              <a:spcBef>
                <a:spcPct val="0"/>
              </a:spcBef>
              <a:spcAft>
                <a:spcPct val="0"/>
              </a:spcAft>
              <a:defRPr>
                <a:solidFill>
                  <a:schemeClr val="tx1"/>
                </a:solidFill>
                <a:latin typeface="Arial" panose="020B0604020202020204" pitchFamily="34" charset="0"/>
              </a:defRPr>
            </a:lvl7pPr>
            <a:lvl8pPr marL="3779787" indent="-251986" eaLnBrk="0" fontAlgn="base" hangingPunct="0">
              <a:spcBef>
                <a:spcPct val="0"/>
              </a:spcBef>
              <a:spcAft>
                <a:spcPct val="0"/>
              </a:spcAft>
              <a:defRPr>
                <a:solidFill>
                  <a:schemeClr val="tx1"/>
                </a:solidFill>
                <a:latin typeface="Arial" panose="020B0604020202020204" pitchFamily="34" charset="0"/>
              </a:defRPr>
            </a:lvl8pPr>
            <a:lvl9pPr marL="4283758" indent="-251986" eaLnBrk="0" fontAlgn="base" hangingPunct="0">
              <a:spcBef>
                <a:spcPct val="0"/>
              </a:spcBef>
              <a:spcAft>
                <a:spcPct val="0"/>
              </a:spcAft>
              <a:defRPr>
                <a:solidFill>
                  <a:schemeClr val="tx1"/>
                </a:solidFill>
                <a:latin typeface="Arial" panose="020B0604020202020204" pitchFamily="34" charset="0"/>
              </a:defRPr>
            </a:lvl9pPr>
          </a:lstStyle>
          <a:p>
            <a:pPr defTabSz="1007943" eaLnBrk="1" hangingPunct="1"/>
            <a:fld id="{75FB3A1A-6327-447C-8605-7D2295C71D89}" type="slidenum">
              <a:rPr lang="en-US" altLang="en-US">
                <a:solidFill>
                  <a:srgbClr val="898989"/>
                </a:solidFill>
                <a:latin typeface="Calibri" panose="020F0502020204030204" pitchFamily="34" charset="0"/>
                <a:ea typeface="+mn-ea"/>
              </a:rPr>
              <a:pPr defTabSz="1007943" eaLnBrk="1" hangingPunct="1"/>
              <a:t>3</a:t>
            </a:fld>
            <a:endParaRPr lang="en-US" altLang="en-US">
              <a:solidFill>
                <a:srgbClr val="898989"/>
              </a:solidFill>
              <a:latin typeface="Calibri" panose="020F0502020204030204" pitchFamily="34" charset="0"/>
              <a:ea typeface="+mn-ea"/>
            </a:endParaRPr>
          </a:p>
        </p:txBody>
      </p:sp>
      <p:pic>
        <p:nvPicPr>
          <p:cNvPr id="1028" name="Picture 4" descr="Image result for deep learning block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401" y="2099909"/>
            <a:ext cx="8513293" cy="470379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20510" y="7055697"/>
            <a:ext cx="2519892" cy="397673"/>
          </a:xfrm>
          <a:prstGeom prst="rect">
            <a:avLst/>
          </a:prstGeom>
          <a:noFill/>
        </p:spPr>
        <p:txBody>
          <a:bodyPr wrap="square" rtlCol="0">
            <a:spAutoFit/>
          </a:bodyPr>
          <a:lstStyle/>
          <a:p>
            <a:pPr defTabSz="1007943" eaLnBrk="1" hangingPunct="1"/>
            <a:r>
              <a:rPr lang="en-IN" sz="1984" dirty="0">
                <a:solidFill>
                  <a:prstClr val="black"/>
                </a:solidFill>
                <a:latin typeface="Comic Sans MS" panose="030F0702030302020204" pitchFamily="66" charset="0"/>
                <a:ea typeface="+mn-ea"/>
              </a:rPr>
              <a:t>Source: [2]</a:t>
            </a:r>
          </a:p>
        </p:txBody>
      </p:sp>
      <p:sp>
        <p:nvSpPr>
          <p:cNvPr id="2" name="Footer Placeholder 1"/>
          <p:cNvSpPr>
            <a:spLocks noGrp="1"/>
          </p:cNvSpPr>
          <p:nvPr>
            <p:ph type="ftr" sz="quarter" idx="11"/>
          </p:nvPr>
        </p:nvSpPr>
        <p:spPr/>
        <p:txBody>
          <a:bodyPr/>
          <a:lstStyle/>
          <a:p>
            <a:pPr defTabSz="1007943" eaLnBrk="1" hangingPunct="1">
              <a:defRPr/>
            </a:pPr>
            <a:r>
              <a:rPr lang="en-IN">
                <a:solidFill>
                  <a:prstClr val="black">
                    <a:tint val="75000"/>
                  </a:prstClr>
                </a:solidFill>
                <a:latin typeface="Calibri"/>
                <a:ea typeface="+mn-ea"/>
              </a:rPr>
              <a:t>These slides are not original and have been prepared from various sources for teaching purpose</a:t>
            </a:r>
            <a:endParaRPr lang="en-US">
              <a:solidFill>
                <a:prstClr val="black">
                  <a:tint val="75000"/>
                </a:prstClr>
              </a:solidFill>
              <a:latin typeface="Calibri"/>
              <a:ea typeface="+mn-ea"/>
            </a:endParaRPr>
          </a:p>
        </p:txBody>
      </p:sp>
    </p:spTree>
    <p:extLst>
      <p:ext uri="{BB962C8B-B14F-4D97-AF65-F5344CB8AC3E}">
        <p14:creationId xmlns:p14="http://schemas.microsoft.com/office/powerpoint/2010/main" val="4293009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336514" y="50748"/>
            <a:ext cx="9407596" cy="705219"/>
          </a:xfrm>
        </p:spPr>
        <p:txBody>
          <a:bodyPr/>
          <a:lstStyle/>
          <a:p>
            <a:pPr eaLnBrk="1" hangingPunct="1"/>
            <a:r>
              <a:rPr lang="en-US" altLang="en-US" sz="4409" dirty="0">
                <a:latin typeface="Comic Sans MS" panose="030F0702030302020204" pitchFamily="66" charset="0"/>
              </a:rPr>
              <a:t>Introduction</a:t>
            </a:r>
          </a:p>
        </p:txBody>
      </p:sp>
      <p:sp>
        <p:nvSpPr>
          <p:cNvPr id="3075" name="Subtitle 2"/>
          <p:cNvSpPr>
            <a:spLocks noGrp="1"/>
          </p:cNvSpPr>
          <p:nvPr>
            <p:ph type="subTitle" idx="1"/>
          </p:nvPr>
        </p:nvSpPr>
        <p:spPr>
          <a:xfrm>
            <a:off x="756496" y="923960"/>
            <a:ext cx="8567632" cy="6383726"/>
          </a:xfrm>
        </p:spPr>
        <p:txBody>
          <a:bodyPr/>
          <a:lstStyle/>
          <a:p>
            <a:pPr marL="377979" indent="-377979" algn="just" eaLnBrk="1" hangingPunct="1">
              <a:buFont typeface="Wingdings" panose="05000000000000000000" pitchFamily="2" charset="2"/>
              <a:buChar char="Ø"/>
            </a:pPr>
            <a:r>
              <a:rPr lang="en-IN" altLang="en-US" sz="2646" dirty="0">
                <a:solidFill>
                  <a:schemeClr val="tx1"/>
                </a:solidFill>
                <a:latin typeface="Comic Sans MS" panose="030F0702030302020204" pitchFamily="66" charset="0"/>
              </a:rPr>
              <a:t>Machine Learning vs Deep Learning</a:t>
            </a:r>
            <a:endParaRPr lang="en-US" altLang="en-US" sz="2205" dirty="0">
              <a:solidFill>
                <a:schemeClr val="tx1"/>
              </a:solidFill>
              <a:latin typeface="Comic Sans MS" panose="030F0702030302020204" pitchFamily="66" charset="0"/>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818954" indent="-314982" eaLnBrk="0" hangingPunct="0">
              <a:defRPr>
                <a:solidFill>
                  <a:schemeClr val="tx1"/>
                </a:solidFill>
                <a:latin typeface="Arial" panose="020B0604020202020204" pitchFamily="34" charset="0"/>
              </a:defRPr>
            </a:lvl2pPr>
            <a:lvl3pPr marL="1259929" indent="-251986" eaLnBrk="0" hangingPunct="0">
              <a:defRPr>
                <a:solidFill>
                  <a:schemeClr val="tx1"/>
                </a:solidFill>
                <a:latin typeface="Arial" panose="020B0604020202020204" pitchFamily="34" charset="0"/>
              </a:defRPr>
            </a:lvl3pPr>
            <a:lvl4pPr marL="1763900" indent="-251986" eaLnBrk="0" hangingPunct="0">
              <a:defRPr>
                <a:solidFill>
                  <a:schemeClr val="tx1"/>
                </a:solidFill>
                <a:latin typeface="Arial" panose="020B0604020202020204" pitchFamily="34" charset="0"/>
              </a:defRPr>
            </a:lvl4pPr>
            <a:lvl5pPr marL="2267872" indent="-251986" eaLnBrk="0" hangingPunct="0">
              <a:defRPr>
                <a:solidFill>
                  <a:schemeClr val="tx1"/>
                </a:solidFill>
                <a:latin typeface="Arial" panose="020B0604020202020204" pitchFamily="34" charset="0"/>
              </a:defRPr>
            </a:lvl5pPr>
            <a:lvl6pPr marL="2771844" indent="-251986" eaLnBrk="0" fontAlgn="base" hangingPunct="0">
              <a:spcBef>
                <a:spcPct val="0"/>
              </a:spcBef>
              <a:spcAft>
                <a:spcPct val="0"/>
              </a:spcAft>
              <a:defRPr>
                <a:solidFill>
                  <a:schemeClr val="tx1"/>
                </a:solidFill>
                <a:latin typeface="Arial" panose="020B0604020202020204" pitchFamily="34" charset="0"/>
              </a:defRPr>
            </a:lvl6pPr>
            <a:lvl7pPr marL="3275815" indent="-251986" eaLnBrk="0" fontAlgn="base" hangingPunct="0">
              <a:spcBef>
                <a:spcPct val="0"/>
              </a:spcBef>
              <a:spcAft>
                <a:spcPct val="0"/>
              </a:spcAft>
              <a:defRPr>
                <a:solidFill>
                  <a:schemeClr val="tx1"/>
                </a:solidFill>
                <a:latin typeface="Arial" panose="020B0604020202020204" pitchFamily="34" charset="0"/>
              </a:defRPr>
            </a:lvl7pPr>
            <a:lvl8pPr marL="3779787" indent="-251986" eaLnBrk="0" fontAlgn="base" hangingPunct="0">
              <a:spcBef>
                <a:spcPct val="0"/>
              </a:spcBef>
              <a:spcAft>
                <a:spcPct val="0"/>
              </a:spcAft>
              <a:defRPr>
                <a:solidFill>
                  <a:schemeClr val="tx1"/>
                </a:solidFill>
                <a:latin typeface="Arial" panose="020B0604020202020204" pitchFamily="34" charset="0"/>
              </a:defRPr>
            </a:lvl8pPr>
            <a:lvl9pPr marL="4283758" indent="-251986" eaLnBrk="0" fontAlgn="base" hangingPunct="0">
              <a:spcBef>
                <a:spcPct val="0"/>
              </a:spcBef>
              <a:spcAft>
                <a:spcPct val="0"/>
              </a:spcAft>
              <a:defRPr>
                <a:solidFill>
                  <a:schemeClr val="tx1"/>
                </a:solidFill>
                <a:latin typeface="Arial" panose="020B0604020202020204" pitchFamily="34" charset="0"/>
              </a:defRPr>
            </a:lvl9pPr>
          </a:lstStyle>
          <a:p>
            <a:pPr defTabSz="1007943" eaLnBrk="1" hangingPunct="1"/>
            <a:fld id="{75FB3A1A-6327-447C-8605-7D2295C71D89}" type="slidenum">
              <a:rPr lang="en-US" altLang="en-US">
                <a:solidFill>
                  <a:srgbClr val="898989"/>
                </a:solidFill>
                <a:latin typeface="Calibri" panose="020F0502020204030204" pitchFamily="34" charset="0"/>
                <a:ea typeface="+mn-ea"/>
              </a:rPr>
              <a:pPr defTabSz="1007943" eaLnBrk="1" hangingPunct="1"/>
              <a:t>4</a:t>
            </a:fld>
            <a:endParaRPr lang="en-US" altLang="en-US">
              <a:solidFill>
                <a:srgbClr val="898989"/>
              </a:solidFill>
              <a:latin typeface="Calibri" panose="020F0502020204030204" pitchFamily="34" charset="0"/>
              <a:ea typeface="+mn-ea"/>
            </a:endParaRPr>
          </a:p>
        </p:txBody>
      </p:sp>
      <p:sp>
        <p:nvSpPr>
          <p:cNvPr id="7" name="TextBox 6"/>
          <p:cNvSpPr txBox="1"/>
          <p:nvPr/>
        </p:nvSpPr>
        <p:spPr>
          <a:xfrm>
            <a:off x="336514" y="6238042"/>
            <a:ext cx="9407596" cy="703013"/>
          </a:xfrm>
          <a:prstGeom prst="rect">
            <a:avLst/>
          </a:prstGeom>
          <a:noFill/>
        </p:spPr>
        <p:txBody>
          <a:bodyPr wrap="square" rtlCol="0">
            <a:spAutoFit/>
          </a:bodyPr>
          <a:lstStyle/>
          <a:p>
            <a:pPr defTabSz="1007943" eaLnBrk="1" hangingPunct="1"/>
            <a:r>
              <a:rPr lang="en-IN" sz="1984" dirty="0">
                <a:solidFill>
                  <a:prstClr val="black"/>
                </a:solidFill>
                <a:latin typeface="Comic Sans MS" panose="030F0702030302020204" pitchFamily="66" charset="0"/>
                <a:ea typeface="+mn-ea"/>
              </a:rPr>
              <a:t>Source of the Image: https://editor.analyticsvidhya.com/uploads/51518iris%20img1.png</a:t>
            </a:r>
          </a:p>
        </p:txBody>
      </p:sp>
      <p:sp>
        <p:nvSpPr>
          <p:cNvPr id="2" name="Footer Placeholder 1"/>
          <p:cNvSpPr>
            <a:spLocks noGrp="1"/>
          </p:cNvSpPr>
          <p:nvPr>
            <p:ph type="ftr" sz="quarter" idx="11"/>
          </p:nvPr>
        </p:nvSpPr>
        <p:spPr/>
        <p:txBody>
          <a:bodyPr/>
          <a:lstStyle/>
          <a:p>
            <a:pPr defTabSz="1007943" eaLnBrk="1" hangingPunct="1">
              <a:defRPr/>
            </a:pPr>
            <a:r>
              <a:rPr lang="en-IN">
                <a:solidFill>
                  <a:prstClr val="black">
                    <a:tint val="75000"/>
                  </a:prstClr>
                </a:solidFill>
                <a:latin typeface="Calibri"/>
                <a:ea typeface="+mn-ea"/>
              </a:rPr>
              <a:t>These slides are not original and have been prepared from various sources for teaching purpose</a:t>
            </a:r>
            <a:endParaRPr lang="en-US">
              <a:solidFill>
                <a:prstClr val="black">
                  <a:tint val="75000"/>
                </a:prstClr>
              </a:solidFill>
              <a:latin typeface="Calibri"/>
              <a:ea typeface="+mn-ea"/>
            </a:endParaRPr>
          </a:p>
        </p:txBody>
      </p:sp>
      <p:pic>
        <p:nvPicPr>
          <p:cNvPr id="3" name="Picture 4" descr="IRIS Flowers Classification| Classification">
            <a:extLst>
              <a:ext uri="{FF2B5EF4-FFF2-40B4-BE49-F238E27FC236}">
                <a16:creationId xmlns:a16="http://schemas.microsoft.com/office/drawing/2014/main" id="{72791984-E6FD-4049-BE56-49BE93B005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813" y="1651000"/>
            <a:ext cx="9525000"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418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336514" y="50748"/>
            <a:ext cx="9407596" cy="705219"/>
          </a:xfrm>
        </p:spPr>
        <p:txBody>
          <a:bodyPr/>
          <a:lstStyle/>
          <a:p>
            <a:pPr eaLnBrk="1" hangingPunct="1"/>
            <a:r>
              <a:rPr lang="en-US" altLang="en-US" sz="3858" dirty="0">
                <a:latin typeface="Comic Sans MS" panose="030F0702030302020204" pitchFamily="66" charset="0"/>
              </a:rPr>
              <a:t>Major Architectures of Deep Networks</a:t>
            </a:r>
          </a:p>
        </p:txBody>
      </p:sp>
      <p:sp>
        <p:nvSpPr>
          <p:cNvPr id="3075" name="Subtitle 2"/>
          <p:cNvSpPr>
            <a:spLocks noGrp="1"/>
          </p:cNvSpPr>
          <p:nvPr>
            <p:ph type="subTitle" idx="1"/>
          </p:nvPr>
        </p:nvSpPr>
        <p:spPr>
          <a:xfrm>
            <a:off x="756496" y="923960"/>
            <a:ext cx="8567632" cy="6383726"/>
          </a:xfrm>
        </p:spPr>
        <p:txBody>
          <a:bodyPr/>
          <a:lstStyle/>
          <a:p>
            <a:pPr marL="377979" indent="-377979" algn="just" eaLnBrk="1" hangingPunct="1">
              <a:buFont typeface="Wingdings" panose="05000000000000000000" pitchFamily="2" charset="2"/>
              <a:buChar char="Ø"/>
            </a:pPr>
            <a:r>
              <a:rPr lang="en-US" altLang="en-US" sz="2646" dirty="0">
                <a:solidFill>
                  <a:schemeClr val="tx1"/>
                </a:solidFill>
                <a:latin typeface="Comic Sans MS" panose="030F0702030302020204" pitchFamily="66" charset="0"/>
              </a:rPr>
              <a:t> Four Major Architectures:</a:t>
            </a:r>
          </a:p>
          <a:p>
            <a:pPr marL="881950" lvl="1" indent="-377979" algn="just" eaLnBrk="1" hangingPunct="1">
              <a:buFont typeface="Wingdings" panose="05000000000000000000" pitchFamily="2" charset="2"/>
              <a:buChar char="Ø"/>
            </a:pPr>
            <a:r>
              <a:rPr lang="en-US" altLang="en-US" sz="2205" dirty="0">
                <a:solidFill>
                  <a:schemeClr val="tx1"/>
                </a:solidFill>
                <a:latin typeface="Comic Sans MS" panose="030F0702030302020204" pitchFamily="66" charset="0"/>
              </a:rPr>
              <a:t>Unsupervised </a:t>
            </a:r>
            <a:r>
              <a:rPr lang="en-US" altLang="en-US" sz="2205" dirty="0" err="1">
                <a:solidFill>
                  <a:schemeClr val="tx1"/>
                </a:solidFill>
                <a:latin typeface="Comic Sans MS" panose="030F0702030302020204" pitchFamily="66" charset="0"/>
              </a:rPr>
              <a:t>Pretrained</a:t>
            </a:r>
            <a:r>
              <a:rPr lang="en-US" altLang="en-US" sz="2205" dirty="0">
                <a:solidFill>
                  <a:schemeClr val="tx1"/>
                </a:solidFill>
                <a:latin typeface="Comic Sans MS" panose="030F0702030302020204" pitchFamily="66" charset="0"/>
              </a:rPr>
              <a:t> Networks (UPNs)</a:t>
            </a:r>
          </a:p>
          <a:p>
            <a:pPr marL="881950" lvl="1" indent="-377979" algn="just" eaLnBrk="1" hangingPunct="1">
              <a:buFont typeface="Wingdings" panose="05000000000000000000" pitchFamily="2" charset="2"/>
              <a:buChar char="Ø"/>
            </a:pPr>
            <a:r>
              <a:rPr lang="en-US" altLang="en-US" sz="2205" dirty="0">
                <a:solidFill>
                  <a:schemeClr val="tx1"/>
                </a:solidFill>
                <a:latin typeface="Comic Sans MS" panose="030F0702030302020204" pitchFamily="66" charset="0"/>
              </a:rPr>
              <a:t>Convolutional Neural Networks (CNNs)</a:t>
            </a:r>
          </a:p>
          <a:p>
            <a:pPr marL="881950" lvl="1" indent="-377979" algn="just" eaLnBrk="1" hangingPunct="1">
              <a:buFont typeface="Wingdings" panose="05000000000000000000" pitchFamily="2" charset="2"/>
              <a:buChar char="Ø"/>
            </a:pPr>
            <a:r>
              <a:rPr lang="en-US" altLang="en-US" sz="2205" dirty="0">
                <a:solidFill>
                  <a:schemeClr val="tx1"/>
                </a:solidFill>
                <a:latin typeface="Comic Sans MS" panose="030F0702030302020204" pitchFamily="66" charset="0"/>
              </a:rPr>
              <a:t>Recurrent Neural Networks</a:t>
            </a:r>
          </a:p>
          <a:p>
            <a:pPr marL="881950" lvl="1" indent="-377979" algn="just" eaLnBrk="1" hangingPunct="1">
              <a:buFont typeface="Wingdings" panose="05000000000000000000" pitchFamily="2" charset="2"/>
              <a:buChar char="Ø"/>
            </a:pPr>
            <a:r>
              <a:rPr lang="en-US" altLang="en-US" sz="2205" dirty="0">
                <a:solidFill>
                  <a:schemeClr val="tx1"/>
                </a:solidFill>
                <a:latin typeface="Comic Sans MS" panose="030F0702030302020204" pitchFamily="66" charset="0"/>
              </a:rPr>
              <a:t>Recursive Neural Networks</a:t>
            </a: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818954" indent="-314982" eaLnBrk="0" hangingPunct="0">
              <a:defRPr>
                <a:solidFill>
                  <a:schemeClr val="tx1"/>
                </a:solidFill>
                <a:latin typeface="Arial" panose="020B0604020202020204" pitchFamily="34" charset="0"/>
              </a:defRPr>
            </a:lvl2pPr>
            <a:lvl3pPr marL="1259929" indent="-251986" eaLnBrk="0" hangingPunct="0">
              <a:defRPr>
                <a:solidFill>
                  <a:schemeClr val="tx1"/>
                </a:solidFill>
                <a:latin typeface="Arial" panose="020B0604020202020204" pitchFamily="34" charset="0"/>
              </a:defRPr>
            </a:lvl3pPr>
            <a:lvl4pPr marL="1763900" indent="-251986" eaLnBrk="0" hangingPunct="0">
              <a:defRPr>
                <a:solidFill>
                  <a:schemeClr val="tx1"/>
                </a:solidFill>
                <a:latin typeface="Arial" panose="020B0604020202020204" pitchFamily="34" charset="0"/>
              </a:defRPr>
            </a:lvl4pPr>
            <a:lvl5pPr marL="2267872" indent="-251986" eaLnBrk="0" hangingPunct="0">
              <a:defRPr>
                <a:solidFill>
                  <a:schemeClr val="tx1"/>
                </a:solidFill>
                <a:latin typeface="Arial" panose="020B0604020202020204" pitchFamily="34" charset="0"/>
              </a:defRPr>
            </a:lvl5pPr>
            <a:lvl6pPr marL="2771844" indent="-251986" eaLnBrk="0" fontAlgn="base" hangingPunct="0">
              <a:spcBef>
                <a:spcPct val="0"/>
              </a:spcBef>
              <a:spcAft>
                <a:spcPct val="0"/>
              </a:spcAft>
              <a:defRPr>
                <a:solidFill>
                  <a:schemeClr val="tx1"/>
                </a:solidFill>
                <a:latin typeface="Arial" panose="020B0604020202020204" pitchFamily="34" charset="0"/>
              </a:defRPr>
            </a:lvl6pPr>
            <a:lvl7pPr marL="3275815" indent="-251986" eaLnBrk="0" fontAlgn="base" hangingPunct="0">
              <a:spcBef>
                <a:spcPct val="0"/>
              </a:spcBef>
              <a:spcAft>
                <a:spcPct val="0"/>
              </a:spcAft>
              <a:defRPr>
                <a:solidFill>
                  <a:schemeClr val="tx1"/>
                </a:solidFill>
                <a:latin typeface="Arial" panose="020B0604020202020204" pitchFamily="34" charset="0"/>
              </a:defRPr>
            </a:lvl7pPr>
            <a:lvl8pPr marL="3779787" indent="-251986" eaLnBrk="0" fontAlgn="base" hangingPunct="0">
              <a:spcBef>
                <a:spcPct val="0"/>
              </a:spcBef>
              <a:spcAft>
                <a:spcPct val="0"/>
              </a:spcAft>
              <a:defRPr>
                <a:solidFill>
                  <a:schemeClr val="tx1"/>
                </a:solidFill>
                <a:latin typeface="Arial" panose="020B0604020202020204" pitchFamily="34" charset="0"/>
              </a:defRPr>
            </a:lvl8pPr>
            <a:lvl9pPr marL="4283758" indent="-251986" eaLnBrk="0" fontAlgn="base" hangingPunct="0">
              <a:spcBef>
                <a:spcPct val="0"/>
              </a:spcBef>
              <a:spcAft>
                <a:spcPct val="0"/>
              </a:spcAft>
              <a:defRPr>
                <a:solidFill>
                  <a:schemeClr val="tx1"/>
                </a:solidFill>
                <a:latin typeface="Arial" panose="020B0604020202020204" pitchFamily="34" charset="0"/>
              </a:defRPr>
            </a:lvl9pPr>
          </a:lstStyle>
          <a:p>
            <a:pPr defTabSz="1007943" eaLnBrk="1" hangingPunct="1"/>
            <a:fld id="{75FB3A1A-6327-447C-8605-7D2295C71D89}" type="slidenum">
              <a:rPr lang="en-US" altLang="en-US">
                <a:solidFill>
                  <a:srgbClr val="898989"/>
                </a:solidFill>
                <a:latin typeface="Calibri" panose="020F0502020204030204" pitchFamily="34" charset="0"/>
                <a:ea typeface="+mn-ea"/>
              </a:rPr>
              <a:pPr defTabSz="1007943" eaLnBrk="1" hangingPunct="1"/>
              <a:t>5</a:t>
            </a:fld>
            <a:endParaRPr lang="en-US" altLang="en-US">
              <a:solidFill>
                <a:srgbClr val="898989"/>
              </a:solidFill>
              <a:latin typeface="Calibri" panose="020F0502020204030204" pitchFamily="34" charset="0"/>
              <a:ea typeface="+mn-ea"/>
            </a:endParaRPr>
          </a:p>
        </p:txBody>
      </p:sp>
      <p:sp>
        <p:nvSpPr>
          <p:cNvPr id="2" name="Footer Placeholder 1"/>
          <p:cNvSpPr>
            <a:spLocks noGrp="1"/>
          </p:cNvSpPr>
          <p:nvPr>
            <p:ph type="ftr" sz="quarter" idx="11"/>
          </p:nvPr>
        </p:nvSpPr>
        <p:spPr/>
        <p:txBody>
          <a:bodyPr/>
          <a:lstStyle/>
          <a:p>
            <a:pPr defTabSz="1007943" eaLnBrk="1" hangingPunct="1">
              <a:defRPr/>
            </a:pPr>
            <a:r>
              <a:rPr lang="en-IN">
                <a:solidFill>
                  <a:prstClr val="black">
                    <a:tint val="75000"/>
                  </a:prstClr>
                </a:solidFill>
                <a:latin typeface="Calibri"/>
                <a:ea typeface="+mn-ea"/>
              </a:rPr>
              <a:t>These slides are not original and have been prepared from various sources for teaching purpose</a:t>
            </a:r>
            <a:endParaRPr lang="en-US">
              <a:solidFill>
                <a:prstClr val="black">
                  <a:tint val="75000"/>
                </a:prstClr>
              </a:solidFill>
              <a:latin typeface="Calibri"/>
              <a:ea typeface="+mn-ea"/>
            </a:endParaRPr>
          </a:p>
        </p:txBody>
      </p:sp>
    </p:spTree>
    <p:extLst>
      <p:ext uri="{BB962C8B-B14F-4D97-AF65-F5344CB8AC3E}">
        <p14:creationId xmlns:p14="http://schemas.microsoft.com/office/powerpoint/2010/main" val="1253992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336514" y="50748"/>
            <a:ext cx="9407596" cy="705219"/>
          </a:xfrm>
        </p:spPr>
        <p:txBody>
          <a:bodyPr/>
          <a:lstStyle/>
          <a:p>
            <a:pPr eaLnBrk="1" hangingPunct="1"/>
            <a:r>
              <a:rPr lang="en-US" altLang="en-US" sz="3858" dirty="0">
                <a:latin typeface="Comic Sans MS" panose="030F0702030302020204" pitchFamily="66" charset="0"/>
              </a:rPr>
              <a:t>Major Architectures of Deep Networks</a:t>
            </a:r>
          </a:p>
        </p:txBody>
      </p:sp>
      <p:sp>
        <p:nvSpPr>
          <p:cNvPr id="3075" name="Subtitle 2"/>
          <p:cNvSpPr>
            <a:spLocks noGrp="1"/>
          </p:cNvSpPr>
          <p:nvPr>
            <p:ph type="subTitle" idx="1"/>
          </p:nvPr>
        </p:nvSpPr>
        <p:spPr>
          <a:xfrm>
            <a:off x="756496" y="923960"/>
            <a:ext cx="8567632" cy="6383726"/>
          </a:xfrm>
        </p:spPr>
        <p:txBody>
          <a:bodyPr/>
          <a:lstStyle/>
          <a:p>
            <a:pPr marL="377979" indent="-377979" algn="just" eaLnBrk="1" hangingPunct="1">
              <a:buFont typeface="Wingdings" panose="05000000000000000000" pitchFamily="2" charset="2"/>
              <a:buChar char="Ø"/>
            </a:pPr>
            <a:r>
              <a:rPr lang="en-US" altLang="en-US" sz="2646" dirty="0">
                <a:solidFill>
                  <a:schemeClr val="tx1"/>
                </a:solidFill>
                <a:latin typeface="Comic Sans MS" panose="030F0702030302020204" pitchFamily="66" charset="0"/>
              </a:rPr>
              <a:t> Four Major Architectures:</a:t>
            </a:r>
          </a:p>
          <a:p>
            <a:pPr marL="881950" lvl="1" indent="-377979" algn="just" eaLnBrk="1" hangingPunct="1">
              <a:buFont typeface="Wingdings" panose="05000000000000000000" pitchFamily="2" charset="2"/>
              <a:buChar char="Ø"/>
            </a:pPr>
            <a:r>
              <a:rPr lang="en-US" altLang="en-US" sz="2205" dirty="0">
                <a:solidFill>
                  <a:schemeClr val="tx1"/>
                </a:solidFill>
                <a:latin typeface="Comic Sans MS" panose="030F0702030302020204" pitchFamily="66" charset="0"/>
              </a:rPr>
              <a:t>Unsupervised </a:t>
            </a:r>
            <a:r>
              <a:rPr lang="en-US" altLang="en-US" sz="2205" dirty="0" err="1">
                <a:solidFill>
                  <a:schemeClr val="tx1"/>
                </a:solidFill>
                <a:latin typeface="Comic Sans MS" panose="030F0702030302020204" pitchFamily="66" charset="0"/>
              </a:rPr>
              <a:t>Pretrained</a:t>
            </a:r>
            <a:r>
              <a:rPr lang="en-US" altLang="en-US" sz="2205" dirty="0">
                <a:solidFill>
                  <a:schemeClr val="tx1"/>
                </a:solidFill>
                <a:latin typeface="Comic Sans MS" panose="030F0702030302020204" pitchFamily="66" charset="0"/>
              </a:rPr>
              <a:t> Networks (UPNs)</a:t>
            </a:r>
          </a:p>
          <a:p>
            <a:pPr marL="1385922" lvl="2" indent="-377979" algn="just" eaLnBrk="1" hangingPunct="1">
              <a:buFont typeface="Wingdings" panose="05000000000000000000" pitchFamily="2" charset="2"/>
              <a:buChar char="Ø"/>
            </a:pPr>
            <a:r>
              <a:rPr lang="en-IN" altLang="en-US" sz="2205" dirty="0" err="1">
                <a:solidFill>
                  <a:schemeClr val="tx1"/>
                </a:solidFill>
                <a:latin typeface="Comic Sans MS" panose="030F0702030302020204" pitchFamily="66" charset="0"/>
              </a:rPr>
              <a:t>Autoencoders</a:t>
            </a:r>
            <a:endParaRPr lang="en-IN" altLang="en-US" sz="2205" dirty="0">
              <a:solidFill>
                <a:schemeClr val="tx1"/>
              </a:solidFill>
              <a:latin typeface="Comic Sans MS" panose="030F0702030302020204" pitchFamily="66" charset="0"/>
            </a:endParaRPr>
          </a:p>
          <a:p>
            <a:pPr marL="1385922" lvl="2" indent="-377979" algn="just" eaLnBrk="1" hangingPunct="1">
              <a:buFont typeface="Wingdings" panose="05000000000000000000" pitchFamily="2" charset="2"/>
              <a:buChar char="Ø"/>
            </a:pPr>
            <a:r>
              <a:rPr lang="en-IN" altLang="en-US" sz="2205" dirty="0">
                <a:solidFill>
                  <a:schemeClr val="tx1"/>
                </a:solidFill>
                <a:latin typeface="Comic Sans MS" panose="030F0702030302020204" pitchFamily="66" charset="0"/>
              </a:rPr>
              <a:t>Deep Belief Networks (DBNs)</a:t>
            </a:r>
          </a:p>
          <a:p>
            <a:pPr marL="1385922" lvl="2" indent="-377979" algn="just" eaLnBrk="1" hangingPunct="1">
              <a:buFont typeface="Wingdings" panose="05000000000000000000" pitchFamily="2" charset="2"/>
              <a:buChar char="Ø"/>
            </a:pPr>
            <a:r>
              <a:rPr lang="en-IN" altLang="en-US" sz="2205" dirty="0">
                <a:solidFill>
                  <a:schemeClr val="tx1"/>
                </a:solidFill>
                <a:latin typeface="Comic Sans MS" panose="030F0702030302020204" pitchFamily="66" charset="0"/>
              </a:rPr>
              <a:t>Generative Adversarial Networks (GANs)</a:t>
            </a:r>
          </a:p>
          <a:p>
            <a:pPr marL="1385922" lvl="2" indent="-377979" algn="just" eaLnBrk="1" hangingPunct="1">
              <a:buFont typeface="Wingdings" panose="05000000000000000000" pitchFamily="2" charset="2"/>
              <a:buChar char="Ø"/>
            </a:pPr>
            <a:endParaRPr lang="en-IN" altLang="en-US" sz="2205" dirty="0">
              <a:solidFill>
                <a:schemeClr val="tx1"/>
              </a:solidFill>
              <a:latin typeface="Comic Sans MS" panose="030F0702030302020204" pitchFamily="66" charset="0"/>
            </a:endParaRPr>
          </a:p>
          <a:p>
            <a:pPr marL="1385922" lvl="2" indent="-377979" algn="just" eaLnBrk="1" hangingPunct="1">
              <a:buFont typeface="Wingdings" panose="05000000000000000000" pitchFamily="2" charset="2"/>
              <a:buChar char="Ø"/>
            </a:pPr>
            <a:r>
              <a:rPr lang="en-IN" altLang="en-US" sz="2205" dirty="0">
                <a:solidFill>
                  <a:schemeClr val="tx1"/>
                </a:solidFill>
                <a:latin typeface="Comic Sans MS" panose="030F0702030302020204" pitchFamily="66" charset="0"/>
              </a:rPr>
              <a:t>Use Cases:</a:t>
            </a:r>
          </a:p>
          <a:p>
            <a:pPr marL="1889893" lvl="3" indent="-377979" algn="just" eaLnBrk="1" hangingPunct="1">
              <a:buFont typeface="Wingdings" panose="05000000000000000000" pitchFamily="2" charset="2"/>
              <a:buChar char="Ø"/>
            </a:pPr>
            <a:r>
              <a:rPr lang="en-IN" altLang="en-US" sz="1984" dirty="0">
                <a:solidFill>
                  <a:schemeClr val="tx1"/>
                </a:solidFill>
                <a:latin typeface="Comic Sans MS" panose="030F0702030302020204" pitchFamily="66" charset="0"/>
              </a:rPr>
              <a:t>Feature Extraction</a:t>
            </a:r>
          </a:p>
          <a:p>
            <a:pPr marL="1889893" lvl="3" indent="-377979" algn="just" eaLnBrk="1" hangingPunct="1">
              <a:buFont typeface="Wingdings" panose="05000000000000000000" pitchFamily="2" charset="2"/>
              <a:buChar char="Ø"/>
            </a:pPr>
            <a:r>
              <a:rPr lang="en-IN" altLang="en-US" sz="1984" dirty="0">
                <a:solidFill>
                  <a:schemeClr val="tx1"/>
                </a:solidFill>
                <a:latin typeface="Comic Sans MS" panose="030F0702030302020204" pitchFamily="66" charset="0"/>
              </a:rPr>
              <a:t>Synthesizing</a:t>
            </a:r>
          </a:p>
          <a:p>
            <a:pPr marL="1889893" lvl="3" indent="-377979" algn="just" eaLnBrk="1" hangingPunct="1">
              <a:buFont typeface="Wingdings" panose="05000000000000000000" pitchFamily="2" charset="2"/>
              <a:buChar char="Ø"/>
            </a:pPr>
            <a:endParaRPr lang="en-US" altLang="en-US" sz="1984" dirty="0">
              <a:solidFill>
                <a:schemeClr val="tx1"/>
              </a:solidFill>
              <a:latin typeface="Comic Sans MS" panose="030F0702030302020204" pitchFamily="66" charset="0"/>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818954" indent="-314982" eaLnBrk="0" hangingPunct="0">
              <a:defRPr>
                <a:solidFill>
                  <a:schemeClr val="tx1"/>
                </a:solidFill>
                <a:latin typeface="Arial" panose="020B0604020202020204" pitchFamily="34" charset="0"/>
              </a:defRPr>
            </a:lvl2pPr>
            <a:lvl3pPr marL="1259929" indent="-251986" eaLnBrk="0" hangingPunct="0">
              <a:defRPr>
                <a:solidFill>
                  <a:schemeClr val="tx1"/>
                </a:solidFill>
                <a:latin typeface="Arial" panose="020B0604020202020204" pitchFamily="34" charset="0"/>
              </a:defRPr>
            </a:lvl3pPr>
            <a:lvl4pPr marL="1763900" indent="-251986" eaLnBrk="0" hangingPunct="0">
              <a:defRPr>
                <a:solidFill>
                  <a:schemeClr val="tx1"/>
                </a:solidFill>
                <a:latin typeface="Arial" panose="020B0604020202020204" pitchFamily="34" charset="0"/>
              </a:defRPr>
            </a:lvl4pPr>
            <a:lvl5pPr marL="2267872" indent="-251986" eaLnBrk="0" hangingPunct="0">
              <a:defRPr>
                <a:solidFill>
                  <a:schemeClr val="tx1"/>
                </a:solidFill>
                <a:latin typeface="Arial" panose="020B0604020202020204" pitchFamily="34" charset="0"/>
              </a:defRPr>
            </a:lvl5pPr>
            <a:lvl6pPr marL="2771844" indent="-251986" eaLnBrk="0" fontAlgn="base" hangingPunct="0">
              <a:spcBef>
                <a:spcPct val="0"/>
              </a:spcBef>
              <a:spcAft>
                <a:spcPct val="0"/>
              </a:spcAft>
              <a:defRPr>
                <a:solidFill>
                  <a:schemeClr val="tx1"/>
                </a:solidFill>
                <a:latin typeface="Arial" panose="020B0604020202020204" pitchFamily="34" charset="0"/>
              </a:defRPr>
            </a:lvl6pPr>
            <a:lvl7pPr marL="3275815" indent="-251986" eaLnBrk="0" fontAlgn="base" hangingPunct="0">
              <a:spcBef>
                <a:spcPct val="0"/>
              </a:spcBef>
              <a:spcAft>
                <a:spcPct val="0"/>
              </a:spcAft>
              <a:defRPr>
                <a:solidFill>
                  <a:schemeClr val="tx1"/>
                </a:solidFill>
                <a:latin typeface="Arial" panose="020B0604020202020204" pitchFamily="34" charset="0"/>
              </a:defRPr>
            </a:lvl7pPr>
            <a:lvl8pPr marL="3779787" indent="-251986" eaLnBrk="0" fontAlgn="base" hangingPunct="0">
              <a:spcBef>
                <a:spcPct val="0"/>
              </a:spcBef>
              <a:spcAft>
                <a:spcPct val="0"/>
              </a:spcAft>
              <a:defRPr>
                <a:solidFill>
                  <a:schemeClr val="tx1"/>
                </a:solidFill>
                <a:latin typeface="Arial" panose="020B0604020202020204" pitchFamily="34" charset="0"/>
              </a:defRPr>
            </a:lvl8pPr>
            <a:lvl9pPr marL="4283758" indent="-251986" eaLnBrk="0" fontAlgn="base" hangingPunct="0">
              <a:spcBef>
                <a:spcPct val="0"/>
              </a:spcBef>
              <a:spcAft>
                <a:spcPct val="0"/>
              </a:spcAft>
              <a:defRPr>
                <a:solidFill>
                  <a:schemeClr val="tx1"/>
                </a:solidFill>
                <a:latin typeface="Arial" panose="020B0604020202020204" pitchFamily="34" charset="0"/>
              </a:defRPr>
            </a:lvl9pPr>
          </a:lstStyle>
          <a:p>
            <a:pPr defTabSz="1007943" eaLnBrk="1" hangingPunct="1"/>
            <a:fld id="{75FB3A1A-6327-447C-8605-7D2295C71D89}" type="slidenum">
              <a:rPr lang="en-US" altLang="en-US">
                <a:solidFill>
                  <a:srgbClr val="898989"/>
                </a:solidFill>
                <a:latin typeface="Calibri" panose="020F0502020204030204" pitchFamily="34" charset="0"/>
                <a:ea typeface="+mn-ea"/>
              </a:rPr>
              <a:pPr defTabSz="1007943" eaLnBrk="1" hangingPunct="1"/>
              <a:t>6</a:t>
            </a:fld>
            <a:endParaRPr lang="en-US" altLang="en-US">
              <a:solidFill>
                <a:srgbClr val="898989"/>
              </a:solidFill>
              <a:latin typeface="Calibri" panose="020F0502020204030204" pitchFamily="34" charset="0"/>
              <a:ea typeface="+mn-ea"/>
            </a:endParaRPr>
          </a:p>
        </p:txBody>
      </p:sp>
      <p:sp>
        <p:nvSpPr>
          <p:cNvPr id="7" name="TextBox 6"/>
          <p:cNvSpPr txBox="1"/>
          <p:nvPr/>
        </p:nvSpPr>
        <p:spPr>
          <a:xfrm>
            <a:off x="420510" y="7055697"/>
            <a:ext cx="2519892" cy="397673"/>
          </a:xfrm>
          <a:prstGeom prst="rect">
            <a:avLst/>
          </a:prstGeom>
          <a:noFill/>
        </p:spPr>
        <p:txBody>
          <a:bodyPr wrap="square" rtlCol="0">
            <a:spAutoFit/>
          </a:bodyPr>
          <a:lstStyle/>
          <a:p>
            <a:pPr defTabSz="1007943" eaLnBrk="1" hangingPunct="1"/>
            <a:r>
              <a:rPr lang="en-IN" sz="1984" dirty="0">
                <a:solidFill>
                  <a:prstClr val="black"/>
                </a:solidFill>
                <a:latin typeface="Comic Sans MS" panose="030F0702030302020204" pitchFamily="66" charset="0"/>
                <a:ea typeface="+mn-ea"/>
              </a:rPr>
              <a:t>Source: [3]</a:t>
            </a:r>
          </a:p>
        </p:txBody>
      </p:sp>
      <p:sp>
        <p:nvSpPr>
          <p:cNvPr id="2" name="Footer Placeholder 1"/>
          <p:cNvSpPr>
            <a:spLocks noGrp="1"/>
          </p:cNvSpPr>
          <p:nvPr>
            <p:ph type="ftr" sz="quarter" idx="11"/>
          </p:nvPr>
        </p:nvSpPr>
        <p:spPr/>
        <p:txBody>
          <a:bodyPr/>
          <a:lstStyle/>
          <a:p>
            <a:pPr defTabSz="1007943" eaLnBrk="1" hangingPunct="1">
              <a:defRPr/>
            </a:pPr>
            <a:r>
              <a:rPr lang="en-IN">
                <a:solidFill>
                  <a:prstClr val="black">
                    <a:tint val="75000"/>
                  </a:prstClr>
                </a:solidFill>
                <a:latin typeface="Calibri"/>
                <a:ea typeface="+mn-ea"/>
              </a:rPr>
              <a:t>These slides are not original and have been prepared from various sources for teaching purpose</a:t>
            </a:r>
            <a:endParaRPr lang="en-US">
              <a:solidFill>
                <a:prstClr val="black">
                  <a:tint val="75000"/>
                </a:prstClr>
              </a:solidFill>
              <a:latin typeface="Calibri"/>
              <a:ea typeface="+mn-ea"/>
            </a:endParaRPr>
          </a:p>
        </p:txBody>
      </p:sp>
    </p:spTree>
    <p:extLst>
      <p:ext uri="{BB962C8B-B14F-4D97-AF65-F5344CB8AC3E}">
        <p14:creationId xmlns:p14="http://schemas.microsoft.com/office/powerpoint/2010/main" val="4287248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03140-DF9B-4DB3-AEFF-6A44BBB8920E}"/>
              </a:ext>
            </a:extLst>
          </p:cNvPr>
          <p:cNvSpPr>
            <a:spLocks noGrp="1"/>
          </p:cNvSpPr>
          <p:nvPr>
            <p:ph type="title"/>
          </p:nvPr>
        </p:nvSpPr>
        <p:spPr/>
        <p:txBody>
          <a:bodyPr/>
          <a:lstStyle/>
          <a:p>
            <a:r>
              <a:rPr lang="en-US" dirty="0"/>
              <a:t>Unsupervised Pretrained Networks</a:t>
            </a:r>
            <a:endParaRPr lang="en-IN" dirty="0"/>
          </a:p>
        </p:txBody>
      </p:sp>
      <p:sp>
        <p:nvSpPr>
          <p:cNvPr id="3" name="Content Placeholder 2">
            <a:extLst>
              <a:ext uri="{FF2B5EF4-FFF2-40B4-BE49-F238E27FC236}">
                <a16:creationId xmlns:a16="http://schemas.microsoft.com/office/drawing/2014/main" id="{BCCD02E5-2F5C-4D9F-9922-D39271F04644}"/>
              </a:ext>
            </a:extLst>
          </p:cNvPr>
          <p:cNvSpPr>
            <a:spLocks noGrp="1"/>
          </p:cNvSpPr>
          <p:nvPr>
            <p:ph idx="1"/>
          </p:nvPr>
        </p:nvSpPr>
        <p:spPr>
          <a:xfrm>
            <a:off x="504031" y="1331565"/>
            <a:ext cx="9072563" cy="5421396"/>
          </a:xfrm>
        </p:spPr>
        <p:txBody>
          <a:bodyPr/>
          <a:lstStyle/>
          <a:p>
            <a:pPr algn="just"/>
            <a:r>
              <a:rPr lang="en-US" sz="3200" dirty="0"/>
              <a:t>The neural network architecture which are based on pretrained learning.</a:t>
            </a:r>
          </a:p>
          <a:p>
            <a:pPr algn="just"/>
            <a:r>
              <a:rPr lang="en-US" sz="3200" dirty="0"/>
              <a:t>Unsupervised pre-training is a machine learning technique where a model is trained on a large dataset without any labeled data. This allows the model to learn useful features or representations of the data that can then be used for a downstream task with labeled data. </a:t>
            </a:r>
          </a:p>
          <a:p>
            <a:pPr algn="just"/>
            <a:r>
              <a:rPr lang="en-US" sz="3200" dirty="0"/>
              <a:t>For example, a model trained on a large corpus of text can learn useful representations of the text that can then be fine-tuned for a specific text classification task.</a:t>
            </a:r>
            <a:endParaRPr lang="en-IN" sz="3200" dirty="0"/>
          </a:p>
        </p:txBody>
      </p:sp>
      <p:sp>
        <p:nvSpPr>
          <p:cNvPr id="4" name="Slide Number Placeholder 3">
            <a:extLst>
              <a:ext uri="{FF2B5EF4-FFF2-40B4-BE49-F238E27FC236}">
                <a16:creationId xmlns:a16="http://schemas.microsoft.com/office/drawing/2014/main" id="{3655564F-32F9-41CF-B627-DC59136BDBD5}"/>
              </a:ext>
            </a:extLst>
          </p:cNvPr>
          <p:cNvSpPr>
            <a:spLocks noGrp="1"/>
          </p:cNvSpPr>
          <p:nvPr>
            <p:ph type="sldNum" sz="quarter" idx="12"/>
          </p:nvPr>
        </p:nvSpPr>
        <p:spPr>
          <a:xfrm>
            <a:off x="24774" y="2339677"/>
            <a:ext cx="2352146" cy="402483"/>
          </a:xfrm>
        </p:spPr>
        <p:txBody>
          <a:bodyPr/>
          <a:lstStyle/>
          <a:p>
            <a:fld id="{ABAAFA7D-6ABC-4212-A7A7-BEEED8253075}" type="slidenum">
              <a:rPr lang="en-US" altLang="en-US" smtClean="0"/>
              <a:pPr/>
              <a:t>7</a:t>
            </a:fld>
            <a:endParaRPr lang="en-US" altLang="en-US"/>
          </a:p>
        </p:txBody>
      </p:sp>
    </p:spTree>
    <p:extLst>
      <p:ext uri="{BB962C8B-B14F-4D97-AF65-F5344CB8AC3E}">
        <p14:creationId xmlns:p14="http://schemas.microsoft.com/office/powerpoint/2010/main" val="2576297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A8A08-8AD5-4815-91E5-57A155097A22}"/>
              </a:ext>
            </a:extLst>
          </p:cNvPr>
          <p:cNvSpPr>
            <a:spLocks noGrp="1"/>
          </p:cNvSpPr>
          <p:nvPr>
            <p:ph type="title"/>
          </p:nvPr>
        </p:nvSpPr>
        <p:spPr/>
        <p:txBody>
          <a:bodyPr/>
          <a:lstStyle/>
          <a:p>
            <a:r>
              <a:rPr lang="en-US" dirty="0"/>
              <a:t>Autoencoders</a:t>
            </a:r>
            <a:endParaRPr lang="en-IN" dirty="0"/>
          </a:p>
        </p:txBody>
      </p:sp>
      <p:sp>
        <p:nvSpPr>
          <p:cNvPr id="3" name="Content Placeholder 2">
            <a:extLst>
              <a:ext uri="{FF2B5EF4-FFF2-40B4-BE49-F238E27FC236}">
                <a16:creationId xmlns:a16="http://schemas.microsoft.com/office/drawing/2014/main" id="{55ED08C2-46A2-4CC3-805B-59EDCE6BE353}"/>
              </a:ext>
            </a:extLst>
          </p:cNvPr>
          <p:cNvSpPr>
            <a:spLocks noGrp="1"/>
          </p:cNvSpPr>
          <p:nvPr>
            <p:ph idx="1"/>
          </p:nvPr>
        </p:nvSpPr>
        <p:spPr>
          <a:xfrm>
            <a:off x="504031" y="1259557"/>
            <a:ext cx="9072563" cy="5493404"/>
          </a:xfrm>
        </p:spPr>
        <p:txBody>
          <a:bodyPr/>
          <a:lstStyle/>
          <a:p>
            <a:pPr algn="just"/>
            <a:r>
              <a:rPr lang="en-US" sz="3200" b="1" dirty="0"/>
              <a:t>Autoencoders</a:t>
            </a:r>
            <a:r>
              <a:rPr lang="en-US" sz="3200" dirty="0"/>
              <a:t> are self-supervised machine learning models which are used to reduce the size of input data by recreating it. These models are trained as supervised machine learning models and during inference, they work as unsupervised models that’s why they are called self-supervised models. Autoencoder is made up of two components:</a:t>
            </a:r>
          </a:p>
          <a:p>
            <a:pPr algn="just"/>
            <a:r>
              <a:rPr lang="en-US" sz="3200" dirty="0"/>
              <a:t>Encoder- It works as a compression unit that compresses the input data.                                               </a:t>
            </a:r>
          </a:p>
          <a:p>
            <a:pPr algn="just"/>
            <a:r>
              <a:rPr lang="en-US" sz="3200" dirty="0"/>
              <a:t>Decoder-It decompresses the compressed input by reconstructing it.</a:t>
            </a:r>
            <a:endParaRPr lang="en-IN" sz="3200" dirty="0"/>
          </a:p>
        </p:txBody>
      </p:sp>
      <p:sp>
        <p:nvSpPr>
          <p:cNvPr id="4" name="Slide Number Placeholder 3">
            <a:extLst>
              <a:ext uri="{FF2B5EF4-FFF2-40B4-BE49-F238E27FC236}">
                <a16:creationId xmlns:a16="http://schemas.microsoft.com/office/drawing/2014/main" id="{1CB0D024-FA11-4543-BBF5-D6E9C7C376D2}"/>
              </a:ext>
            </a:extLst>
          </p:cNvPr>
          <p:cNvSpPr>
            <a:spLocks noGrp="1"/>
          </p:cNvSpPr>
          <p:nvPr>
            <p:ph type="sldNum" sz="quarter" idx="12"/>
          </p:nvPr>
        </p:nvSpPr>
        <p:spPr/>
        <p:txBody>
          <a:bodyPr/>
          <a:lstStyle/>
          <a:p>
            <a:fld id="{ABAAFA7D-6ABC-4212-A7A7-BEEED8253075}" type="slidenum">
              <a:rPr lang="en-US" altLang="en-US" smtClean="0"/>
              <a:pPr/>
              <a:t>8</a:t>
            </a:fld>
            <a:endParaRPr lang="en-US" altLang="en-US"/>
          </a:p>
        </p:txBody>
      </p:sp>
    </p:spTree>
    <p:extLst>
      <p:ext uri="{BB962C8B-B14F-4D97-AF65-F5344CB8AC3E}">
        <p14:creationId xmlns:p14="http://schemas.microsoft.com/office/powerpoint/2010/main" val="549522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55346-1001-412D-81A7-139A14895142}"/>
              </a:ext>
            </a:extLst>
          </p:cNvPr>
          <p:cNvSpPr>
            <a:spLocks noGrp="1"/>
          </p:cNvSpPr>
          <p:nvPr>
            <p:ph type="title"/>
          </p:nvPr>
        </p:nvSpPr>
        <p:spPr/>
        <p:txBody>
          <a:bodyPr/>
          <a:lstStyle/>
          <a:p>
            <a:r>
              <a:rPr lang="en-US" dirty="0"/>
              <a:t>Applications of Autoencoder</a:t>
            </a:r>
            <a:endParaRPr lang="en-IN" dirty="0"/>
          </a:p>
        </p:txBody>
      </p:sp>
      <p:sp>
        <p:nvSpPr>
          <p:cNvPr id="3" name="Content Placeholder 2">
            <a:extLst>
              <a:ext uri="{FF2B5EF4-FFF2-40B4-BE49-F238E27FC236}">
                <a16:creationId xmlns:a16="http://schemas.microsoft.com/office/drawing/2014/main" id="{BDFB229F-B153-467E-A2EC-7D52A2F24F88}"/>
              </a:ext>
            </a:extLst>
          </p:cNvPr>
          <p:cNvSpPr>
            <a:spLocks noGrp="1"/>
          </p:cNvSpPr>
          <p:nvPr>
            <p:ph idx="1"/>
          </p:nvPr>
        </p:nvSpPr>
        <p:spPr/>
        <p:txBody>
          <a:bodyPr/>
          <a:lstStyle/>
          <a:p>
            <a:r>
              <a:rPr lang="en-US" dirty="0"/>
              <a:t>File Compression</a:t>
            </a:r>
          </a:p>
          <a:p>
            <a:r>
              <a:rPr lang="en-US" dirty="0"/>
              <a:t>Image De-noising</a:t>
            </a:r>
          </a:p>
          <a:p>
            <a:r>
              <a:rPr lang="en-US" dirty="0"/>
              <a:t>Image transformation</a:t>
            </a:r>
            <a:endParaRPr lang="en-IN" dirty="0"/>
          </a:p>
        </p:txBody>
      </p:sp>
      <p:sp>
        <p:nvSpPr>
          <p:cNvPr id="4" name="Slide Number Placeholder 3">
            <a:extLst>
              <a:ext uri="{FF2B5EF4-FFF2-40B4-BE49-F238E27FC236}">
                <a16:creationId xmlns:a16="http://schemas.microsoft.com/office/drawing/2014/main" id="{9B71FEBB-F985-4D2B-8997-C47E935918A4}"/>
              </a:ext>
            </a:extLst>
          </p:cNvPr>
          <p:cNvSpPr>
            <a:spLocks noGrp="1"/>
          </p:cNvSpPr>
          <p:nvPr>
            <p:ph type="sldNum" sz="quarter" idx="12"/>
          </p:nvPr>
        </p:nvSpPr>
        <p:spPr/>
        <p:txBody>
          <a:bodyPr/>
          <a:lstStyle/>
          <a:p>
            <a:fld id="{ABAAFA7D-6ABC-4212-A7A7-BEEED8253075}" type="slidenum">
              <a:rPr lang="en-US" altLang="en-US" smtClean="0"/>
              <a:pPr/>
              <a:t>9</a:t>
            </a:fld>
            <a:endParaRPr lang="en-US" altLang="en-US"/>
          </a:p>
        </p:txBody>
      </p:sp>
    </p:spTree>
    <p:extLst>
      <p:ext uri="{BB962C8B-B14F-4D97-AF65-F5344CB8AC3E}">
        <p14:creationId xmlns:p14="http://schemas.microsoft.com/office/powerpoint/2010/main" val="4260120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2F0EA-4949-4512-A69E-2A6374538662}"/>
              </a:ext>
            </a:extLst>
          </p:cNvPr>
          <p:cNvSpPr>
            <a:spLocks noGrp="1"/>
          </p:cNvSpPr>
          <p:nvPr>
            <p:ph type="title"/>
          </p:nvPr>
        </p:nvSpPr>
        <p:spPr/>
        <p:txBody>
          <a:bodyPr/>
          <a:lstStyle/>
          <a:p>
            <a:r>
              <a:rPr lang="en-US" dirty="0"/>
              <a:t>Deep Belief Networks</a:t>
            </a:r>
            <a:endParaRPr lang="en-IN" dirty="0"/>
          </a:p>
        </p:txBody>
      </p:sp>
      <p:sp>
        <p:nvSpPr>
          <p:cNvPr id="3" name="Content Placeholder 2">
            <a:extLst>
              <a:ext uri="{FF2B5EF4-FFF2-40B4-BE49-F238E27FC236}">
                <a16:creationId xmlns:a16="http://schemas.microsoft.com/office/drawing/2014/main" id="{66703A51-9D38-47DA-9FB0-EAE279F45C73}"/>
              </a:ext>
            </a:extLst>
          </p:cNvPr>
          <p:cNvSpPr>
            <a:spLocks noGrp="1"/>
          </p:cNvSpPr>
          <p:nvPr>
            <p:ph idx="1"/>
          </p:nvPr>
        </p:nvSpPr>
        <p:spPr>
          <a:xfrm>
            <a:off x="504031" y="1331565"/>
            <a:ext cx="9072563" cy="5421396"/>
          </a:xfrm>
        </p:spPr>
        <p:txBody>
          <a:bodyPr/>
          <a:lstStyle/>
          <a:p>
            <a:pPr algn="just"/>
            <a:r>
              <a:rPr lang="en-US" dirty="0"/>
              <a:t>DBNs are composed of layers of Restricted Boltzmann Machines (RBMs) for the pretrain phase and then a feed-forward network for the fine-tune phase. RBM are used for extraction of high level feature vectors. </a:t>
            </a:r>
          </a:p>
          <a:p>
            <a:endParaRPr lang="en-IN" dirty="0"/>
          </a:p>
        </p:txBody>
      </p:sp>
      <p:sp>
        <p:nvSpPr>
          <p:cNvPr id="4" name="Slide Number Placeholder 3">
            <a:extLst>
              <a:ext uri="{FF2B5EF4-FFF2-40B4-BE49-F238E27FC236}">
                <a16:creationId xmlns:a16="http://schemas.microsoft.com/office/drawing/2014/main" id="{B4D5E4E6-4BFC-4C03-B9F3-9B19C7BA1DE5}"/>
              </a:ext>
            </a:extLst>
          </p:cNvPr>
          <p:cNvSpPr>
            <a:spLocks noGrp="1"/>
          </p:cNvSpPr>
          <p:nvPr>
            <p:ph type="sldNum" sz="quarter" idx="12"/>
          </p:nvPr>
        </p:nvSpPr>
        <p:spPr/>
        <p:txBody>
          <a:bodyPr/>
          <a:lstStyle/>
          <a:p>
            <a:fld id="{ABAAFA7D-6ABC-4212-A7A7-BEEED8253075}" type="slidenum">
              <a:rPr lang="en-US" altLang="en-US" smtClean="0"/>
              <a:pPr/>
              <a:t>10</a:t>
            </a:fld>
            <a:endParaRPr lang="en-US" altLang="en-US"/>
          </a:p>
        </p:txBody>
      </p:sp>
      <p:pic>
        <p:nvPicPr>
          <p:cNvPr id="5" name="Picture 4">
            <a:extLst>
              <a:ext uri="{FF2B5EF4-FFF2-40B4-BE49-F238E27FC236}">
                <a16:creationId xmlns:a16="http://schemas.microsoft.com/office/drawing/2014/main" id="{39A125F0-C5E1-4CFC-BCBB-99A4B0A1D4D0}"/>
              </a:ext>
            </a:extLst>
          </p:cNvPr>
          <p:cNvPicPr>
            <a:picLocks noChangeAspect="1"/>
          </p:cNvPicPr>
          <p:nvPr/>
        </p:nvPicPr>
        <p:blipFill>
          <a:blip r:embed="rId2"/>
          <a:stretch>
            <a:fillRect/>
          </a:stretch>
        </p:blipFill>
        <p:spPr>
          <a:xfrm>
            <a:off x="504031" y="4229778"/>
            <a:ext cx="8856761" cy="3027160"/>
          </a:xfrm>
          <a:prstGeom prst="rect">
            <a:avLst/>
          </a:prstGeom>
        </p:spPr>
      </p:pic>
    </p:spTree>
    <p:extLst>
      <p:ext uri="{BB962C8B-B14F-4D97-AF65-F5344CB8AC3E}">
        <p14:creationId xmlns:p14="http://schemas.microsoft.com/office/powerpoint/2010/main" val="3782359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35320-D422-4A82-8AF6-1579E18081D6}"/>
              </a:ext>
            </a:extLst>
          </p:cNvPr>
          <p:cNvSpPr>
            <a:spLocks noGrp="1"/>
          </p:cNvSpPr>
          <p:nvPr>
            <p:ph type="title"/>
          </p:nvPr>
        </p:nvSpPr>
        <p:spPr/>
        <p:txBody>
          <a:bodyPr/>
          <a:lstStyle/>
          <a:p>
            <a:r>
              <a:rPr lang="en-US" dirty="0"/>
              <a:t>Generative </a:t>
            </a:r>
            <a:r>
              <a:rPr lang="en-US" dirty="0" err="1"/>
              <a:t>Adverasial</a:t>
            </a:r>
            <a:r>
              <a:rPr lang="en-US" dirty="0"/>
              <a:t> Network</a:t>
            </a:r>
            <a:endParaRPr lang="en-IN" dirty="0"/>
          </a:p>
        </p:txBody>
      </p:sp>
      <p:sp>
        <p:nvSpPr>
          <p:cNvPr id="3" name="Content Placeholder 2">
            <a:extLst>
              <a:ext uri="{FF2B5EF4-FFF2-40B4-BE49-F238E27FC236}">
                <a16:creationId xmlns:a16="http://schemas.microsoft.com/office/drawing/2014/main" id="{D1306F3A-A815-4F19-BFA4-E19A547E61B8}"/>
              </a:ext>
            </a:extLst>
          </p:cNvPr>
          <p:cNvSpPr>
            <a:spLocks noGrp="1"/>
          </p:cNvSpPr>
          <p:nvPr>
            <p:ph idx="1"/>
          </p:nvPr>
        </p:nvSpPr>
        <p:spPr/>
        <p:txBody>
          <a:bodyPr/>
          <a:lstStyle/>
          <a:p>
            <a:r>
              <a:rPr lang="en-US" dirty="0"/>
              <a:t>GANs have been shown to be quite adept at synthesizing novel new images based on other training images. We can extend this concept to model other domains such as the following:</a:t>
            </a:r>
          </a:p>
          <a:p>
            <a:endParaRPr lang="en-US" dirty="0"/>
          </a:p>
          <a:p>
            <a:r>
              <a:rPr lang="en-US" dirty="0"/>
              <a:t>    Sound</a:t>
            </a:r>
          </a:p>
          <a:p>
            <a:r>
              <a:rPr lang="en-US" dirty="0"/>
              <a:t>    Video</a:t>
            </a:r>
          </a:p>
          <a:p>
            <a:r>
              <a:rPr lang="en-US" dirty="0"/>
              <a:t>    Generating images from text descriptions</a:t>
            </a:r>
          </a:p>
          <a:p>
            <a:pPr marL="0" indent="0">
              <a:buNone/>
            </a:pPr>
            <a:endParaRPr lang="en-IN" dirty="0"/>
          </a:p>
        </p:txBody>
      </p:sp>
      <p:sp>
        <p:nvSpPr>
          <p:cNvPr id="4" name="Slide Number Placeholder 3">
            <a:extLst>
              <a:ext uri="{FF2B5EF4-FFF2-40B4-BE49-F238E27FC236}">
                <a16:creationId xmlns:a16="http://schemas.microsoft.com/office/drawing/2014/main" id="{94329CC2-A22E-475B-A216-8951CB945A33}"/>
              </a:ext>
            </a:extLst>
          </p:cNvPr>
          <p:cNvSpPr>
            <a:spLocks noGrp="1"/>
          </p:cNvSpPr>
          <p:nvPr>
            <p:ph type="sldNum" sz="quarter" idx="12"/>
          </p:nvPr>
        </p:nvSpPr>
        <p:spPr/>
        <p:txBody>
          <a:bodyPr/>
          <a:lstStyle/>
          <a:p>
            <a:fld id="{ABAAFA7D-6ABC-4212-A7A7-BEEED8253075}" type="slidenum">
              <a:rPr lang="en-US" altLang="en-US" smtClean="0"/>
              <a:pPr/>
              <a:t>11</a:t>
            </a:fld>
            <a:endParaRPr lang="en-US" altLang="en-US"/>
          </a:p>
        </p:txBody>
      </p:sp>
    </p:spTree>
    <p:extLst>
      <p:ext uri="{BB962C8B-B14F-4D97-AF65-F5344CB8AC3E}">
        <p14:creationId xmlns:p14="http://schemas.microsoft.com/office/powerpoint/2010/main" val="2023567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7645F-3951-4280-BBFE-766B4BD320E8}"/>
              </a:ext>
            </a:extLst>
          </p:cNvPr>
          <p:cNvSpPr>
            <a:spLocks noGrp="1"/>
          </p:cNvSpPr>
          <p:nvPr>
            <p:ph type="title"/>
          </p:nvPr>
        </p:nvSpPr>
        <p:spPr/>
        <p:txBody>
          <a:bodyPr/>
          <a:lstStyle/>
          <a:p>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46092801-2F6E-48BD-ABF1-6CBE490CCB4F}"/>
              </a:ext>
            </a:extLst>
          </p:cNvPr>
          <p:cNvSpPr>
            <a:spLocks noGrp="1"/>
          </p:cNvSpPr>
          <p:nvPr>
            <p:ph idx="1"/>
          </p:nvPr>
        </p:nvSpPr>
        <p:spPr/>
        <p:txBody>
          <a:bodyPr/>
          <a:lstStyle/>
          <a:p>
            <a:pPr algn="just"/>
            <a:r>
              <a:rPr lang="en-US" dirty="0"/>
              <a:t>GANs are an example of a network that uses unsupervised learning to train two models in parallel. A key aspect of GANs (and generative models in general) is how they use a parameter count that is significantly smaller than normal with respect to the amount of data on which we’re training the network. The network is forced to efficiently represent the training data, making it more effective at generating data similar to the training data.</a:t>
            </a:r>
            <a:endParaRPr lang="en-IN" dirty="0"/>
          </a:p>
        </p:txBody>
      </p:sp>
      <p:sp>
        <p:nvSpPr>
          <p:cNvPr id="4" name="Slide Number Placeholder 3">
            <a:extLst>
              <a:ext uri="{FF2B5EF4-FFF2-40B4-BE49-F238E27FC236}">
                <a16:creationId xmlns:a16="http://schemas.microsoft.com/office/drawing/2014/main" id="{BB83A627-EB5E-42CC-BD4E-CDD6567A0618}"/>
              </a:ext>
            </a:extLst>
          </p:cNvPr>
          <p:cNvSpPr>
            <a:spLocks noGrp="1"/>
          </p:cNvSpPr>
          <p:nvPr>
            <p:ph type="sldNum" sz="quarter" idx="12"/>
          </p:nvPr>
        </p:nvSpPr>
        <p:spPr/>
        <p:txBody>
          <a:bodyPr/>
          <a:lstStyle/>
          <a:p>
            <a:fld id="{ABAAFA7D-6ABC-4212-A7A7-BEEED8253075}" type="slidenum">
              <a:rPr lang="en-US" altLang="en-US" smtClean="0"/>
              <a:pPr/>
              <a:t>12</a:t>
            </a:fld>
            <a:endParaRPr lang="en-US" altLang="en-US"/>
          </a:p>
        </p:txBody>
      </p:sp>
    </p:spTree>
    <p:extLst>
      <p:ext uri="{BB962C8B-B14F-4D97-AF65-F5344CB8AC3E}">
        <p14:creationId xmlns:p14="http://schemas.microsoft.com/office/powerpoint/2010/main" val="688606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336514" y="50748"/>
            <a:ext cx="9407596" cy="705219"/>
          </a:xfrm>
        </p:spPr>
        <p:txBody>
          <a:bodyPr/>
          <a:lstStyle/>
          <a:p>
            <a:pPr eaLnBrk="1" hangingPunct="1"/>
            <a:r>
              <a:rPr lang="en-US" altLang="en-US" sz="3858" dirty="0">
                <a:latin typeface="Comic Sans MS" panose="030F0702030302020204" pitchFamily="66" charset="0"/>
              </a:rPr>
              <a:t>Major Architectures of Deep Networks</a:t>
            </a:r>
          </a:p>
        </p:txBody>
      </p:sp>
      <p:sp>
        <p:nvSpPr>
          <p:cNvPr id="3075" name="Subtitle 2"/>
          <p:cNvSpPr>
            <a:spLocks noGrp="1"/>
          </p:cNvSpPr>
          <p:nvPr>
            <p:ph type="subTitle" idx="1"/>
          </p:nvPr>
        </p:nvSpPr>
        <p:spPr>
          <a:xfrm>
            <a:off x="756496" y="923960"/>
            <a:ext cx="8567632" cy="6383726"/>
          </a:xfrm>
        </p:spPr>
        <p:txBody>
          <a:bodyPr/>
          <a:lstStyle/>
          <a:p>
            <a:pPr marL="377979" indent="-377979" algn="just" eaLnBrk="1" hangingPunct="1">
              <a:buFont typeface="Wingdings" panose="05000000000000000000" pitchFamily="2" charset="2"/>
              <a:buChar char="Ø"/>
            </a:pPr>
            <a:r>
              <a:rPr lang="en-US" altLang="en-US" sz="2646" dirty="0">
                <a:solidFill>
                  <a:schemeClr val="tx1"/>
                </a:solidFill>
                <a:latin typeface="Comic Sans MS" panose="030F0702030302020204" pitchFamily="66" charset="0"/>
              </a:rPr>
              <a:t> Four Major Architectures:</a:t>
            </a:r>
          </a:p>
          <a:p>
            <a:pPr marL="881950" lvl="1" indent="-377979" algn="just" eaLnBrk="1" hangingPunct="1">
              <a:buFont typeface="Wingdings" panose="05000000000000000000" pitchFamily="2" charset="2"/>
              <a:buChar char="Ø"/>
            </a:pPr>
            <a:r>
              <a:rPr lang="en-US" altLang="en-US" sz="2205" dirty="0">
                <a:solidFill>
                  <a:schemeClr val="tx1"/>
                </a:solidFill>
                <a:latin typeface="Comic Sans MS" panose="030F0702030302020204" pitchFamily="66" charset="0"/>
              </a:rPr>
              <a:t>Convolutional Neural Networks (CNNs)</a:t>
            </a:r>
          </a:p>
          <a:p>
            <a:pPr marL="1385922" lvl="2" indent="-377979" algn="just" eaLnBrk="1" hangingPunct="1">
              <a:buFont typeface="Wingdings" panose="05000000000000000000" pitchFamily="2" charset="2"/>
              <a:buChar char="Ø"/>
            </a:pPr>
            <a:r>
              <a:rPr lang="en-IN" altLang="en-US" sz="2205" dirty="0">
                <a:solidFill>
                  <a:schemeClr val="tx1"/>
                </a:solidFill>
                <a:latin typeface="Comic Sans MS" panose="030F0702030302020204" pitchFamily="66" charset="0"/>
              </a:rPr>
              <a:t>Lenet-5</a:t>
            </a:r>
          </a:p>
          <a:p>
            <a:pPr marL="1385922" lvl="2" indent="-377979" algn="just" eaLnBrk="1" hangingPunct="1">
              <a:buFont typeface="Wingdings" panose="05000000000000000000" pitchFamily="2" charset="2"/>
              <a:buChar char="Ø"/>
            </a:pPr>
            <a:r>
              <a:rPr lang="en-IN" altLang="en-US" sz="2205" dirty="0" err="1">
                <a:solidFill>
                  <a:schemeClr val="tx1"/>
                </a:solidFill>
                <a:latin typeface="Comic Sans MS" panose="030F0702030302020204" pitchFamily="66" charset="0"/>
              </a:rPr>
              <a:t>AlexNet</a:t>
            </a:r>
            <a:endParaRPr lang="en-IN" altLang="en-US" sz="2205" dirty="0">
              <a:solidFill>
                <a:schemeClr val="tx1"/>
              </a:solidFill>
              <a:latin typeface="Comic Sans MS" panose="030F0702030302020204" pitchFamily="66" charset="0"/>
            </a:endParaRPr>
          </a:p>
          <a:p>
            <a:pPr marL="1385922" lvl="2" indent="-377979" algn="just" eaLnBrk="1" hangingPunct="1">
              <a:buFont typeface="Wingdings" panose="05000000000000000000" pitchFamily="2" charset="2"/>
              <a:buChar char="Ø"/>
            </a:pPr>
            <a:r>
              <a:rPr lang="en-IN" altLang="en-US" sz="2205" dirty="0" err="1">
                <a:solidFill>
                  <a:schemeClr val="tx1"/>
                </a:solidFill>
                <a:latin typeface="Comic Sans MS" panose="030F0702030302020204" pitchFamily="66" charset="0"/>
              </a:rPr>
              <a:t>VGGNet</a:t>
            </a:r>
            <a:endParaRPr lang="en-IN" altLang="en-US" sz="2205" dirty="0">
              <a:solidFill>
                <a:schemeClr val="tx1"/>
              </a:solidFill>
              <a:latin typeface="Comic Sans MS" panose="030F0702030302020204" pitchFamily="66" charset="0"/>
            </a:endParaRPr>
          </a:p>
          <a:p>
            <a:pPr marL="1385922" lvl="2" indent="-377979" algn="just" eaLnBrk="1" hangingPunct="1">
              <a:buFont typeface="Wingdings" panose="05000000000000000000" pitchFamily="2" charset="2"/>
              <a:buChar char="Ø"/>
            </a:pPr>
            <a:r>
              <a:rPr lang="en-IN" altLang="en-US" sz="2205" dirty="0" err="1">
                <a:solidFill>
                  <a:schemeClr val="tx1"/>
                </a:solidFill>
                <a:latin typeface="Comic Sans MS" panose="030F0702030302020204" pitchFamily="66" charset="0"/>
              </a:rPr>
              <a:t>GoogleNet</a:t>
            </a:r>
            <a:r>
              <a:rPr lang="en-IN" altLang="en-US" sz="2205" dirty="0">
                <a:solidFill>
                  <a:schemeClr val="tx1"/>
                </a:solidFill>
                <a:latin typeface="Comic Sans MS" panose="030F0702030302020204" pitchFamily="66" charset="0"/>
              </a:rPr>
              <a:t> (Inception)</a:t>
            </a:r>
          </a:p>
          <a:p>
            <a:pPr marL="1385922" lvl="2" indent="-377979" algn="just" eaLnBrk="1" hangingPunct="1">
              <a:buFont typeface="Wingdings" panose="05000000000000000000" pitchFamily="2" charset="2"/>
              <a:buChar char="Ø"/>
            </a:pPr>
            <a:r>
              <a:rPr lang="en-IN" altLang="en-US" sz="2205" dirty="0" err="1">
                <a:solidFill>
                  <a:schemeClr val="tx1"/>
                </a:solidFill>
                <a:latin typeface="Comic Sans MS" panose="030F0702030302020204" pitchFamily="66" charset="0"/>
              </a:rPr>
              <a:t>ResNet</a:t>
            </a:r>
            <a:endParaRPr lang="en-IN" altLang="en-US" sz="2205" dirty="0">
              <a:solidFill>
                <a:schemeClr val="tx1"/>
              </a:solidFill>
              <a:latin typeface="Comic Sans MS" panose="030F0702030302020204" pitchFamily="66" charset="0"/>
            </a:endParaRPr>
          </a:p>
          <a:p>
            <a:pPr marL="1385922" lvl="2" indent="-377979" algn="just" eaLnBrk="1" hangingPunct="1">
              <a:buFont typeface="Wingdings" panose="05000000000000000000" pitchFamily="2" charset="2"/>
              <a:buChar char="Ø"/>
            </a:pPr>
            <a:r>
              <a:rPr lang="en-IN" altLang="en-US" sz="2205" dirty="0" err="1">
                <a:solidFill>
                  <a:schemeClr val="tx1"/>
                </a:solidFill>
                <a:latin typeface="Comic Sans MS" panose="030F0702030302020204" pitchFamily="66" charset="0"/>
              </a:rPr>
              <a:t>ResNext</a:t>
            </a:r>
            <a:endParaRPr lang="en-IN" altLang="en-US" sz="2205" dirty="0">
              <a:solidFill>
                <a:schemeClr val="tx1"/>
              </a:solidFill>
              <a:latin typeface="Comic Sans MS" panose="030F0702030302020204" pitchFamily="66" charset="0"/>
            </a:endParaRPr>
          </a:p>
          <a:p>
            <a:pPr marL="1385922" lvl="2" indent="-377979" algn="just" eaLnBrk="1" hangingPunct="1">
              <a:buFont typeface="Wingdings" panose="05000000000000000000" pitchFamily="2" charset="2"/>
              <a:buChar char="Ø"/>
            </a:pPr>
            <a:r>
              <a:rPr lang="en-IN" altLang="en-US" sz="2205" dirty="0" err="1">
                <a:solidFill>
                  <a:schemeClr val="tx1"/>
                </a:solidFill>
                <a:latin typeface="Comic Sans MS" panose="030F0702030302020204" pitchFamily="66" charset="0"/>
              </a:rPr>
              <a:t>DenseNet</a:t>
            </a:r>
            <a:endParaRPr lang="en-IN" altLang="en-US" sz="2205" dirty="0">
              <a:solidFill>
                <a:schemeClr val="tx1"/>
              </a:solidFill>
              <a:latin typeface="Comic Sans MS" panose="030F0702030302020204" pitchFamily="66" charset="0"/>
            </a:endParaRPr>
          </a:p>
          <a:p>
            <a:pPr marL="1385922" lvl="2" indent="-377979" algn="just" eaLnBrk="1" hangingPunct="1">
              <a:buFont typeface="Wingdings" panose="05000000000000000000" pitchFamily="2" charset="2"/>
              <a:buChar char="Ø"/>
            </a:pPr>
            <a:r>
              <a:rPr lang="en-IN" altLang="en-US" sz="2205" dirty="0">
                <a:solidFill>
                  <a:schemeClr val="tx1"/>
                </a:solidFill>
                <a:latin typeface="Comic Sans MS" panose="030F0702030302020204" pitchFamily="66" charset="0"/>
              </a:rPr>
              <a:t>RCNN (Region Based CNN)</a:t>
            </a:r>
          </a:p>
          <a:p>
            <a:pPr marL="1385922" lvl="2" indent="-377979" algn="just" eaLnBrk="1" hangingPunct="1">
              <a:buFont typeface="Wingdings" panose="05000000000000000000" pitchFamily="2" charset="2"/>
              <a:buChar char="Ø"/>
            </a:pPr>
            <a:r>
              <a:rPr lang="en-IN" altLang="en-US" sz="2205" dirty="0">
                <a:solidFill>
                  <a:schemeClr val="tx1"/>
                </a:solidFill>
                <a:latin typeface="Comic Sans MS" panose="030F0702030302020204" pitchFamily="66" charset="0"/>
              </a:rPr>
              <a:t>YOLO (You Only Look Once)</a:t>
            </a:r>
          </a:p>
          <a:p>
            <a:pPr marL="1385922" lvl="2" indent="-377979" algn="just" eaLnBrk="1" hangingPunct="1">
              <a:buFont typeface="Wingdings" panose="05000000000000000000" pitchFamily="2" charset="2"/>
              <a:buChar char="Ø"/>
            </a:pPr>
            <a:r>
              <a:rPr lang="en-IN" altLang="en-US" sz="2205" dirty="0" err="1">
                <a:solidFill>
                  <a:schemeClr val="tx1"/>
                </a:solidFill>
                <a:latin typeface="Comic Sans MS" panose="030F0702030302020204" pitchFamily="66" charset="0"/>
              </a:rPr>
              <a:t>SqueezeNet</a:t>
            </a:r>
            <a:endParaRPr lang="en-IN" altLang="en-US" sz="2205" dirty="0">
              <a:solidFill>
                <a:schemeClr val="tx1"/>
              </a:solidFill>
              <a:latin typeface="Comic Sans MS" panose="030F0702030302020204" pitchFamily="66" charset="0"/>
            </a:endParaRPr>
          </a:p>
          <a:p>
            <a:pPr marL="1385922" lvl="2" indent="-377979" algn="just" eaLnBrk="1" hangingPunct="1">
              <a:buFont typeface="Wingdings" panose="05000000000000000000" pitchFamily="2" charset="2"/>
              <a:buChar char="Ø"/>
            </a:pPr>
            <a:r>
              <a:rPr lang="en-IN" altLang="en-US" sz="2205" dirty="0" err="1">
                <a:solidFill>
                  <a:schemeClr val="tx1"/>
                </a:solidFill>
                <a:latin typeface="Comic Sans MS" panose="030F0702030302020204" pitchFamily="66" charset="0"/>
              </a:rPr>
              <a:t>SegNet</a:t>
            </a:r>
            <a:endParaRPr lang="en-IN" altLang="en-US" sz="2205" dirty="0">
              <a:solidFill>
                <a:schemeClr val="tx1"/>
              </a:solidFill>
              <a:latin typeface="Comic Sans MS" panose="030F0702030302020204" pitchFamily="66" charset="0"/>
            </a:endParaRPr>
          </a:p>
          <a:p>
            <a:pPr marL="1385922" lvl="2" indent="-377979" algn="just" eaLnBrk="1" hangingPunct="1">
              <a:buFont typeface="Wingdings" panose="05000000000000000000" pitchFamily="2" charset="2"/>
              <a:buChar char="Ø"/>
            </a:pPr>
            <a:endParaRPr lang="en-IN" altLang="en-US" sz="2205" dirty="0">
              <a:solidFill>
                <a:schemeClr val="tx1"/>
              </a:solidFill>
              <a:latin typeface="Comic Sans MS" panose="030F0702030302020204" pitchFamily="66" charset="0"/>
            </a:endParaRP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818954" indent="-314982" eaLnBrk="0" hangingPunct="0">
              <a:defRPr>
                <a:solidFill>
                  <a:schemeClr val="tx1"/>
                </a:solidFill>
                <a:latin typeface="Arial" panose="020B0604020202020204" pitchFamily="34" charset="0"/>
              </a:defRPr>
            </a:lvl2pPr>
            <a:lvl3pPr marL="1259929" indent="-251986" eaLnBrk="0" hangingPunct="0">
              <a:defRPr>
                <a:solidFill>
                  <a:schemeClr val="tx1"/>
                </a:solidFill>
                <a:latin typeface="Arial" panose="020B0604020202020204" pitchFamily="34" charset="0"/>
              </a:defRPr>
            </a:lvl3pPr>
            <a:lvl4pPr marL="1763900" indent="-251986" eaLnBrk="0" hangingPunct="0">
              <a:defRPr>
                <a:solidFill>
                  <a:schemeClr val="tx1"/>
                </a:solidFill>
                <a:latin typeface="Arial" panose="020B0604020202020204" pitchFamily="34" charset="0"/>
              </a:defRPr>
            </a:lvl4pPr>
            <a:lvl5pPr marL="2267872" indent="-251986" eaLnBrk="0" hangingPunct="0">
              <a:defRPr>
                <a:solidFill>
                  <a:schemeClr val="tx1"/>
                </a:solidFill>
                <a:latin typeface="Arial" panose="020B0604020202020204" pitchFamily="34" charset="0"/>
              </a:defRPr>
            </a:lvl5pPr>
            <a:lvl6pPr marL="2771844" indent="-251986" eaLnBrk="0" fontAlgn="base" hangingPunct="0">
              <a:spcBef>
                <a:spcPct val="0"/>
              </a:spcBef>
              <a:spcAft>
                <a:spcPct val="0"/>
              </a:spcAft>
              <a:defRPr>
                <a:solidFill>
                  <a:schemeClr val="tx1"/>
                </a:solidFill>
                <a:latin typeface="Arial" panose="020B0604020202020204" pitchFamily="34" charset="0"/>
              </a:defRPr>
            </a:lvl6pPr>
            <a:lvl7pPr marL="3275815" indent="-251986" eaLnBrk="0" fontAlgn="base" hangingPunct="0">
              <a:spcBef>
                <a:spcPct val="0"/>
              </a:spcBef>
              <a:spcAft>
                <a:spcPct val="0"/>
              </a:spcAft>
              <a:defRPr>
                <a:solidFill>
                  <a:schemeClr val="tx1"/>
                </a:solidFill>
                <a:latin typeface="Arial" panose="020B0604020202020204" pitchFamily="34" charset="0"/>
              </a:defRPr>
            </a:lvl7pPr>
            <a:lvl8pPr marL="3779787" indent="-251986" eaLnBrk="0" fontAlgn="base" hangingPunct="0">
              <a:spcBef>
                <a:spcPct val="0"/>
              </a:spcBef>
              <a:spcAft>
                <a:spcPct val="0"/>
              </a:spcAft>
              <a:defRPr>
                <a:solidFill>
                  <a:schemeClr val="tx1"/>
                </a:solidFill>
                <a:latin typeface="Arial" panose="020B0604020202020204" pitchFamily="34" charset="0"/>
              </a:defRPr>
            </a:lvl8pPr>
            <a:lvl9pPr marL="4283758" indent="-251986" eaLnBrk="0" fontAlgn="base" hangingPunct="0">
              <a:spcBef>
                <a:spcPct val="0"/>
              </a:spcBef>
              <a:spcAft>
                <a:spcPct val="0"/>
              </a:spcAft>
              <a:defRPr>
                <a:solidFill>
                  <a:schemeClr val="tx1"/>
                </a:solidFill>
                <a:latin typeface="Arial" panose="020B0604020202020204" pitchFamily="34" charset="0"/>
              </a:defRPr>
            </a:lvl9pPr>
          </a:lstStyle>
          <a:p>
            <a:pPr defTabSz="1007943" eaLnBrk="1" hangingPunct="1"/>
            <a:fld id="{75FB3A1A-6327-447C-8605-7D2295C71D89}" type="slidenum">
              <a:rPr lang="en-US" altLang="en-US">
                <a:solidFill>
                  <a:srgbClr val="898989"/>
                </a:solidFill>
                <a:latin typeface="Calibri" panose="020F0502020204030204" pitchFamily="34" charset="0"/>
                <a:ea typeface="+mn-ea"/>
              </a:rPr>
              <a:pPr defTabSz="1007943" eaLnBrk="1" hangingPunct="1"/>
              <a:t>13</a:t>
            </a:fld>
            <a:endParaRPr lang="en-US" altLang="en-US">
              <a:solidFill>
                <a:srgbClr val="898989"/>
              </a:solidFill>
              <a:latin typeface="Calibri" panose="020F0502020204030204" pitchFamily="34" charset="0"/>
              <a:ea typeface="+mn-ea"/>
            </a:endParaRPr>
          </a:p>
        </p:txBody>
      </p:sp>
      <p:sp>
        <p:nvSpPr>
          <p:cNvPr id="2" name="Footer Placeholder 1"/>
          <p:cNvSpPr>
            <a:spLocks noGrp="1"/>
          </p:cNvSpPr>
          <p:nvPr>
            <p:ph type="ftr" sz="quarter" idx="11"/>
          </p:nvPr>
        </p:nvSpPr>
        <p:spPr/>
        <p:txBody>
          <a:bodyPr/>
          <a:lstStyle/>
          <a:p>
            <a:pPr defTabSz="1007943" eaLnBrk="1" hangingPunct="1">
              <a:defRPr/>
            </a:pPr>
            <a:r>
              <a:rPr lang="en-IN">
                <a:solidFill>
                  <a:prstClr val="black">
                    <a:tint val="75000"/>
                  </a:prstClr>
                </a:solidFill>
                <a:latin typeface="Calibri"/>
                <a:ea typeface="+mn-ea"/>
              </a:rPr>
              <a:t>These slides are not original and have been prepared from various sources for teaching purpose</a:t>
            </a:r>
            <a:endParaRPr lang="en-US">
              <a:solidFill>
                <a:prstClr val="black">
                  <a:tint val="75000"/>
                </a:prstClr>
              </a:solidFill>
              <a:latin typeface="Calibri"/>
              <a:ea typeface="+mn-ea"/>
            </a:endParaRPr>
          </a:p>
        </p:txBody>
      </p:sp>
    </p:spTree>
    <p:extLst>
      <p:ext uri="{BB962C8B-B14F-4D97-AF65-F5344CB8AC3E}">
        <p14:creationId xmlns:p14="http://schemas.microsoft.com/office/powerpoint/2010/main" val="3234290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9E154-A012-45EA-A0FF-8B89A0C29722}"/>
              </a:ext>
            </a:extLst>
          </p:cNvPr>
          <p:cNvSpPr>
            <a:spLocks noGrp="1"/>
          </p:cNvSpPr>
          <p:nvPr>
            <p:ph type="title"/>
          </p:nvPr>
        </p:nvSpPr>
        <p:spPr/>
        <p:txBody>
          <a:bodyPr/>
          <a:lstStyle/>
          <a:p>
            <a:r>
              <a:rPr lang="en-US" dirty="0"/>
              <a:t>Convolutional Neural Network</a:t>
            </a:r>
            <a:endParaRPr lang="en-IN" dirty="0"/>
          </a:p>
        </p:txBody>
      </p:sp>
      <p:sp>
        <p:nvSpPr>
          <p:cNvPr id="3" name="Content Placeholder 2">
            <a:extLst>
              <a:ext uri="{FF2B5EF4-FFF2-40B4-BE49-F238E27FC236}">
                <a16:creationId xmlns:a16="http://schemas.microsoft.com/office/drawing/2014/main" id="{7CC7D44E-F1E7-45A9-BBD8-518C5B51B6E8}"/>
              </a:ext>
            </a:extLst>
          </p:cNvPr>
          <p:cNvSpPr>
            <a:spLocks noGrp="1"/>
          </p:cNvSpPr>
          <p:nvPr>
            <p:ph idx="1"/>
          </p:nvPr>
        </p:nvSpPr>
        <p:spPr/>
        <p:txBody>
          <a:bodyPr/>
          <a:lstStyle/>
          <a:p>
            <a:pPr algn="just"/>
            <a:r>
              <a:rPr lang="en-US" sz="3200" dirty="0"/>
              <a:t>The goal of CNN is to learn high order features in the data via convolution.</a:t>
            </a:r>
          </a:p>
          <a:p>
            <a:pPr algn="just"/>
            <a:r>
              <a:rPr lang="en-US" sz="3200" dirty="0"/>
              <a:t>Convolution is a specialized kind of linear operation. Convnets are simply neural networks that use convolution in place of general matrix multiplication in at least one of their layers.</a:t>
            </a:r>
          </a:p>
          <a:p>
            <a:pPr algn="just"/>
            <a:r>
              <a:rPr lang="en-US" sz="3200" dirty="0"/>
              <a:t>    Convolution between two functions in mathematics produces a third function expressing how the shape of one function is modified by other</a:t>
            </a:r>
            <a:endParaRPr lang="en-IN" sz="3200" dirty="0"/>
          </a:p>
        </p:txBody>
      </p:sp>
      <p:sp>
        <p:nvSpPr>
          <p:cNvPr id="4" name="Slide Number Placeholder 3">
            <a:extLst>
              <a:ext uri="{FF2B5EF4-FFF2-40B4-BE49-F238E27FC236}">
                <a16:creationId xmlns:a16="http://schemas.microsoft.com/office/drawing/2014/main" id="{C7AC0E49-3381-4D81-A1B1-0603D868E1C5}"/>
              </a:ext>
            </a:extLst>
          </p:cNvPr>
          <p:cNvSpPr>
            <a:spLocks noGrp="1"/>
          </p:cNvSpPr>
          <p:nvPr>
            <p:ph type="sldNum" sz="quarter" idx="12"/>
          </p:nvPr>
        </p:nvSpPr>
        <p:spPr/>
        <p:txBody>
          <a:bodyPr/>
          <a:lstStyle/>
          <a:p>
            <a:fld id="{ABAAFA7D-6ABC-4212-A7A7-BEEED8253075}" type="slidenum">
              <a:rPr lang="en-US" altLang="en-US" smtClean="0"/>
              <a:pPr/>
              <a:t>14</a:t>
            </a:fld>
            <a:endParaRPr lang="en-US" altLang="en-US"/>
          </a:p>
        </p:txBody>
      </p:sp>
    </p:spTree>
    <p:extLst>
      <p:ext uri="{BB962C8B-B14F-4D97-AF65-F5344CB8AC3E}">
        <p14:creationId xmlns:p14="http://schemas.microsoft.com/office/powerpoint/2010/main" val="2261614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42B95-5CB0-45E6-853B-8558C415367A}"/>
              </a:ext>
            </a:extLst>
          </p:cNvPr>
          <p:cNvSpPr>
            <a:spLocks noGrp="1"/>
          </p:cNvSpPr>
          <p:nvPr>
            <p:ph type="title"/>
          </p:nvPr>
        </p:nvSpPr>
        <p:spPr/>
        <p:txBody>
          <a:bodyPr/>
          <a:lstStyle/>
          <a:p>
            <a:r>
              <a:rPr lang="en-US" dirty="0"/>
              <a:t>Working of Convolution Function </a:t>
            </a:r>
            <a:endParaRPr lang="en-IN" dirty="0"/>
          </a:p>
        </p:txBody>
      </p:sp>
      <p:sp>
        <p:nvSpPr>
          <p:cNvPr id="3" name="Content Placeholder 2">
            <a:extLst>
              <a:ext uri="{FF2B5EF4-FFF2-40B4-BE49-F238E27FC236}">
                <a16:creationId xmlns:a16="http://schemas.microsoft.com/office/drawing/2014/main" id="{8D303CEF-1111-4884-825B-82F0398073DF}"/>
              </a:ext>
            </a:extLst>
          </p:cNvPr>
          <p:cNvSpPr>
            <a:spLocks noGrp="1"/>
          </p:cNvSpPr>
          <p:nvPr>
            <p:ph idx="1"/>
          </p:nvPr>
        </p:nvSpPr>
        <p:spPr/>
        <p:txBody>
          <a:bodyPr/>
          <a:lstStyle/>
          <a:p>
            <a:r>
              <a:rPr lang="en-US" dirty="0"/>
              <a:t>It uses a matrix known as kernel for the convolution operation.</a:t>
            </a:r>
          </a:p>
          <a:p>
            <a:r>
              <a:rPr lang="en-US" dirty="0"/>
              <a:t>A kernel maps on the input image by simple matrix multiplication and addition, the output obtained is of lower dimensions and therefore easier to work with.</a:t>
            </a:r>
            <a:endParaRPr lang="en-IN" dirty="0"/>
          </a:p>
        </p:txBody>
      </p:sp>
      <p:sp>
        <p:nvSpPr>
          <p:cNvPr id="4" name="Slide Number Placeholder 3">
            <a:extLst>
              <a:ext uri="{FF2B5EF4-FFF2-40B4-BE49-F238E27FC236}">
                <a16:creationId xmlns:a16="http://schemas.microsoft.com/office/drawing/2014/main" id="{913639E1-03E5-40C1-9C63-0C2BC5A32FB2}"/>
              </a:ext>
            </a:extLst>
          </p:cNvPr>
          <p:cNvSpPr>
            <a:spLocks noGrp="1"/>
          </p:cNvSpPr>
          <p:nvPr>
            <p:ph type="sldNum" sz="quarter" idx="12"/>
          </p:nvPr>
        </p:nvSpPr>
        <p:spPr/>
        <p:txBody>
          <a:bodyPr/>
          <a:lstStyle/>
          <a:p>
            <a:fld id="{ABAAFA7D-6ABC-4212-A7A7-BEEED8253075}" type="slidenum">
              <a:rPr lang="en-US" altLang="en-US" smtClean="0"/>
              <a:pPr/>
              <a:t>15</a:t>
            </a:fld>
            <a:endParaRPr lang="en-US" altLang="en-US"/>
          </a:p>
        </p:txBody>
      </p:sp>
    </p:spTree>
    <p:extLst>
      <p:ext uri="{BB962C8B-B14F-4D97-AF65-F5344CB8AC3E}">
        <p14:creationId xmlns:p14="http://schemas.microsoft.com/office/powerpoint/2010/main" val="2342361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E2AD2-82F4-45C6-A762-2DC123FC0B4D}"/>
              </a:ext>
            </a:extLst>
          </p:cNvPr>
          <p:cNvSpPr>
            <a:spLocks noGrp="1"/>
          </p:cNvSpPr>
          <p:nvPr>
            <p:ph type="title"/>
          </p:nvPr>
        </p:nvSpPr>
        <p:spPr>
          <a:xfrm>
            <a:off x="504031" y="302737"/>
            <a:ext cx="9072563" cy="956820"/>
          </a:xfrm>
        </p:spPr>
        <p:txBody>
          <a:bodyPr/>
          <a:lstStyle/>
          <a:p>
            <a:r>
              <a:rPr lang="en-US" dirty="0"/>
              <a:t>Example of Convolution</a:t>
            </a:r>
            <a:endParaRPr lang="en-IN" dirty="0"/>
          </a:p>
        </p:txBody>
      </p:sp>
      <p:pic>
        <p:nvPicPr>
          <p:cNvPr id="5" name="Content Placeholder 4">
            <a:extLst>
              <a:ext uri="{FF2B5EF4-FFF2-40B4-BE49-F238E27FC236}">
                <a16:creationId xmlns:a16="http://schemas.microsoft.com/office/drawing/2014/main" id="{9B29E6FA-8C76-4918-9571-FD6C6F9189F5}"/>
              </a:ext>
            </a:extLst>
          </p:cNvPr>
          <p:cNvPicPr>
            <a:picLocks noGrp="1" noChangeAspect="1"/>
          </p:cNvPicPr>
          <p:nvPr>
            <p:ph idx="1"/>
          </p:nvPr>
        </p:nvPicPr>
        <p:blipFill>
          <a:blip r:embed="rId2"/>
          <a:stretch>
            <a:fillRect/>
          </a:stretch>
        </p:blipFill>
        <p:spPr>
          <a:xfrm>
            <a:off x="359792" y="1305277"/>
            <a:ext cx="8712968" cy="4130743"/>
          </a:xfrm>
          <a:prstGeom prst="rect">
            <a:avLst/>
          </a:prstGeom>
        </p:spPr>
      </p:pic>
      <p:sp>
        <p:nvSpPr>
          <p:cNvPr id="4" name="Slide Number Placeholder 3">
            <a:extLst>
              <a:ext uri="{FF2B5EF4-FFF2-40B4-BE49-F238E27FC236}">
                <a16:creationId xmlns:a16="http://schemas.microsoft.com/office/drawing/2014/main" id="{992F5787-E4A8-4D7F-A3E5-8E48DF1AC9C3}"/>
              </a:ext>
            </a:extLst>
          </p:cNvPr>
          <p:cNvSpPr>
            <a:spLocks noGrp="1"/>
          </p:cNvSpPr>
          <p:nvPr>
            <p:ph type="sldNum" sz="quarter" idx="12"/>
          </p:nvPr>
        </p:nvSpPr>
        <p:spPr/>
        <p:txBody>
          <a:bodyPr/>
          <a:lstStyle/>
          <a:p>
            <a:fld id="{ABAAFA7D-6ABC-4212-A7A7-BEEED8253075}" type="slidenum">
              <a:rPr lang="en-US" altLang="en-US" smtClean="0"/>
              <a:pPr/>
              <a:t>16</a:t>
            </a:fld>
            <a:endParaRPr lang="en-US" altLang="en-US"/>
          </a:p>
        </p:txBody>
      </p:sp>
      <p:pic>
        <p:nvPicPr>
          <p:cNvPr id="7" name="Picture 6">
            <a:extLst>
              <a:ext uri="{FF2B5EF4-FFF2-40B4-BE49-F238E27FC236}">
                <a16:creationId xmlns:a16="http://schemas.microsoft.com/office/drawing/2014/main" id="{3F1CC576-BBA2-4302-9459-B8A5130DF0C3}"/>
              </a:ext>
            </a:extLst>
          </p:cNvPr>
          <p:cNvPicPr>
            <a:picLocks noChangeAspect="1"/>
          </p:cNvPicPr>
          <p:nvPr/>
        </p:nvPicPr>
        <p:blipFill>
          <a:blip r:embed="rId3"/>
          <a:stretch>
            <a:fillRect/>
          </a:stretch>
        </p:blipFill>
        <p:spPr>
          <a:xfrm>
            <a:off x="791839" y="5436021"/>
            <a:ext cx="8424937" cy="1973161"/>
          </a:xfrm>
          <a:prstGeom prst="rect">
            <a:avLst/>
          </a:prstGeom>
        </p:spPr>
      </p:pic>
    </p:spTree>
    <p:extLst>
      <p:ext uri="{BB962C8B-B14F-4D97-AF65-F5344CB8AC3E}">
        <p14:creationId xmlns:p14="http://schemas.microsoft.com/office/powerpoint/2010/main" val="3624616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306B2-F57D-43A7-9D56-C12A14D7C6E8}"/>
              </a:ext>
            </a:extLst>
          </p:cNvPr>
          <p:cNvSpPr>
            <a:spLocks noGrp="1"/>
          </p:cNvSpPr>
          <p:nvPr>
            <p:ph type="title"/>
          </p:nvPr>
        </p:nvSpPr>
        <p:spPr>
          <a:xfrm>
            <a:off x="504031" y="302737"/>
            <a:ext cx="9072563" cy="740796"/>
          </a:xfrm>
        </p:spPr>
        <p:txBody>
          <a:bodyPr/>
          <a:lstStyle/>
          <a:p>
            <a:r>
              <a:rPr lang="en-US" dirty="0"/>
              <a:t>CNN</a:t>
            </a:r>
            <a:endParaRPr lang="en-IN" dirty="0"/>
          </a:p>
        </p:txBody>
      </p:sp>
      <p:sp>
        <p:nvSpPr>
          <p:cNvPr id="3" name="Content Placeholder 2">
            <a:extLst>
              <a:ext uri="{FF2B5EF4-FFF2-40B4-BE49-F238E27FC236}">
                <a16:creationId xmlns:a16="http://schemas.microsoft.com/office/drawing/2014/main" id="{A74794FA-7BFA-466F-A1F8-22211DAD0FAD}"/>
              </a:ext>
            </a:extLst>
          </p:cNvPr>
          <p:cNvSpPr>
            <a:spLocks noGrp="1"/>
          </p:cNvSpPr>
          <p:nvPr>
            <p:ph idx="1"/>
          </p:nvPr>
        </p:nvSpPr>
        <p:spPr>
          <a:xfrm>
            <a:off x="504031" y="899517"/>
            <a:ext cx="9072563" cy="5853444"/>
          </a:xfrm>
        </p:spPr>
        <p:txBody>
          <a:bodyPr/>
          <a:lstStyle/>
          <a:p>
            <a:pPr algn="just"/>
            <a:r>
              <a:rPr lang="en-US" sz="3200" dirty="0"/>
              <a:t>It consists of three layers:</a:t>
            </a:r>
          </a:p>
          <a:p>
            <a:pPr algn="just"/>
            <a:r>
              <a:rPr lang="en-US" sz="3200" dirty="0"/>
              <a:t>Input layer-The input layer accepts three-dimensional input generally in the form spatially of the size (width × height) of the image and has a depth representing the color channels. </a:t>
            </a:r>
          </a:p>
          <a:p>
            <a:pPr algn="just"/>
            <a:r>
              <a:rPr lang="en-US" sz="3200" dirty="0"/>
              <a:t>Feature extraction layer- which is further composed of two layers</a:t>
            </a:r>
          </a:p>
          <a:p>
            <a:pPr algn="just"/>
            <a:r>
              <a:rPr lang="en-US" sz="3200" dirty="0"/>
              <a:t>Convolutional layer- It performs the convolution operation on the input and reduce it to lower dimensions.</a:t>
            </a:r>
          </a:p>
          <a:p>
            <a:pPr algn="just"/>
            <a:r>
              <a:rPr lang="en-US" sz="3200" dirty="0"/>
              <a:t>Pooling layer- These layers find a number of features in the images and progressively construct higher-order features. </a:t>
            </a:r>
            <a:endParaRPr lang="en-IN" sz="3200" dirty="0"/>
          </a:p>
        </p:txBody>
      </p:sp>
      <p:sp>
        <p:nvSpPr>
          <p:cNvPr id="4" name="Slide Number Placeholder 3">
            <a:extLst>
              <a:ext uri="{FF2B5EF4-FFF2-40B4-BE49-F238E27FC236}">
                <a16:creationId xmlns:a16="http://schemas.microsoft.com/office/drawing/2014/main" id="{448B78BC-DE15-4887-89A0-C602122B62F7}"/>
              </a:ext>
            </a:extLst>
          </p:cNvPr>
          <p:cNvSpPr>
            <a:spLocks noGrp="1"/>
          </p:cNvSpPr>
          <p:nvPr>
            <p:ph type="sldNum" sz="quarter" idx="12"/>
          </p:nvPr>
        </p:nvSpPr>
        <p:spPr/>
        <p:txBody>
          <a:bodyPr/>
          <a:lstStyle/>
          <a:p>
            <a:fld id="{ABAAFA7D-6ABC-4212-A7A7-BEEED8253075}" type="slidenum">
              <a:rPr lang="en-US" altLang="en-US" smtClean="0"/>
              <a:pPr/>
              <a:t>17</a:t>
            </a:fld>
            <a:endParaRPr lang="en-US" altLang="en-US"/>
          </a:p>
        </p:txBody>
      </p:sp>
    </p:spTree>
    <p:extLst>
      <p:ext uri="{BB962C8B-B14F-4D97-AF65-F5344CB8AC3E}">
        <p14:creationId xmlns:p14="http://schemas.microsoft.com/office/powerpoint/2010/main" val="3905640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336514" y="50748"/>
            <a:ext cx="9407596" cy="705219"/>
          </a:xfrm>
        </p:spPr>
        <p:txBody>
          <a:bodyPr/>
          <a:lstStyle/>
          <a:p>
            <a:pPr eaLnBrk="1" hangingPunct="1"/>
            <a:r>
              <a:rPr lang="en-US" altLang="en-US" sz="3858" dirty="0">
                <a:latin typeface="Comic Sans MS" panose="030F0702030302020204" pitchFamily="66" charset="0"/>
              </a:rPr>
              <a:t>Major Architectures of Deep Networks</a:t>
            </a:r>
          </a:p>
        </p:txBody>
      </p:sp>
      <p:sp>
        <p:nvSpPr>
          <p:cNvPr id="3075" name="Subtitle 2"/>
          <p:cNvSpPr>
            <a:spLocks noGrp="1"/>
          </p:cNvSpPr>
          <p:nvPr>
            <p:ph type="subTitle" idx="1"/>
          </p:nvPr>
        </p:nvSpPr>
        <p:spPr>
          <a:xfrm>
            <a:off x="756496" y="923960"/>
            <a:ext cx="8567632" cy="6383726"/>
          </a:xfrm>
        </p:spPr>
        <p:txBody>
          <a:bodyPr/>
          <a:lstStyle/>
          <a:p>
            <a:pPr marL="377979" indent="-377979" algn="just" eaLnBrk="1" hangingPunct="1">
              <a:buFont typeface="Wingdings" panose="05000000000000000000" pitchFamily="2" charset="2"/>
              <a:buChar char="Ø"/>
            </a:pPr>
            <a:r>
              <a:rPr lang="en-US" altLang="en-US" sz="2646" dirty="0">
                <a:solidFill>
                  <a:schemeClr val="tx1"/>
                </a:solidFill>
                <a:latin typeface="Comic Sans MS" panose="030F0702030302020204" pitchFamily="66" charset="0"/>
              </a:rPr>
              <a:t> Four Major Architectures:</a:t>
            </a:r>
          </a:p>
          <a:p>
            <a:pPr marL="881950" lvl="1" indent="-377979" algn="just" eaLnBrk="1" hangingPunct="1">
              <a:buFont typeface="Wingdings" panose="05000000000000000000" pitchFamily="2" charset="2"/>
              <a:buChar char="Ø"/>
            </a:pPr>
            <a:r>
              <a:rPr lang="en-US" altLang="en-US" sz="2205" dirty="0">
                <a:solidFill>
                  <a:schemeClr val="tx1"/>
                </a:solidFill>
                <a:latin typeface="Comic Sans MS" panose="030F0702030302020204" pitchFamily="66" charset="0"/>
              </a:rPr>
              <a:t>Convolutional Neural Networks (CNNs)</a:t>
            </a:r>
          </a:p>
          <a:p>
            <a:pPr marL="881950" lvl="1" indent="-377979" algn="just" eaLnBrk="1" hangingPunct="1">
              <a:buFont typeface="Wingdings" panose="05000000000000000000" pitchFamily="2" charset="2"/>
              <a:buChar char="Ø"/>
            </a:pPr>
            <a:r>
              <a:rPr lang="en-US" altLang="en-US" sz="2205" dirty="0">
                <a:solidFill>
                  <a:schemeClr val="tx1"/>
                </a:solidFill>
                <a:latin typeface="Comic Sans MS" panose="030F0702030302020204" pitchFamily="66" charset="0"/>
              </a:rPr>
              <a:t>Use Cases:</a:t>
            </a:r>
          </a:p>
          <a:p>
            <a:pPr marL="1385922" lvl="2" indent="-377979" algn="just" eaLnBrk="1" hangingPunct="1">
              <a:buFont typeface="Wingdings" panose="05000000000000000000" pitchFamily="2" charset="2"/>
              <a:buChar char="Ø"/>
            </a:pPr>
            <a:r>
              <a:rPr lang="en-US" altLang="en-US" sz="1984" dirty="0">
                <a:solidFill>
                  <a:schemeClr val="tx1"/>
                </a:solidFill>
                <a:latin typeface="Comic Sans MS" panose="030F0702030302020204" pitchFamily="66" charset="0"/>
              </a:rPr>
              <a:t>Computer Vision</a:t>
            </a:r>
          </a:p>
          <a:p>
            <a:pPr marL="1385922" lvl="2" indent="-377979" algn="just" eaLnBrk="1" hangingPunct="1">
              <a:buFont typeface="Wingdings" panose="05000000000000000000" pitchFamily="2" charset="2"/>
              <a:buChar char="Ø"/>
            </a:pPr>
            <a:r>
              <a:rPr lang="en-US" altLang="en-US" sz="1984" dirty="0">
                <a:solidFill>
                  <a:schemeClr val="tx1"/>
                </a:solidFill>
                <a:latin typeface="Comic Sans MS" panose="030F0702030302020204" pitchFamily="66" charset="0"/>
              </a:rPr>
              <a:t>Natural Language Processing</a:t>
            </a: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818954" indent="-314982" eaLnBrk="0" hangingPunct="0">
              <a:defRPr>
                <a:solidFill>
                  <a:schemeClr val="tx1"/>
                </a:solidFill>
                <a:latin typeface="Arial" panose="020B0604020202020204" pitchFamily="34" charset="0"/>
              </a:defRPr>
            </a:lvl2pPr>
            <a:lvl3pPr marL="1259929" indent="-251986" eaLnBrk="0" hangingPunct="0">
              <a:defRPr>
                <a:solidFill>
                  <a:schemeClr val="tx1"/>
                </a:solidFill>
                <a:latin typeface="Arial" panose="020B0604020202020204" pitchFamily="34" charset="0"/>
              </a:defRPr>
            </a:lvl3pPr>
            <a:lvl4pPr marL="1763900" indent="-251986" eaLnBrk="0" hangingPunct="0">
              <a:defRPr>
                <a:solidFill>
                  <a:schemeClr val="tx1"/>
                </a:solidFill>
                <a:latin typeface="Arial" panose="020B0604020202020204" pitchFamily="34" charset="0"/>
              </a:defRPr>
            </a:lvl4pPr>
            <a:lvl5pPr marL="2267872" indent="-251986" eaLnBrk="0" hangingPunct="0">
              <a:defRPr>
                <a:solidFill>
                  <a:schemeClr val="tx1"/>
                </a:solidFill>
                <a:latin typeface="Arial" panose="020B0604020202020204" pitchFamily="34" charset="0"/>
              </a:defRPr>
            </a:lvl5pPr>
            <a:lvl6pPr marL="2771844" indent="-251986" eaLnBrk="0" fontAlgn="base" hangingPunct="0">
              <a:spcBef>
                <a:spcPct val="0"/>
              </a:spcBef>
              <a:spcAft>
                <a:spcPct val="0"/>
              </a:spcAft>
              <a:defRPr>
                <a:solidFill>
                  <a:schemeClr val="tx1"/>
                </a:solidFill>
                <a:latin typeface="Arial" panose="020B0604020202020204" pitchFamily="34" charset="0"/>
              </a:defRPr>
            </a:lvl6pPr>
            <a:lvl7pPr marL="3275815" indent="-251986" eaLnBrk="0" fontAlgn="base" hangingPunct="0">
              <a:spcBef>
                <a:spcPct val="0"/>
              </a:spcBef>
              <a:spcAft>
                <a:spcPct val="0"/>
              </a:spcAft>
              <a:defRPr>
                <a:solidFill>
                  <a:schemeClr val="tx1"/>
                </a:solidFill>
                <a:latin typeface="Arial" panose="020B0604020202020204" pitchFamily="34" charset="0"/>
              </a:defRPr>
            </a:lvl7pPr>
            <a:lvl8pPr marL="3779787" indent="-251986" eaLnBrk="0" fontAlgn="base" hangingPunct="0">
              <a:spcBef>
                <a:spcPct val="0"/>
              </a:spcBef>
              <a:spcAft>
                <a:spcPct val="0"/>
              </a:spcAft>
              <a:defRPr>
                <a:solidFill>
                  <a:schemeClr val="tx1"/>
                </a:solidFill>
                <a:latin typeface="Arial" panose="020B0604020202020204" pitchFamily="34" charset="0"/>
              </a:defRPr>
            </a:lvl8pPr>
            <a:lvl9pPr marL="4283758" indent="-251986" eaLnBrk="0" fontAlgn="base" hangingPunct="0">
              <a:spcBef>
                <a:spcPct val="0"/>
              </a:spcBef>
              <a:spcAft>
                <a:spcPct val="0"/>
              </a:spcAft>
              <a:defRPr>
                <a:solidFill>
                  <a:schemeClr val="tx1"/>
                </a:solidFill>
                <a:latin typeface="Arial" panose="020B0604020202020204" pitchFamily="34" charset="0"/>
              </a:defRPr>
            </a:lvl9pPr>
          </a:lstStyle>
          <a:p>
            <a:pPr defTabSz="1007943" eaLnBrk="1" hangingPunct="1"/>
            <a:fld id="{75FB3A1A-6327-447C-8605-7D2295C71D89}" type="slidenum">
              <a:rPr lang="en-US" altLang="en-US">
                <a:solidFill>
                  <a:srgbClr val="898989"/>
                </a:solidFill>
                <a:latin typeface="Calibri" panose="020F0502020204030204" pitchFamily="34" charset="0"/>
                <a:ea typeface="+mn-ea"/>
              </a:rPr>
              <a:pPr defTabSz="1007943" eaLnBrk="1" hangingPunct="1"/>
              <a:t>18</a:t>
            </a:fld>
            <a:endParaRPr lang="en-US" altLang="en-US">
              <a:solidFill>
                <a:srgbClr val="898989"/>
              </a:solidFill>
              <a:latin typeface="Calibri" panose="020F0502020204030204" pitchFamily="34" charset="0"/>
              <a:ea typeface="+mn-ea"/>
            </a:endParaRPr>
          </a:p>
        </p:txBody>
      </p:sp>
      <p:sp>
        <p:nvSpPr>
          <p:cNvPr id="2" name="Footer Placeholder 1"/>
          <p:cNvSpPr>
            <a:spLocks noGrp="1"/>
          </p:cNvSpPr>
          <p:nvPr>
            <p:ph type="ftr" sz="quarter" idx="11"/>
          </p:nvPr>
        </p:nvSpPr>
        <p:spPr/>
        <p:txBody>
          <a:bodyPr/>
          <a:lstStyle/>
          <a:p>
            <a:pPr defTabSz="1007943" eaLnBrk="1" hangingPunct="1">
              <a:defRPr/>
            </a:pPr>
            <a:r>
              <a:rPr lang="en-IN">
                <a:solidFill>
                  <a:prstClr val="black">
                    <a:tint val="75000"/>
                  </a:prstClr>
                </a:solidFill>
                <a:latin typeface="Calibri"/>
                <a:ea typeface="+mn-ea"/>
              </a:rPr>
              <a:t>These slides are not original and have been prepared from various sources for teaching purpose</a:t>
            </a:r>
            <a:endParaRPr lang="en-US">
              <a:solidFill>
                <a:prstClr val="black">
                  <a:tint val="75000"/>
                </a:prstClr>
              </a:solidFill>
              <a:latin typeface="Calibri"/>
              <a:ea typeface="+mn-ea"/>
            </a:endParaRPr>
          </a:p>
        </p:txBody>
      </p:sp>
    </p:spTree>
    <p:extLst>
      <p:ext uri="{BB962C8B-B14F-4D97-AF65-F5344CB8AC3E}">
        <p14:creationId xmlns:p14="http://schemas.microsoft.com/office/powerpoint/2010/main" val="922789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336514" y="50748"/>
            <a:ext cx="9407596" cy="705219"/>
          </a:xfrm>
        </p:spPr>
        <p:txBody>
          <a:bodyPr/>
          <a:lstStyle/>
          <a:p>
            <a:pPr eaLnBrk="1" hangingPunct="1"/>
            <a:r>
              <a:rPr lang="en-US" altLang="en-US" sz="3858" dirty="0">
                <a:latin typeface="Comic Sans MS" panose="030F0702030302020204" pitchFamily="66" charset="0"/>
              </a:rPr>
              <a:t>Major Architectures of Deep Networks</a:t>
            </a:r>
          </a:p>
        </p:txBody>
      </p:sp>
      <p:sp>
        <p:nvSpPr>
          <p:cNvPr id="3075" name="Subtitle 2"/>
          <p:cNvSpPr>
            <a:spLocks noGrp="1"/>
          </p:cNvSpPr>
          <p:nvPr>
            <p:ph type="subTitle" idx="1"/>
          </p:nvPr>
        </p:nvSpPr>
        <p:spPr>
          <a:xfrm>
            <a:off x="756496" y="923960"/>
            <a:ext cx="8567632" cy="6383726"/>
          </a:xfrm>
        </p:spPr>
        <p:txBody>
          <a:bodyPr/>
          <a:lstStyle/>
          <a:p>
            <a:pPr marL="377979" indent="-377979" algn="just" eaLnBrk="1" hangingPunct="1">
              <a:buFont typeface="Wingdings" panose="05000000000000000000" pitchFamily="2" charset="2"/>
              <a:buChar char="Ø"/>
            </a:pPr>
            <a:r>
              <a:rPr lang="en-US" altLang="en-US" sz="2646" dirty="0">
                <a:solidFill>
                  <a:schemeClr val="tx1"/>
                </a:solidFill>
                <a:latin typeface="Comic Sans MS" panose="030F0702030302020204" pitchFamily="66" charset="0"/>
              </a:rPr>
              <a:t> Four Major Architectures:</a:t>
            </a:r>
          </a:p>
          <a:p>
            <a:pPr marL="881950" lvl="1" indent="-377979" algn="just" eaLnBrk="1" hangingPunct="1">
              <a:buFont typeface="Wingdings" panose="05000000000000000000" pitchFamily="2" charset="2"/>
              <a:buChar char="Ø"/>
            </a:pPr>
            <a:r>
              <a:rPr lang="en-US" altLang="en-US" sz="2205" dirty="0">
                <a:solidFill>
                  <a:schemeClr val="tx1"/>
                </a:solidFill>
                <a:latin typeface="Comic Sans MS" panose="030F0702030302020204" pitchFamily="66" charset="0"/>
              </a:rPr>
              <a:t>Recurrent Neural Networks- </a:t>
            </a:r>
            <a:r>
              <a:rPr lang="en-US" sz="2205" dirty="0">
                <a:solidFill>
                  <a:schemeClr val="tx1"/>
                </a:solidFill>
                <a:latin typeface="Comic Sans MS" panose="030F0702030302020204" pitchFamily="66" charset="0"/>
              </a:rPr>
              <a:t>A Recurrent Neural Network includes a feedback loop that it uses to learn from sequences, including sequences of varying lengths. Recurrent Neural Networks contain an extra parameter matrix for the connections between time-steps, which are used/trained to capture the temporal relationships in the data.</a:t>
            </a:r>
            <a:endParaRPr lang="en-US" altLang="en-US" sz="2205" dirty="0">
              <a:solidFill>
                <a:schemeClr val="tx1"/>
              </a:solidFill>
              <a:latin typeface="Comic Sans MS" panose="030F0702030302020204" pitchFamily="66" charset="0"/>
            </a:endParaRPr>
          </a:p>
          <a:p>
            <a:pPr marL="1385922" lvl="2" indent="-377979" algn="just" eaLnBrk="1" hangingPunct="1">
              <a:buFont typeface="Wingdings" panose="05000000000000000000" pitchFamily="2" charset="2"/>
              <a:buChar char="Ø"/>
            </a:pPr>
            <a:r>
              <a:rPr lang="en-US" altLang="en-US" sz="1984" dirty="0">
                <a:solidFill>
                  <a:schemeClr val="tx1"/>
                </a:solidFill>
                <a:latin typeface="Comic Sans MS" panose="030F0702030302020204" pitchFamily="66" charset="0"/>
              </a:rPr>
              <a:t>Hopfield Network</a:t>
            </a:r>
          </a:p>
          <a:p>
            <a:pPr marL="1385922" lvl="2" indent="-377979" algn="just" eaLnBrk="1" hangingPunct="1">
              <a:buFont typeface="Wingdings" panose="05000000000000000000" pitchFamily="2" charset="2"/>
              <a:buChar char="Ø"/>
            </a:pPr>
            <a:r>
              <a:rPr lang="en-US" altLang="en-US" sz="1984" dirty="0">
                <a:solidFill>
                  <a:schemeClr val="tx1"/>
                </a:solidFill>
                <a:latin typeface="Comic Sans MS" panose="030F0702030302020204" pitchFamily="66" charset="0"/>
              </a:rPr>
              <a:t>Long Short-Term Memory (LSTM)</a:t>
            </a:r>
          </a:p>
          <a:p>
            <a:pPr marL="1385922" lvl="2" indent="-377979" algn="just" eaLnBrk="1" hangingPunct="1">
              <a:buFont typeface="Wingdings" panose="05000000000000000000" pitchFamily="2" charset="2"/>
              <a:buChar char="Ø"/>
            </a:pPr>
            <a:r>
              <a:rPr lang="en-US" altLang="en-US" sz="1984" dirty="0">
                <a:solidFill>
                  <a:schemeClr val="tx1"/>
                </a:solidFill>
                <a:latin typeface="Comic Sans MS" panose="030F0702030302020204" pitchFamily="66" charset="0"/>
              </a:rPr>
              <a:t>Gated Recurrent Unit (GRU)</a:t>
            </a:r>
          </a:p>
          <a:p>
            <a:pPr marL="881950" lvl="1" indent="-377979" algn="just" eaLnBrk="1" hangingPunct="1">
              <a:buFont typeface="Wingdings" panose="05000000000000000000" pitchFamily="2" charset="2"/>
              <a:buChar char="Ø"/>
            </a:pPr>
            <a:r>
              <a:rPr lang="en-US" altLang="en-US" sz="2205" dirty="0">
                <a:solidFill>
                  <a:schemeClr val="tx1"/>
                </a:solidFill>
                <a:latin typeface="Comic Sans MS" panose="030F0702030302020204" pitchFamily="66" charset="0"/>
              </a:rPr>
              <a:t>Use Cases:</a:t>
            </a:r>
          </a:p>
          <a:p>
            <a:pPr marL="1385922" lvl="2" indent="-377979" algn="just" eaLnBrk="1" hangingPunct="1">
              <a:buFont typeface="Wingdings" panose="05000000000000000000" pitchFamily="2" charset="2"/>
              <a:buChar char="Ø"/>
            </a:pPr>
            <a:r>
              <a:rPr lang="en-US" altLang="en-US" sz="1984" dirty="0">
                <a:solidFill>
                  <a:schemeClr val="tx1"/>
                </a:solidFill>
                <a:latin typeface="Comic Sans MS" panose="030F0702030302020204" pitchFamily="66" charset="0"/>
              </a:rPr>
              <a:t>Sentiment Classification</a:t>
            </a:r>
          </a:p>
          <a:p>
            <a:pPr marL="1385922" lvl="2" indent="-377979" algn="just" eaLnBrk="1" hangingPunct="1">
              <a:buFont typeface="Wingdings" panose="05000000000000000000" pitchFamily="2" charset="2"/>
              <a:buChar char="Ø"/>
            </a:pPr>
            <a:r>
              <a:rPr lang="en-US" altLang="en-US" sz="1984" dirty="0">
                <a:solidFill>
                  <a:schemeClr val="tx1"/>
                </a:solidFill>
                <a:latin typeface="Comic Sans MS" panose="030F0702030302020204" pitchFamily="66" charset="0"/>
              </a:rPr>
              <a:t>Image Captioning</a:t>
            </a:r>
          </a:p>
          <a:p>
            <a:pPr marL="1385922" lvl="2" indent="-377979" algn="just" eaLnBrk="1" hangingPunct="1">
              <a:buFont typeface="Wingdings" panose="05000000000000000000" pitchFamily="2" charset="2"/>
              <a:buChar char="Ø"/>
            </a:pPr>
            <a:r>
              <a:rPr lang="en-US" altLang="en-US" sz="1984" dirty="0">
                <a:solidFill>
                  <a:schemeClr val="tx1"/>
                </a:solidFill>
                <a:latin typeface="Comic Sans MS" panose="030F0702030302020204" pitchFamily="66" charset="0"/>
              </a:rPr>
              <a:t>Language Translation</a:t>
            </a:r>
          </a:p>
          <a:p>
            <a:pPr marL="1385922" lvl="2" indent="-377979" algn="just" eaLnBrk="1" hangingPunct="1">
              <a:buFont typeface="Wingdings" panose="05000000000000000000" pitchFamily="2" charset="2"/>
              <a:buChar char="Ø"/>
            </a:pPr>
            <a:r>
              <a:rPr lang="en-US" altLang="en-US" sz="1984" dirty="0">
                <a:solidFill>
                  <a:schemeClr val="tx1"/>
                </a:solidFill>
                <a:latin typeface="Comic Sans MS" panose="030F0702030302020204" pitchFamily="66" charset="0"/>
              </a:rPr>
              <a:t>Video Captioning</a:t>
            </a: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818954" indent="-314982" eaLnBrk="0" hangingPunct="0">
              <a:defRPr>
                <a:solidFill>
                  <a:schemeClr val="tx1"/>
                </a:solidFill>
                <a:latin typeface="Arial" panose="020B0604020202020204" pitchFamily="34" charset="0"/>
              </a:defRPr>
            </a:lvl2pPr>
            <a:lvl3pPr marL="1259929" indent="-251986" eaLnBrk="0" hangingPunct="0">
              <a:defRPr>
                <a:solidFill>
                  <a:schemeClr val="tx1"/>
                </a:solidFill>
                <a:latin typeface="Arial" panose="020B0604020202020204" pitchFamily="34" charset="0"/>
              </a:defRPr>
            </a:lvl3pPr>
            <a:lvl4pPr marL="1763900" indent="-251986" eaLnBrk="0" hangingPunct="0">
              <a:defRPr>
                <a:solidFill>
                  <a:schemeClr val="tx1"/>
                </a:solidFill>
                <a:latin typeface="Arial" panose="020B0604020202020204" pitchFamily="34" charset="0"/>
              </a:defRPr>
            </a:lvl4pPr>
            <a:lvl5pPr marL="2267872" indent="-251986" eaLnBrk="0" hangingPunct="0">
              <a:defRPr>
                <a:solidFill>
                  <a:schemeClr val="tx1"/>
                </a:solidFill>
                <a:latin typeface="Arial" panose="020B0604020202020204" pitchFamily="34" charset="0"/>
              </a:defRPr>
            </a:lvl5pPr>
            <a:lvl6pPr marL="2771844" indent="-251986" eaLnBrk="0" fontAlgn="base" hangingPunct="0">
              <a:spcBef>
                <a:spcPct val="0"/>
              </a:spcBef>
              <a:spcAft>
                <a:spcPct val="0"/>
              </a:spcAft>
              <a:defRPr>
                <a:solidFill>
                  <a:schemeClr val="tx1"/>
                </a:solidFill>
                <a:latin typeface="Arial" panose="020B0604020202020204" pitchFamily="34" charset="0"/>
              </a:defRPr>
            </a:lvl6pPr>
            <a:lvl7pPr marL="3275815" indent="-251986" eaLnBrk="0" fontAlgn="base" hangingPunct="0">
              <a:spcBef>
                <a:spcPct val="0"/>
              </a:spcBef>
              <a:spcAft>
                <a:spcPct val="0"/>
              </a:spcAft>
              <a:defRPr>
                <a:solidFill>
                  <a:schemeClr val="tx1"/>
                </a:solidFill>
                <a:latin typeface="Arial" panose="020B0604020202020204" pitchFamily="34" charset="0"/>
              </a:defRPr>
            </a:lvl7pPr>
            <a:lvl8pPr marL="3779787" indent="-251986" eaLnBrk="0" fontAlgn="base" hangingPunct="0">
              <a:spcBef>
                <a:spcPct val="0"/>
              </a:spcBef>
              <a:spcAft>
                <a:spcPct val="0"/>
              </a:spcAft>
              <a:defRPr>
                <a:solidFill>
                  <a:schemeClr val="tx1"/>
                </a:solidFill>
                <a:latin typeface="Arial" panose="020B0604020202020204" pitchFamily="34" charset="0"/>
              </a:defRPr>
            </a:lvl8pPr>
            <a:lvl9pPr marL="4283758" indent="-251986" eaLnBrk="0" fontAlgn="base" hangingPunct="0">
              <a:spcBef>
                <a:spcPct val="0"/>
              </a:spcBef>
              <a:spcAft>
                <a:spcPct val="0"/>
              </a:spcAft>
              <a:defRPr>
                <a:solidFill>
                  <a:schemeClr val="tx1"/>
                </a:solidFill>
                <a:latin typeface="Arial" panose="020B0604020202020204" pitchFamily="34" charset="0"/>
              </a:defRPr>
            </a:lvl9pPr>
          </a:lstStyle>
          <a:p>
            <a:pPr defTabSz="1007943" eaLnBrk="1" hangingPunct="1"/>
            <a:fld id="{75FB3A1A-6327-447C-8605-7D2295C71D89}" type="slidenum">
              <a:rPr lang="en-US" altLang="en-US">
                <a:solidFill>
                  <a:srgbClr val="898989"/>
                </a:solidFill>
                <a:latin typeface="Calibri" panose="020F0502020204030204" pitchFamily="34" charset="0"/>
                <a:ea typeface="+mn-ea"/>
              </a:rPr>
              <a:pPr defTabSz="1007943" eaLnBrk="1" hangingPunct="1"/>
              <a:t>19</a:t>
            </a:fld>
            <a:endParaRPr lang="en-US" altLang="en-US">
              <a:solidFill>
                <a:srgbClr val="898989"/>
              </a:solidFill>
              <a:latin typeface="Calibri" panose="020F0502020204030204" pitchFamily="34" charset="0"/>
              <a:ea typeface="+mn-ea"/>
            </a:endParaRPr>
          </a:p>
        </p:txBody>
      </p:sp>
      <p:sp>
        <p:nvSpPr>
          <p:cNvPr id="2" name="Footer Placeholder 1"/>
          <p:cNvSpPr>
            <a:spLocks noGrp="1"/>
          </p:cNvSpPr>
          <p:nvPr>
            <p:ph type="ftr" sz="quarter" idx="11"/>
          </p:nvPr>
        </p:nvSpPr>
        <p:spPr/>
        <p:txBody>
          <a:bodyPr/>
          <a:lstStyle/>
          <a:p>
            <a:pPr defTabSz="1007943" eaLnBrk="1" hangingPunct="1">
              <a:defRPr/>
            </a:pPr>
            <a:r>
              <a:rPr lang="en-IN">
                <a:solidFill>
                  <a:prstClr val="black">
                    <a:tint val="75000"/>
                  </a:prstClr>
                </a:solidFill>
                <a:latin typeface="Calibri"/>
                <a:ea typeface="+mn-ea"/>
              </a:rPr>
              <a:t>These slides are not original and have been prepared from various sources for teaching purpose</a:t>
            </a:r>
            <a:endParaRPr lang="en-US">
              <a:solidFill>
                <a:prstClr val="black">
                  <a:tint val="75000"/>
                </a:prstClr>
              </a:solidFill>
              <a:latin typeface="Calibri"/>
              <a:ea typeface="+mn-ea"/>
            </a:endParaRPr>
          </a:p>
        </p:txBody>
      </p:sp>
    </p:spTree>
    <p:extLst>
      <p:ext uri="{BB962C8B-B14F-4D97-AF65-F5344CB8AC3E}">
        <p14:creationId xmlns:p14="http://schemas.microsoft.com/office/powerpoint/2010/main" val="561268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336514" y="50748"/>
            <a:ext cx="9407596" cy="705219"/>
          </a:xfrm>
        </p:spPr>
        <p:txBody>
          <a:bodyPr/>
          <a:lstStyle/>
          <a:p>
            <a:pPr eaLnBrk="1" hangingPunct="1"/>
            <a:r>
              <a:rPr lang="en-US" altLang="en-US" sz="3858" dirty="0">
                <a:latin typeface="Comic Sans MS" panose="030F0702030302020204" pitchFamily="66" charset="0"/>
              </a:rPr>
              <a:t>Major Architectures of Deep Networks</a:t>
            </a:r>
          </a:p>
        </p:txBody>
      </p:sp>
      <p:sp>
        <p:nvSpPr>
          <p:cNvPr id="3075" name="Subtitle 2"/>
          <p:cNvSpPr>
            <a:spLocks noGrp="1"/>
          </p:cNvSpPr>
          <p:nvPr>
            <p:ph type="subTitle" idx="1"/>
          </p:nvPr>
        </p:nvSpPr>
        <p:spPr>
          <a:xfrm>
            <a:off x="756496" y="923960"/>
            <a:ext cx="8567632" cy="6383726"/>
          </a:xfrm>
        </p:spPr>
        <p:txBody>
          <a:bodyPr/>
          <a:lstStyle/>
          <a:p>
            <a:pPr marL="377979" indent="-377979" algn="just" eaLnBrk="1" hangingPunct="1">
              <a:buFont typeface="Wingdings" panose="05000000000000000000" pitchFamily="2" charset="2"/>
              <a:buChar char="Ø"/>
            </a:pPr>
            <a:r>
              <a:rPr lang="en-US" altLang="en-US" sz="2000" dirty="0">
                <a:solidFill>
                  <a:schemeClr val="tx1"/>
                </a:solidFill>
                <a:latin typeface="Comic Sans MS" panose="030F0702030302020204" pitchFamily="66" charset="0"/>
              </a:rPr>
              <a:t> Four Major Architectures:</a:t>
            </a:r>
          </a:p>
          <a:p>
            <a:pPr marL="881950" lvl="1" indent="-377979" algn="just" eaLnBrk="1" hangingPunct="1">
              <a:buFont typeface="Wingdings" panose="05000000000000000000" pitchFamily="2" charset="2"/>
              <a:buChar char="Ø"/>
            </a:pPr>
            <a:r>
              <a:rPr lang="en-US" altLang="en-US" sz="2000" dirty="0">
                <a:solidFill>
                  <a:schemeClr val="tx1"/>
                </a:solidFill>
                <a:latin typeface="Comic Sans MS" panose="030F0702030302020204" pitchFamily="66" charset="0"/>
              </a:rPr>
              <a:t>Recursive Neural Networks- </a:t>
            </a:r>
            <a:r>
              <a:rPr lang="en-US" sz="2000" dirty="0">
                <a:solidFill>
                  <a:schemeClr val="tx1"/>
                </a:solidFill>
                <a:latin typeface="Comic Sans MS" panose="030F0702030302020204" pitchFamily="66" charset="0"/>
              </a:rPr>
              <a:t>Recursive Neural Networks, like Recurrent Neural Networks, can deal with variable length input. The primary difference is that Recurrent Neural Networks have the ability to model the hierarchical structures in the training dataset. Images commonly have a scene composed of many objects. Deconstructing scenes is often a problem domain of interest yet is nontrivial. The recursive nature of this deconstruction challenges us to not only identify the objects in the scene, but also how the objects relate to form the scene. A Recursive Neural Network architecture is composed of a shared-weight matrix and a binary tree structure that allows the recursive network to learn varying sequences of words or parts of an image.</a:t>
            </a:r>
            <a:endParaRPr lang="en-US" altLang="en-US" sz="2000" dirty="0">
              <a:solidFill>
                <a:schemeClr val="tx1"/>
              </a:solidFill>
              <a:latin typeface="Comic Sans MS" panose="030F0702030302020204" pitchFamily="66" charset="0"/>
            </a:endParaRPr>
          </a:p>
          <a:p>
            <a:pPr marL="1385922" lvl="2" indent="-377979" algn="just" eaLnBrk="1" hangingPunct="1">
              <a:buFont typeface="Wingdings" panose="05000000000000000000" pitchFamily="2" charset="2"/>
              <a:buChar char="Ø"/>
            </a:pPr>
            <a:r>
              <a:rPr lang="en-US" altLang="en-US" sz="2000" dirty="0">
                <a:solidFill>
                  <a:schemeClr val="tx1"/>
                </a:solidFill>
                <a:latin typeface="Comic Sans MS" panose="030F0702030302020204" pitchFamily="66" charset="0"/>
              </a:rPr>
              <a:t>Recursive Autoencoder</a:t>
            </a:r>
          </a:p>
          <a:p>
            <a:pPr marL="1385922" lvl="2" indent="-377979" algn="just" eaLnBrk="1" hangingPunct="1">
              <a:buFont typeface="Wingdings" panose="05000000000000000000" pitchFamily="2" charset="2"/>
              <a:buChar char="Ø"/>
            </a:pPr>
            <a:r>
              <a:rPr lang="en-US" altLang="en-US" sz="2000" dirty="0">
                <a:solidFill>
                  <a:schemeClr val="tx1"/>
                </a:solidFill>
                <a:latin typeface="Comic Sans MS" panose="030F0702030302020204" pitchFamily="66" charset="0"/>
              </a:rPr>
              <a:t>Recursive Neural Tensor Network</a:t>
            </a: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818954" indent="-314982" eaLnBrk="0" hangingPunct="0">
              <a:defRPr>
                <a:solidFill>
                  <a:schemeClr val="tx1"/>
                </a:solidFill>
                <a:latin typeface="Arial" panose="020B0604020202020204" pitchFamily="34" charset="0"/>
              </a:defRPr>
            </a:lvl2pPr>
            <a:lvl3pPr marL="1259929" indent="-251986" eaLnBrk="0" hangingPunct="0">
              <a:defRPr>
                <a:solidFill>
                  <a:schemeClr val="tx1"/>
                </a:solidFill>
                <a:latin typeface="Arial" panose="020B0604020202020204" pitchFamily="34" charset="0"/>
              </a:defRPr>
            </a:lvl3pPr>
            <a:lvl4pPr marL="1763900" indent="-251986" eaLnBrk="0" hangingPunct="0">
              <a:defRPr>
                <a:solidFill>
                  <a:schemeClr val="tx1"/>
                </a:solidFill>
                <a:latin typeface="Arial" panose="020B0604020202020204" pitchFamily="34" charset="0"/>
              </a:defRPr>
            </a:lvl4pPr>
            <a:lvl5pPr marL="2267872" indent="-251986" eaLnBrk="0" hangingPunct="0">
              <a:defRPr>
                <a:solidFill>
                  <a:schemeClr val="tx1"/>
                </a:solidFill>
                <a:latin typeface="Arial" panose="020B0604020202020204" pitchFamily="34" charset="0"/>
              </a:defRPr>
            </a:lvl5pPr>
            <a:lvl6pPr marL="2771844" indent="-251986" eaLnBrk="0" fontAlgn="base" hangingPunct="0">
              <a:spcBef>
                <a:spcPct val="0"/>
              </a:spcBef>
              <a:spcAft>
                <a:spcPct val="0"/>
              </a:spcAft>
              <a:defRPr>
                <a:solidFill>
                  <a:schemeClr val="tx1"/>
                </a:solidFill>
                <a:latin typeface="Arial" panose="020B0604020202020204" pitchFamily="34" charset="0"/>
              </a:defRPr>
            </a:lvl6pPr>
            <a:lvl7pPr marL="3275815" indent="-251986" eaLnBrk="0" fontAlgn="base" hangingPunct="0">
              <a:spcBef>
                <a:spcPct val="0"/>
              </a:spcBef>
              <a:spcAft>
                <a:spcPct val="0"/>
              </a:spcAft>
              <a:defRPr>
                <a:solidFill>
                  <a:schemeClr val="tx1"/>
                </a:solidFill>
                <a:latin typeface="Arial" panose="020B0604020202020204" pitchFamily="34" charset="0"/>
              </a:defRPr>
            </a:lvl7pPr>
            <a:lvl8pPr marL="3779787" indent="-251986" eaLnBrk="0" fontAlgn="base" hangingPunct="0">
              <a:spcBef>
                <a:spcPct val="0"/>
              </a:spcBef>
              <a:spcAft>
                <a:spcPct val="0"/>
              </a:spcAft>
              <a:defRPr>
                <a:solidFill>
                  <a:schemeClr val="tx1"/>
                </a:solidFill>
                <a:latin typeface="Arial" panose="020B0604020202020204" pitchFamily="34" charset="0"/>
              </a:defRPr>
            </a:lvl8pPr>
            <a:lvl9pPr marL="4283758" indent="-251986" eaLnBrk="0" fontAlgn="base" hangingPunct="0">
              <a:spcBef>
                <a:spcPct val="0"/>
              </a:spcBef>
              <a:spcAft>
                <a:spcPct val="0"/>
              </a:spcAft>
              <a:defRPr>
                <a:solidFill>
                  <a:schemeClr val="tx1"/>
                </a:solidFill>
                <a:latin typeface="Arial" panose="020B0604020202020204" pitchFamily="34" charset="0"/>
              </a:defRPr>
            </a:lvl9pPr>
          </a:lstStyle>
          <a:p>
            <a:pPr defTabSz="1007943" eaLnBrk="1" hangingPunct="1"/>
            <a:fld id="{75FB3A1A-6327-447C-8605-7D2295C71D89}" type="slidenum">
              <a:rPr lang="en-US" altLang="en-US">
                <a:solidFill>
                  <a:srgbClr val="898989"/>
                </a:solidFill>
                <a:latin typeface="Calibri" panose="020F0502020204030204" pitchFamily="34" charset="0"/>
                <a:ea typeface="+mn-ea"/>
              </a:rPr>
              <a:pPr defTabSz="1007943" eaLnBrk="1" hangingPunct="1"/>
              <a:t>20</a:t>
            </a:fld>
            <a:endParaRPr lang="en-US" altLang="en-US">
              <a:solidFill>
                <a:srgbClr val="898989"/>
              </a:solidFill>
              <a:latin typeface="Calibri" panose="020F0502020204030204" pitchFamily="34" charset="0"/>
              <a:ea typeface="+mn-ea"/>
            </a:endParaRPr>
          </a:p>
        </p:txBody>
      </p:sp>
      <p:sp>
        <p:nvSpPr>
          <p:cNvPr id="2" name="Footer Placeholder 1"/>
          <p:cNvSpPr>
            <a:spLocks noGrp="1"/>
          </p:cNvSpPr>
          <p:nvPr>
            <p:ph type="ftr" sz="quarter" idx="11"/>
          </p:nvPr>
        </p:nvSpPr>
        <p:spPr/>
        <p:txBody>
          <a:bodyPr/>
          <a:lstStyle/>
          <a:p>
            <a:pPr defTabSz="1007943" eaLnBrk="1" hangingPunct="1">
              <a:defRPr/>
            </a:pPr>
            <a:r>
              <a:rPr lang="en-IN" dirty="0">
                <a:solidFill>
                  <a:prstClr val="black">
                    <a:tint val="75000"/>
                  </a:prstClr>
                </a:solidFill>
                <a:latin typeface="Calibri"/>
                <a:ea typeface="+mn-ea"/>
              </a:rPr>
              <a:t>These slides are not original and have been prepared from various sources for teaching purpose</a:t>
            </a:r>
            <a:endParaRPr lang="en-US" dirty="0">
              <a:solidFill>
                <a:prstClr val="black">
                  <a:tint val="75000"/>
                </a:prstClr>
              </a:solidFill>
              <a:latin typeface="Calibri"/>
              <a:ea typeface="+mn-ea"/>
            </a:endParaRPr>
          </a:p>
        </p:txBody>
      </p:sp>
    </p:spTree>
    <p:extLst>
      <p:ext uri="{BB962C8B-B14F-4D97-AF65-F5344CB8AC3E}">
        <p14:creationId xmlns:p14="http://schemas.microsoft.com/office/powerpoint/2010/main" val="3089486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8E5FA-97B5-4390-84A3-32CA2E414DD0}"/>
              </a:ext>
            </a:extLst>
          </p:cNvPr>
          <p:cNvSpPr>
            <a:spLocks noGrp="1"/>
          </p:cNvSpPr>
          <p:nvPr>
            <p:ph type="title"/>
          </p:nvPr>
        </p:nvSpPr>
        <p:spPr/>
        <p:txBody>
          <a:bodyPr/>
          <a:lstStyle/>
          <a:p>
            <a:r>
              <a:rPr lang="en-US" dirty="0"/>
              <a:t>Use Cases</a:t>
            </a:r>
            <a:endParaRPr lang="en-IN" dirty="0"/>
          </a:p>
        </p:txBody>
      </p:sp>
      <p:sp>
        <p:nvSpPr>
          <p:cNvPr id="3" name="Content Placeholder 2">
            <a:extLst>
              <a:ext uri="{FF2B5EF4-FFF2-40B4-BE49-F238E27FC236}">
                <a16:creationId xmlns:a16="http://schemas.microsoft.com/office/drawing/2014/main" id="{8C5B1654-94C9-47D9-9633-98E512342785}"/>
              </a:ext>
            </a:extLst>
          </p:cNvPr>
          <p:cNvSpPr>
            <a:spLocks noGrp="1"/>
          </p:cNvSpPr>
          <p:nvPr>
            <p:ph idx="1"/>
          </p:nvPr>
        </p:nvSpPr>
        <p:spPr/>
        <p:txBody>
          <a:bodyPr/>
          <a:lstStyle/>
          <a:p>
            <a:pPr marL="881950" lvl="1" indent="-377979" algn="just" eaLnBrk="1" hangingPunct="1">
              <a:buFont typeface="Wingdings" panose="05000000000000000000" pitchFamily="2" charset="2"/>
              <a:buChar char="Ø"/>
            </a:pPr>
            <a:r>
              <a:rPr lang="en-US" altLang="en-US" sz="2000" dirty="0">
                <a:solidFill>
                  <a:schemeClr val="tx1"/>
                </a:solidFill>
                <a:latin typeface="Comic Sans MS" panose="030F0702030302020204" pitchFamily="66" charset="0"/>
              </a:rPr>
              <a:t>Use Cases:</a:t>
            </a:r>
          </a:p>
          <a:p>
            <a:pPr marL="1385922" lvl="2" indent="-377979" algn="just" eaLnBrk="1" hangingPunct="1">
              <a:buFont typeface="Wingdings" panose="05000000000000000000" pitchFamily="2" charset="2"/>
              <a:buChar char="Ø"/>
            </a:pPr>
            <a:r>
              <a:rPr lang="en-IN" altLang="en-US" sz="2000" dirty="0">
                <a:solidFill>
                  <a:schemeClr val="tx1"/>
                </a:solidFill>
                <a:latin typeface="Comic Sans MS" panose="030F0702030302020204" pitchFamily="66" charset="0"/>
              </a:rPr>
              <a:t>Image scene decomposition</a:t>
            </a:r>
          </a:p>
          <a:p>
            <a:pPr marL="1385922" lvl="2" indent="-377979" algn="just" eaLnBrk="1" hangingPunct="1">
              <a:buFont typeface="Wingdings" panose="05000000000000000000" pitchFamily="2" charset="2"/>
              <a:buChar char="Ø"/>
            </a:pPr>
            <a:r>
              <a:rPr lang="en-IN" altLang="en-US" sz="2000" dirty="0">
                <a:solidFill>
                  <a:schemeClr val="tx1"/>
                </a:solidFill>
                <a:latin typeface="Comic Sans MS" panose="030F0702030302020204" pitchFamily="66" charset="0"/>
              </a:rPr>
              <a:t>NLP</a:t>
            </a:r>
          </a:p>
          <a:p>
            <a:pPr marL="1385922" lvl="2" indent="-377979" algn="just" eaLnBrk="1" hangingPunct="1">
              <a:buFont typeface="Wingdings" panose="05000000000000000000" pitchFamily="2" charset="2"/>
              <a:buChar char="Ø"/>
            </a:pPr>
            <a:r>
              <a:rPr lang="en-IN" altLang="en-US" sz="2000" dirty="0">
                <a:solidFill>
                  <a:schemeClr val="tx1"/>
                </a:solidFill>
                <a:latin typeface="Comic Sans MS" panose="030F0702030302020204" pitchFamily="66" charset="0"/>
              </a:rPr>
              <a:t>Audio-to-text transcription</a:t>
            </a:r>
            <a:endParaRPr lang="en-US" altLang="en-US" sz="2000" dirty="0">
              <a:solidFill>
                <a:schemeClr val="tx1"/>
              </a:solidFill>
              <a:latin typeface="Comic Sans MS" panose="030F0702030302020204" pitchFamily="66" charset="0"/>
            </a:endParaRPr>
          </a:p>
          <a:p>
            <a:pPr marL="0" indent="0">
              <a:buNone/>
            </a:pPr>
            <a:endParaRPr lang="en-IN" dirty="0"/>
          </a:p>
        </p:txBody>
      </p:sp>
      <p:sp>
        <p:nvSpPr>
          <p:cNvPr id="4" name="Slide Number Placeholder 3">
            <a:extLst>
              <a:ext uri="{FF2B5EF4-FFF2-40B4-BE49-F238E27FC236}">
                <a16:creationId xmlns:a16="http://schemas.microsoft.com/office/drawing/2014/main" id="{9AE8AC91-7485-44E4-B452-DEC7C57A2991}"/>
              </a:ext>
            </a:extLst>
          </p:cNvPr>
          <p:cNvSpPr>
            <a:spLocks noGrp="1"/>
          </p:cNvSpPr>
          <p:nvPr>
            <p:ph type="sldNum" sz="quarter" idx="12"/>
          </p:nvPr>
        </p:nvSpPr>
        <p:spPr/>
        <p:txBody>
          <a:bodyPr/>
          <a:lstStyle/>
          <a:p>
            <a:fld id="{ABAAFA7D-6ABC-4212-A7A7-BEEED8253075}" type="slidenum">
              <a:rPr lang="en-US" altLang="en-US" smtClean="0"/>
              <a:pPr/>
              <a:t>21</a:t>
            </a:fld>
            <a:endParaRPr lang="en-US" altLang="en-US"/>
          </a:p>
        </p:txBody>
      </p:sp>
    </p:spTree>
    <p:extLst>
      <p:ext uri="{BB962C8B-B14F-4D97-AF65-F5344CB8AC3E}">
        <p14:creationId xmlns:p14="http://schemas.microsoft.com/office/powerpoint/2010/main" val="4134313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DF5320AD-1AC7-43D3-8DBC-2712360B9A61}"/>
              </a:ext>
            </a:extLst>
          </p:cNvPr>
          <p:cNvSpPr>
            <a:spLocks noGrp="1" noChangeArrowheads="1"/>
          </p:cNvSpPr>
          <p:nvPr>
            <p:ph type="title"/>
          </p:nvPr>
        </p:nvSpPr>
        <p:spPr>
          <a:xfrm>
            <a:off x="215776" y="179437"/>
            <a:ext cx="9649072" cy="792163"/>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3600" dirty="0">
                <a:latin typeface="Comic Sans MS" panose="030F0702030302020204" pitchFamily="66" charset="0"/>
              </a:rPr>
              <a:t>References</a:t>
            </a:r>
            <a:endParaRPr lang="en-US" altLang="en-US" dirty="0">
              <a:latin typeface="Comic Sans MS" panose="030F0702030302020204" pitchFamily="66" charset="0"/>
            </a:endParaRPr>
          </a:p>
        </p:txBody>
      </p:sp>
      <p:sp>
        <p:nvSpPr>
          <p:cNvPr id="2" name="TextBox 1">
            <a:extLst>
              <a:ext uri="{FF2B5EF4-FFF2-40B4-BE49-F238E27FC236}">
                <a16:creationId xmlns:a16="http://schemas.microsoft.com/office/drawing/2014/main" id="{0166A275-33A4-4F9A-B181-3406FF37467A}"/>
              </a:ext>
            </a:extLst>
          </p:cNvPr>
          <p:cNvSpPr txBox="1"/>
          <p:nvPr/>
        </p:nvSpPr>
        <p:spPr>
          <a:xfrm>
            <a:off x="431800" y="1022221"/>
            <a:ext cx="9217024" cy="3046988"/>
          </a:xfrm>
          <a:prstGeom prst="rect">
            <a:avLst/>
          </a:prstGeom>
          <a:noFill/>
        </p:spPr>
        <p:txBody>
          <a:bodyPr wrap="square" rtlCol="0">
            <a:spAutoFit/>
          </a:bodyPr>
          <a:lstStyle/>
          <a:p>
            <a:pPr marL="457200" indent="-457200" algn="just" eaLnBrk="1">
              <a:buSzPct val="80000"/>
              <a:buAutoNum type="arabicPeriod"/>
              <a:tabLst>
                <a:tab pos="0" algn="l"/>
                <a:tab pos="102242" algn="l"/>
                <a:tab pos="516968" algn="l"/>
                <a:tab pos="931694" algn="l"/>
                <a:tab pos="1346420" algn="l"/>
                <a:tab pos="1761146" algn="l"/>
                <a:tab pos="2175873" algn="l"/>
                <a:tab pos="2590599" algn="l"/>
                <a:tab pos="3005325" algn="l"/>
                <a:tab pos="3420051" algn="l"/>
                <a:tab pos="3834777" algn="l"/>
                <a:tab pos="4249503" algn="l"/>
                <a:tab pos="4664229" algn="l"/>
                <a:tab pos="5078955" algn="l"/>
                <a:tab pos="5493682" algn="l"/>
                <a:tab pos="5908408" algn="l"/>
                <a:tab pos="6323134" algn="l"/>
                <a:tab pos="6737860" algn="l"/>
                <a:tab pos="7152586" algn="l"/>
                <a:tab pos="7567312" algn="l"/>
                <a:tab pos="7982038" algn="l"/>
              </a:tabLst>
              <a:defRPr/>
            </a:pPr>
            <a:r>
              <a:rPr lang="fi-FI" altLang="en-US" sz="2400" dirty="0">
                <a:solidFill>
                  <a:schemeClr val="tx1"/>
                </a:solidFill>
                <a:latin typeface="Comic Sans MS" panose="030F0702030302020204" pitchFamily="66" charset="0"/>
                <a:hlinkClick r:id="rId3"/>
              </a:rPr>
              <a:t>https://towardsdatascience.com/the-10-deep-learning-methods-ai-practitioners-need-to-apply-885259f402c1</a:t>
            </a:r>
            <a:endParaRPr lang="fi-FI" altLang="en-US" sz="2400" dirty="0">
              <a:solidFill>
                <a:schemeClr val="tx1"/>
              </a:solidFill>
              <a:latin typeface="Comic Sans MS" panose="030F0702030302020204" pitchFamily="66" charset="0"/>
            </a:endParaRPr>
          </a:p>
          <a:p>
            <a:pPr marL="457200" indent="-457200" algn="just" eaLnBrk="1">
              <a:buSzPct val="80000"/>
              <a:buAutoNum type="arabicPeriod"/>
              <a:tabLst>
                <a:tab pos="0" algn="l"/>
                <a:tab pos="102242" algn="l"/>
                <a:tab pos="516968" algn="l"/>
                <a:tab pos="931694" algn="l"/>
                <a:tab pos="1346420" algn="l"/>
                <a:tab pos="1761146" algn="l"/>
                <a:tab pos="2175873" algn="l"/>
                <a:tab pos="2590599" algn="l"/>
                <a:tab pos="3005325" algn="l"/>
                <a:tab pos="3420051" algn="l"/>
                <a:tab pos="3834777" algn="l"/>
                <a:tab pos="4249503" algn="l"/>
                <a:tab pos="4664229" algn="l"/>
                <a:tab pos="5078955" algn="l"/>
                <a:tab pos="5493682" algn="l"/>
                <a:tab pos="5908408" algn="l"/>
                <a:tab pos="6323134" algn="l"/>
                <a:tab pos="6737860" algn="l"/>
                <a:tab pos="7152586" algn="l"/>
                <a:tab pos="7567312" algn="l"/>
                <a:tab pos="7982038" algn="l"/>
              </a:tabLst>
              <a:defRPr/>
            </a:pPr>
            <a:endParaRPr lang="fi-FI" altLang="en-US" sz="2400" dirty="0">
              <a:solidFill>
                <a:schemeClr val="tx1"/>
              </a:solidFill>
              <a:latin typeface="Comic Sans MS" panose="030F0702030302020204" pitchFamily="66" charset="0"/>
            </a:endParaRPr>
          </a:p>
          <a:p>
            <a:pPr algn="just" eaLnBrk="1">
              <a:buSzPct val="80000"/>
              <a:tabLst>
                <a:tab pos="0" algn="l"/>
                <a:tab pos="102242" algn="l"/>
                <a:tab pos="516968" algn="l"/>
                <a:tab pos="931694" algn="l"/>
                <a:tab pos="1346420" algn="l"/>
                <a:tab pos="1761146" algn="l"/>
                <a:tab pos="2175873" algn="l"/>
                <a:tab pos="2590599" algn="l"/>
                <a:tab pos="3005325" algn="l"/>
                <a:tab pos="3420051" algn="l"/>
                <a:tab pos="3834777" algn="l"/>
                <a:tab pos="4249503" algn="l"/>
                <a:tab pos="4664229" algn="l"/>
                <a:tab pos="5078955" algn="l"/>
                <a:tab pos="5493682" algn="l"/>
                <a:tab pos="5908408" algn="l"/>
                <a:tab pos="6323134" algn="l"/>
                <a:tab pos="6737860" algn="l"/>
                <a:tab pos="7152586" algn="l"/>
                <a:tab pos="7567312" algn="l"/>
                <a:tab pos="7982038" algn="l"/>
              </a:tabLst>
              <a:defRPr/>
            </a:pPr>
            <a:r>
              <a:rPr lang="fi-FI" altLang="en-US" sz="2400" dirty="0">
                <a:solidFill>
                  <a:schemeClr val="tx1"/>
                </a:solidFill>
                <a:latin typeface="Comic Sans MS" panose="030F0702030302020204" pitchFamily="66" charset="0"/>
              </a:rPr>
              <a:t>2. </a:t>
            </a:r>
            <a:r>
              <a:rPr lang="fi-FI" altLang="en-US" sz="2400" dirty="0">
                <a:solidFill>
                  <a:schemeClr val="tx1"/>
                </a:solidFill>
                <a:latin typeface="Comic Sans MS" panose="030F0702030302020204" pitchFamily="66" charset="0"/>
                <a:hlinkClick r:id="rId4"/>
              </a:rPr>
              <a:t>https://semiengineering.com/deep-learning-spreads/</a:t>
            </a:r>
            <a:endParaRPr lang="fi-FI" altLang="en-US" sz="2400" dirty="0">
              <a:solidFill>
                <a:schemeClr val="tx1"/>
              </a:solidFill>
              <a:latin typeface="Comic Sans MS" panose="030F0702030302020204" pitchFamily="66" charset="0"/>
            </a:endParaRPr>
          </a:p>
          <a:p>
            <a:pPr algn="just" eaLnBrk="1">
              <a:buSzPct val="80000"/>
              <a:tabLst>
                <a:tab pos="0" algn="l"/>
                <a:tab pos="102242" algn="l"/>
                <a:tab pos="516968" algn="l"/>
                <a:tab pos="931694" algn="l"/>
                <a:tab pos="1346420" algn="l"/>
                <a:tab pos="1761146" algn="l"/>
                <a:tab pos="2175873" algn="l"/>
                <a:tab pos="2590599" algn="l"/>
                <a:tab pos="3005325" algn="l"/>
                <a:tab pos="3420051" algn="l"/>
                <a:tab pos="3834777" algn="l"/>
                <a:tab pos="4249503" algn="l"/>
                <a:tab pos="4664229" algn="l"/>
                <a:tab pos="5078955" algn="l"/>
                <a:tab pos="5493682" algn="l"/>
                <a:tab pos="5908408" algn="l"/>
                <a:tab pos="6323134" algn="l"/>
                <a:tab pos="6737860" algn="l"/>
                <a:tab pos="7152586" algn="l"/>
                <a:tab pos="7567312" algn="l"/>
                <a:tab pos="7982038" algn="l"/>
              </a:tabLst>
              <a:defRPr/>
            </a:pPr>
            <a:endParaRPr lang="fi-FI" altLang="en-US" sz="2400" dirty="0">
              <a:solidFill>
                <a:schemeClr val="tx1"/>
              </a:solidFill>
              <a:latin typeface="Comic Sans MS" panose="030F0702030302020204" pitchFamily="66" charset="0"/>
            </a:endParaRPr>
          </a:p>
          <a:p>
            <a:pPr algn="just" eaLnBrk="1">
              <a:buSzPct val="80000"/>
              <a:tabLst>
                <a:tab pos="0" algn="l"/>
                <a:tab pos="102242" algn="l"/>
                <a:tab pos="516968" algn="l"/>
                <a:tab pos="931694" algn="l"/>
                <a:tab pos="1346420" algn="l"/>
                <a:tab pos="1761146" algn="l"/>
                <a:tab pos="2175873" algn="l"/>
                <a:tab pos="2590599" algn="l"/>
                <a:tab pos="3005325" algn="l"/>
                <a:tab pos="3420051" algn="l"/>
                <a:tab pos="3834777" algn="l"/>
                <a:tab pos="4249503" algn="l"/>
                <a:tab pos="4664229" algn="l"/>
                <a:tab pos="5078955" algn="l"/>
                <a:tab pos="5493682" algn="l"/>
                <a:tab pos="5908408" algn="l"/>
                <a:tab pos="6323134" algn="l"/>
                <a:tab pos="6737860" algn="l"/>
                <a:tab pos="7152586" algn="l"/>
                <a:tab pos="7567312" algn="l"/>
                <a:tab pos="7982038" algn="l"/>
              </a:tabLst>
              <a:defRPr/>
            </a:pPr>
            <a:r>
              <a:rPr lang="fi-FI" altLang="en-US" sz="2400" dirty="0">
                <a:solidFill>
                  <a:schemeClr val="tx1"/>
                </a:solidFill>
                <a:latin typeface="Comic Sans MS" panose="030F0702030302020204" pitchFamily="66" charset="0"/>
              </a:rPr>
              <a:t>3. </a:t>
            </a:r>
            <a:r>
              <a:rPr lang="fi-FI" altLang="en-US" sz="2400" dirty="0">
                <a:solidFill>
                  <a:schemeClr val="tx1"/>
                </a:solidFill>
                <a:latin typeface="Comic Sans MS" panose="030F0702030302020204" pitchFamily="66" charset="0"/>
                <a:hlinkClick r:id="rId5"/>
              </a:rPr>
              <a:t>https://www.safaribooksonline.com/library/view/deep-learning/9781491924570/ch04.html</a:t>
            </a:r>
            <a:endParaRPr lang="fi-FI" altLang="en-US" sz="2400" dirty="0">
              <a:solidFill>
                <a:schemeClr val="tx1"/>
              </a:solidFill>
              <a:latin typeface="Comic Sans MS" panose="030F0702030302020204" pitchFamily="66" charset="0"/>
            </a:endParaRPr>
          </a:p>
          <a:p>
            <a:pPr algn="just" eaLnBrk="1">
              <a:buSzPct val="80000"/>
              <a:tabLst>
                <a:tab pos="0" algn="l"/>
                <a:tab pos="102242" algn="l"/>
                <a:tab pos="516968" algn="l"/>
                <a:tab pos="931694" algn="l"/>
                <a:tab pos="1346420" algn="l"/>
                <a:tab pos="1761146" algn="l"/>
                <a:tab pos="2175873" algn="l"/>
                <a:tab pos="2590599" algn="l"/>
                <a:tab pos="3005325" algn="l"/>
                <a:tab pos="3420051" algn="l"/>
                <a:tab pos="3834777" algn="l"/>
                <a:tab pos="4249503" algn="l"/>
                <a:tab pos="4664229" algn="l"/>
                <a:tab pos="5078955" algn="l"/>
                <a:tab pos="5493682" algn="l"/>
                <a:tab pos="5908408" algn="l"/>
                <a:tab pos="6323134" algn="l"/>
                <a:tab pos="6737860" algn="l"/>
                <a:tab pos="7152586" algn="l"/>
                <a:tab pos="7567312" algn="l"/>
                <a:tab pos="7982038" algn="l"/>
              </a:tabLst>
              <a:defRPr/>
            </a:pPr>
            <a:endParaRPr lang="fi-FI" altLang="en-US" sz="2400"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1462179156"/>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
            <a:extLst>
              <a:ext uri="{FF2B5EF4-FFF2-40B4-BE49-F238E27FC236}">
                <a16:creationId xmlns:a16="http://schemas.microsoft.com/office/drawing/2014/main" id="{99BD8AF5-3321-485C-B361-A83052516045}"/>
              </a:ext>
            </a:extLst>
          </p:cNvPr>
          <p:cNvSpPr>
            <a:spLocks noGrp="1" noChangeArrowheads="1"/>
          </p:cNvSpPr>
          <p:nvPr>
            <p:ph type="title"/>
          </p:nvPr>
        </p:nvSpPr>
        <p:spPr>
          <a:xfrm>
            <a:off x="431800" y="74613"/>
            <a:ext cx="9070975" cy="896937"/>
          </a:xfrm>
        </p:spPr>
        <p:txBody>
          <a:bodyPr tIns="38880"/>
          <a:lstStyle/>
          <a:p>
            <a:pPr eaLnBrk="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a:latin typeface="Comic Sans MS" panose="030F0702030302020204" pitchFamily="66" charset="0"/>
              </a:rPr>
              <a:t>Disclaimer</a:t>
            </a:r>
          </a:p>
        </p:txBody>
      </p:sp>
      <p:sp>
        <p:nvSpPr>
          <p:cNvPr id="4098" name="Rectangle 2">
            <a:extLst>
              <a:ext uri="{FF2B5EF4-FFF2-40B4-BE49-F238E27FC236}">
                <a16:creationId xmlns:a16="http://schemas.microsoft.com/office/drawing/2014/main" id="{1643F7A5-1B42-4A02-BA28-E8629D28BF16}"/>
              </a:ext>
            </a:extLst>
          </p:cNvPr>
          <p:cNvSpPr>
            <a:spLocks noGrp="1" noChangeArrowheads="1"/>
          </p:cNvSpPr>
          <p:nvPr>
            <p:ph type="subTitle" idx="4294967295"/>
          </p:nvPr>
        </p:nvSpPr>
        <p:spPr>
          <a:xfrm>
            <a:off x="503238" y="971550"/>
            <a:ext cx="9070975" cy="6408738"/>
          </a:xfrm>
        </p:spPr>
        <p:txBody>
          <a:bodyPr/>
          <a:lstStyle/>
          <a:p>
            <a:pPr marL="457200" indent="-457200" algn="just" eaLnBrk="1">
              <a:lnSpc>
                <a:spcPct val="100000"/>
              </a:lnSpc>
              <a:spcAft>
                <a:spcPct val="0"/>
              </a:spcAft>
              <a:buClrTx/>
              <a:buSzPct val="80000"/>
              <a:buFont typeface="Wingdings" panose="05000000000000000000" pitchFamily="2" charset="2"/>
              <a:buChar char="Ø"/>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800" dirty="0">
                <a:latin typeface="Comic Sans MS" panose="030F0702030302020204" pitchFamily="66" charset="0"/>
              </a:rPr>
              <a:t>Content of this presentation is not original and it has been prepared from various sources for teaching purpose.</a:t>
            </a:r>
          </a:p>
          <a:p>
            <a:pPr marL="857250" lvl="1" indent="-457200" eaLnBrk="1">
              <a:lnSpc>
                <a:spcPct val="100000"/>
              </a:lnSpc>
              <a:spcAft>
                <a:spcPct val="0"/>
              </a:spcAft>
              <a:buClrTx/>
              <a:buSzPct val="80000"/>
              <a:buFont typeface="Wingdings" panose="05000000000000000000" pitchFamily="2" charset="2"/>
              <a:buChar char="Ø"/>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Comic Sans MS" panose="030F0702030302020204" pitchFamily="66" charset="0"/>
            </a:endParaRPr>
          </a:p>
          <a:p>
            <a:pPr marL="400050" lvl="1" indent="0" eaLnBrk="1">
              <a:lnSpc>
                <a:spcPct val="100000"/>
              </a:lnSpc>
              <a:spcAft>
                <a:spcPct val="0"/>
              </a:spcAft>
              <a:buClrTx/>
              <a:buSzPct val="80000"/>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dirty="0">
              <a:latin typeface="Comic Sans MS" panose="030F0702030302020204" pitchFamily="66" charset="0"/>
            </a:endParaRPr>
          </a:p>
          <a:p>
            <a:pPr marL="0" indent="0" eaLnBrk="1">
              <a:lnSpc>
                <a:spcPct val="100000"/>
              </a:lnSpc>
              <a:spcAft>
                <a:spcPct val="0"/>
              </a:spcAft>
              <a:buClrTx/>
              <a:buSzPct val="80000"/>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0" indent="0" eaLnBrk="1">
              <a:lnSpc>
                <a:spcPct val="100000"/>
              </a:lnSpc>
              <a:spcAft>
                <a:spcPct val="0"/>
              </a:spcAft>
              <a:buClrTx/>
              <a:buSzPct val="80000"/>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0" indent="0" eaLnBrk="1">
              <a:lnSpc>
                <a:spcPct val="100000"/>
              </a:lnSpc>
              <a:spcAft>
                <a:spcPct val="0"/>
              </a:spcAft>
              <a:buClrTx/>
              <a:buSzPct val="80000"/>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800100" lvl="2" indent="0" eaLnBrk="1">
              <a:lnSpc>
                <a:spcPct val="100000"/>
              </a:lnSpc>
              <a:spcAft>
                <a:spcPct val="0"/>
              </a:spcAft>
              <a:buClrTx/>
              <a:buSzPct val="80000"/>
              <a:buFont typeface="Times New Roman" pitchFamily="16" charset="0"/>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800100" lvl="2" indent="0" eaLnBrk="1">
              <a:lnSpc>
                <a:spcPct val="100000"/>
              </a:lnSpc>
              <a:spcAft>
                <a:spcPct val="0"/>
              </a:spcAft>
              <a:buClrTx/>
              <a:buSzPct val="80000"/>
              <a:buFont typeface="Times New Roman" pitchFamily="16" charset="0"/>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a:p>
            <a:pPr marL="800100" lvl="2" indent="0" eaLnBrk="1">
              <a:lnSpc>
                <a:spcPct val="100000"/>
              </a:lnSpc>
              <a:spcAft>
                <a:spcPct val="0"/>
              </a:spcAft>
              <a:buClrTx/>
              <a:buSzPct val="80000"/>
              <a:buFont typeface="Times New Roman" pitchFamily="16" charset="0"/>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800" dirty="0">
              <a:latin typeface="Comic Sans MS" panose="030F0702030302020204" pitchFamily="66" charset="0"/>
            </a:endParaRP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solidFill>
              <a:schemeClr val="bg1"/>
            </a:solidFill>
            <a:effectLst/>
            <a:latin typeface="Arial"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altLang="en-US" sz="1800" b="0" i="0" u="none" strike="noStrike" cap="none" normalizeH="0" baseline="0" smtClean="0">
            <a:ln>
              <a:noFill/>
            </a:ln>
            <a:solidFill>
              <a:schemeClr val="bg1"/>
            </a:solidFill>
            <a:effectLst/>
            <a:latin typeface="Arial"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42616</TotalTime>
  <Words>1193</Words>
  <Application>Microsoft Office PowerPoint</Application>
  <PresentationFormat>Custom</PresentationFormat>
  <Paragraphs>165</Paragraphs>
  <Slides>23</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23</vt:i4>
      </vt:variant>
    </vt:vector>
  </HeadingPairs>
  <TitlesOfParts>
    <vt:vector size="30" baseType="lpstr">
      <vt:lpstr>Arial</vt:lpstr>
      <vt:lpstr>Calibri</vt:lpstr>
      <vt:lpstr>Comic Sans MS</vt:lpstr>
      <vt:lpstr>Times New Roman</vt:lpstr>
      <vt:lpstr>Wingdings</vt:lpstr>
      <vt:lpstr>Office Theme</vt:lpstr>
      <vt:lpstr>1_Office Theme</vt:lpstr>
      <vt:lpstr>PowerPoint Presentation</vt:lpstr>
      <vt:lpstr>Introduction</vt:lpstr>
      <vt:lpstr>Introduction</vt:lpstr>
      <vt:lpstr>Introduction</vt:lpstr>
      <vt:lpstr>Major Architectures of Deep Networks</vt:lpstr>
      <vt:lpstr>Major Architectures of Deep Networks</vt:lpstr>
      <vt:lpstr>Unsupervised Pretrained Networks</vt:lpstr>
      <vt:lpstr>Autoencoders</vt:lpstr>
      <vt:lpstr>Applications of Autoencoder</vt:lpstr>
      <vt:lpstr>Deep Belief Networks</vt:lpstr>
      <vt:lpstr>Generative Adverasial Network</vt:lpstr>
      <vt:lpstr>Contd…</vt:lpstr>
      <vt:lpstr>Major Architectures of Deep Networks</vt:lpstr>
      <vt:lpstr>Convolutional Neural Network</vt:lpstr>
      <vt:lpstr>Working of Convolution Function </vt:lpstr>
      <vt:lpstr>Example of Convolution</vt:lpstr>
      <vt:lpstr>CNN</vt:lpstr>
      <vt:lpstr>Major Architectures of Deep Networks</vt:lpstr>
      <vt:lpstr>Major Architectures of Deep Networks</vt:lpstr>
      <vt:lpstr>Major Architectures of Deep Networks</vt:lpstr>
      <vt:lpstr>Use Cases</vt:lpstr>
      <vt:lpstr>References</vt:lpstr>
      <vt:lpstr>Disclaimer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dc:creator>
  <cp:lastModifiedBy>Pooja Chaturvedi</cp:lastModifiedBy>
  <cp:revision>279</cp:revision>
  <cp:lastPrinted>1601-01-01T00:00:00Z</cp:lastPrinted>
  <dcterms:created xsi:type="dcterms:W3CDTF">2013-01-08T06:31:59Z</dcterms:created>
  <dcterms:modified xsi:type="dcterms:W3CDTF">2023-05-28T05:29:13Z</dcterms:modified>
</cp:coreProperties>
</file>