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8"/>
  </p:notesMasterIdLst>
  <p:sldIdLst>
    <p:sldId id="256" r:id="rId2"/>
    <p:sldId id="367" r:id="rId3"/>
    <p:sldId id="368" r:id="rId4"/>
    <p:sldId id="369" r:id="rId5"/>
    <p:sldId id="370" r:id="rId6"/>
    <p:sldId id="372" r:id="rId7"/>
    <p:sldId id="373" r:id="rId8"/>
    <p:sldId id="371" r:id="rId9"/>
    <p:sldId id="374" r:id="rId10"/>
    <p:sldId id="375" r:id="rId11"/>
    <p:sldId id="376" r:id="rId12"/>
    <p:sldId id="378" r:id="rId13"/>
    <p:sldId id="379" r:id="rId14"/>
    <p:sldId id="380" r:id="rId15"/>
    <p:sldId id="381" r:id="rId16"/>
    <p:sldId id="377" r:id="rId17"/>
    <p:sldId id="382" r:id="rId18"/>
    <p:sldId id="383" r:id="rId19"/>
    <p:sldId id="384" r:id="rId20"/>
    <p:sldId id="385" r:id="rId21"/>
    <p:sldId id="386" r:id="rId22"/>
    <p:sldId id="387" r:id="rId23"/>
    <p:sldId id="389" r:id="rId24"/>
    <p:sldId id="390" r:id="rId25"/>
    <p:sldId id="391" r:id="rId26"/>
    <p:sldId id="392" r:id="rId27"/>
    <p:sldId id="388" r:id="rId28"/>
    <p:sldId id="393" r:id="rId29"/>
    <p:sldId id="394" r:id="rId30"/>
    <p:sldId id="395" r:id="rId31"/>
    <p:sldId id="396" r:id="rId32"/>
    <p:sldId id="401" r:id="rId33"/>
    <p:sldId id="402" r:id="rId34"/>
    <p:sldId id="403" r:id="rId35"/>
    <p:sldId id="397" r:id="rId36"/>
    <p:sldId id="404" r:id="rId37"/>
    <p:sldId id="405" r:id="rId38"/>
    <p:sldId id="406" r:id="rId39"/>
    <p:sldId id="407" r:id="rId40"/>
    <p:sldId id="398" r:id="rId41"/>
    <p:sldId id="408" r:id="rId42"/>
    <p:sldId id="409" r:id="rId43"/>
    <p:sldId id="410" r:id="rId44"/>
    <p:sldId id="399" r:id="rId45"/>
    <p:sldId id="411" r:id="rId46"/>
    <p:sldId id="412" r:id="rId47"/>
    <p:sldId id="413" r:id="rId48"/>
    <p:sldId id="414" r:id="rId49"/>
    <p:sldId id="415" r:id="rId50"/>
    <p:sldId id="400" r:id="rId51"/>
    <p:sldId id="416" r:id="rId52"/>
    <p:sldId id="417" r:id="rId53"/>
    <p:sldId id="418" r:id="rId54"/>
    <p:sldId id="430" r:id="rId55"/>
    <p:sldId id="419" r:id="rId56"/>
    <p:sldId id="420" r:id="rId57"/>
    <p:sldId id="421" r:id="rId58"/>
    <p:sldId id="422" r:id="rId59"/>
    <p:sldId id="423" r:id="rId60"/>
    <p:sldId id="424" r:id="rId61"/>
    <p:sldId id="427" r:id="rId62"/>
    <p:sldId id="425" r:id="rId63"/>
    <p:sldId id="428" r:id="rId64"/>
    <p:sldId id="426" r:id="rId65"/>
    <p:sldId id="429" r:id="rId66"/>
    <p:sldId id="271" r:id="rId67"/>
  </p:sldIdLst>
  <p:sldSz cx="10080625" cy="7559675"/>
  <p:notesSz cx="7772400" cy="10058400"/>
  <p:defaultTextStyle>
    <a:defPPr>
      <a:defRPr lang="en-GB"/>
    </a:defPPr>
    <a:lvl1pPr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1pPr>
    <a:lvl2pPr marL="742950" indent="-28575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526" y="72"/>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AutoShape 1">
            <a:extLst>
              <a:ext uri="{FF2B5EF4-FFF2-40B4-BE49-F238E27FC236}">
                <a16:creationId xmlns:a16="http://schemas.microsoft.com/office/drawing/2014/main" id="{E31DEC60-0D0B-4E3E-A736-65A848C86DC6}"/>
              </a:ext>
            </a:extLst>
          </p:cNvPr>
          <p:cNvSpPr>
            <a:spLocks noChangeArrowheads="1"/>
          </p:cNvSpPr>
          <p:nvPr/>
        </p:nvSpPr>
        <p:spPr bwMode="auto">
          <a:xfrm>
            <a:off x="0" y="0"/>
            <a:ext cx="7772400" cy="10058400"/>
          </a:xfrm>
          <a:prstGeom prst="roundRect">
            <a:avLst>
              <a:gd name="adj" fmla="val 19"/>
            </a:avLst>
          </a:prstGeom>
          <a:solidFill>
            <a:srgbClr val="FFFFFF"/>
          </a:solidFill>
          <a:ln>
            <a:noFill/>
          </a:ln>
          <a:effectLst/>
          <a:extLst>
            <a:ext uri="{91240B29-F687-4F45-9708-019B960494DF}">
              <a14:hiddenLine xmlns:a14="http://schemas.microsoft.com/office/drawing/2010/main" w="936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2051" name="AutoShape 2">
            <a:extLst>
              <a:ext uri="{FF2B5EF4-FFF2-40B4-BE49-F238E27FC236}">
                <a16:creationId xmlns:a16="http://schemas.microsoft.com/office/drawing/2014/main" id="{F609E108-B8B6-4CD2-9842-536B61323B32}"/>
              </a:ext>
            </a:extLst>
          </p:cNvPr>
          <p:cNvSpPr>
            <a:spLocks noChangeArrowheads="1"/>
          </p:cNvSpPr>
          <p:nvPr/>
        </p:nvSpPr>
        <p:spPr bwMode="auto">
          <a:xfrm>
            <a:off x="0" y="0"/>
            <a:ext cx="7772400" cy="10058400"/>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2052" name="Rectangle 3">
            <a:extLst>
              <a:ext uri="{FF2B5EF4-FFF2-40B4-BE49-F238E27FC236}">
                <a16:creationId xmlns:a16="http://schemas.microsoft.com/office/drawing/2014/main" id="{9612151B-99CA-4D64-A569-6DD400942656}"/>
              </a:ext>
            </a:extLst>
          </p:cNvPr>
          <p:cNvSpPr>
            <a:spLocks noGrp="1" noRot="1" noChangeAspect="1" noChangeArrowheads="1"/>
          </p:cNvSpPr>
          <p:nvPr>
            <p:ph type="sldImg"/>
          </p:nvPr>
        </p:nvSpPr>
        <p:spPr bwMode="auto">
          <a:xfrm>
            <a:off x="1371600" y="763588"/>
            <a:ext cx="5024438" cy="3767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4">
            <a:extLst>
              <a:ext uri="{FF2B5EF4-FFF2-40B4-BE49-F238E27FC236}">
                <a16:creationId xmlns:a16="http://schemas.microsoft.com/office/drawing/2014/main" id="{80A4AEDE-9663-4794-BF70-0945C1317B02}"/>
              </a:ext>
            </a:extLst>
          </p:cNvPr>
          <p:cNvSpPr>
            <a:spLocks noGrp="1" noChangeArrowheads="1"/>
          </p:cNvSpPr>
          <p:nvPr>
            <p:ph type="body"/>
          </p:nvPr>
        </p:nvSpPr>
        <p:spPr bwMode="auto">
          <a:xfrm>
            <a:off x="777875" y="4776788"/>
            <a:ext cx="6213475" cy="4521200"/>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2053" name="Rectangle 5">
            <a:extLst>
              <a:ext uri="{FF2B5EF4-FFF2-40B4-BE49-F238E27FC236}">
                <a16:creationId xmlns:a16="http://schemas.microsoft.com/office/drawing/2014/main" id="{CBBE7EED-BC6B-4B32-9760-D7225D209D91}"/>
              </a:ext>
            </a:extLst>
          </p:cNvPr>
          <p:cNvSpPr>
            <a:spLocks noGrp="1" noChangeArrowheads="1"/>
          </p:cNvSpPr>
          <p:nvPr>
            <p:ph type="hdr"/>
          </p:nvPr>
        </p:nvSpPr>
        <p:spPr bwMode="auto">
          <a:xfrm>
            <a:off x="0" y="0"/>
            <a:ext cx="3368675" cy="498475"/>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5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itchFamily="16" charset="0"/>
                <a:ea typeface="Microsoft YaHei" charset="-122"/>
                <a:cs typeface="Arial Unicode MS" charset="0"/>
              </a:defRPr>
            </a:lvl1pPr>
          </a:lstStyle>
          <a:p>
            <a:pPr>
              <a:defRPr/>
            </a:pPr>
            <a:endParaRPr lang="en-US" altLang="en-US"/>
          </a:p>
        </p:txBody>
      </p:sp>
      <p:sp>
        <p:nvSpPr>
          <p:cNvPr id="2054" name="Rectangle 6">
            <a:extLst>
              <a:ext uri="{FF2B5EF4-FFF2-40B4-BE49-F238E27FC236}">
                <a16:creationId xmlns:a16="http://schemas.microsoft.com/office/drawing/2014/main" id="{AFAD6C71-F3EA-4105-8C37-4BE86E128186}"/>
              </a:ext>
            </a:extLst>
          </p:cNvPr>
          <p:cNvSpPr>
            <a:spLocks noGrp="1" noChangeArrowheads="1"/>
          </p:cNvSpPr>
          <p:nvPr>
            <p:ph type="dt"/>
          </p:nvPr>
        </p:nvSpPr>
        <p:spPr bwMode="auto">
          <a:xfrm>
            <a:off x="4398963" y="0"/>
            <a:ext cx="3368675" cy="498475"/>
          </a:xfrm>
          <a:prstGeom prst="rect">
            <a:avLst/>
          </a:prstGeom>
          <a:noFill/>
          <a:ln>
            <a:noFill/>
          </a:ln>
          <a:effectLst/>
        </p:spPr>
        <p:txBody>
          <a:bodyPr vert="horz" wrap="square" lIns="0" tIns="0" rIns="0" bIns="0" numCol="1" anchor="t" anchorCtr="0" compatLnSpc="1">
            <a:prstTxWarp prst="textNoShape">
              <a:avLst/>
            </a:prstTxWarp>
          </a:bodyPr>
          <a:lstStyle>
            <a:lvl1pPr algn="r" eaLnBrk="1">
              <a:lnSpc>
                <a:spcPct val="95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itchFamily="16" charset="0"/>
                <a:ea typeface="Microsoft YaHei" charset="-122"/>
                <a:cs typeface="Arial Unicode MS" charset="0"/>
              </a:defRPr>
            </a:lvl1pPr>
          </a:lstStyle>
          <a:p>
            <a:pPr>
              <a:defRPr/>
            </a:pPr>
            <a:endParaRPr lang="en-US" altLang="en-US"/>
          </a:p>
        </p:txBody>
      </p:sp>
      <p:sp>
        <p:nvSpPr>
          <p:cNvPr id="2055" name="Rectangle 7">
            <a:extLst>
              <a:ext uri="{FF2B5EF4-FFF2-40B4-BE49-F238E27FC236}">
                <a16:creationId xmlns:a16="http://schemas.microsoft.com/office/drawing/2014/main" id="{75167BD0-18D4-4CCB-89AA-BFE05949C9E9}"/>
              </a:ext>
            </a:extLst>
          </p:cNvPr>
          <p:cNvSpPr>
            <a:spLocks noGrp="1" noChangeArrowheads="1"/>
          </p:cNvSpPr>
          <p:nvPr>
            <p:ph type="ftr"/>
          </p:nvPr>
        </p:nvSpPr>
        <p:spPr bwMode="auto">
          <a:xfrm>
            <a:off x="0" y="9555163"/>
            <a:ext cx="3368675" cy="498475"/>
          </a:xfrm>
          <a:prstGeom prst="rect">
            <a:avLst/>
          </a:prstGeom>
          <a:noFill/>
          <a:ln>
            <a:noFill/>
          </a:ln>
          <a:effectLst/>
        </p:spPr>
        <p:txBody>
          <a:bodyPr vert="horz" wrap="square" lIns="0" tIns="0" rIns="0" bIns="0" numCol="1" anchor="b" anchorCtr="0" compatLnSpc="1">
            <a:prstTxWarp prst="textNoShape">
              <a:avLst/>
            </a:prstTxWarp>
          </a:bodyPr>
          <a:lstStyle>
            <a:lvl1pPr eaLnBrk="1">
              <a:lnSpc>
                <a:spcPct val="95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itchFamily="16" charset="0"/>
                <a:ea typeface="Microsoft YaHei" charset="-122"/>
                <a:cs typeface="Arial Unicode MS" charset="0"/>
              </a:defRPr>
            </a:lvl1pPr>
          </a:lstStyle>
          <a:p>
            <a:pPr>
              <a:defRPr/>
            </a:pPr>
            <a:endParaRPr lang="en-US" altLang="en-US"/>
          </a:p>
        </p:txBody>
      </p:sp>
      <p:sp>
        <p:nvSpPr>
          <p:cNvPr id="2056" name="Rectangle 8">
            <a:extLst>
              <a:ext uri="{FF2B5EF4-FFF2-40B4-BE49-F238E27FC236}">
                <a16:creationId xmlns:a16="http://schemas.microsoft.com/office/drawing/2014/main" id="{8DB0A514-4FB7-4C29-9325-FF3DBA829E2C}"/>
              </a:ext>
            </a:extLst>
          </p:cNvPr>
          <p:cNvSpPr>
            <a:spLocks noGrp="1" noChangeArrowheads="1"/>
          </p:cNvSpPr>
          <p:nvPr>
            <p:ph type="sldNum"/>
          </p:nvPr>
        </p:nvSpPr>
        <p:spPr bwMode="auto">
          <a:xfrm>
            <a:off x="4398963" y="9555163"/>
            <a:ext cx="3368675" cy="498475"/>
          </a:xfrm>
          <a:prstGeom prst="rect">
            <a:avLst/>
          </a:prstGeom>
          <a:noFill/>
          <a:ln>
            <a:noFill/>
          </a:ln>
          <a:effectLst/>
        </p:spPr>
        <p:txBody>
          <a:bodyPr vert="horz" wrap="square" lIns="0" tIns="0" rIns="0" bIns="0" numCol="1" anchor="b" anchorCtr="0" compatLnSpc="1">
            <a:prstTxWarp prst="textNoShape">
              <a:avLst/>
            </a:prstTxWarp>
          </a:bodyPr>
          <a:lstStyle>
            <a:lvl1pPr algn="r" eaLnBrk="1">
              <a:lnSpc>
                <a:spcPct val="95000"/>
              </a:lnSpc>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anose="02020603050405020304" pitchFamily="18" charset="0"/>
                <a:ea typeface="Arial Unicode MS" pitchFamily="34" charset="-128"/>
              </a:defRPr>
            </a:lvl1pPr>
          </a:lstStyle>
          <a:p>
            <a:pPr>
              <a:defRPr/>
            </a:pPr>
            <a:fld id="{110BD0DF-1081-4250-A734-F6D5AF97883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8">
            <a:extLst>
              <a:ext uri="{FF2B5EF4-FFF2-40B4-BE49-F238E27FC236}">
                <a16:creationId xmlns:a16="http://schemas.microsoft.com/office/drawing/2014/main" id="{9CCB4FE2-3237-4725-A01F-8C24218D34D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167FF5A0-F7FB-48D6-B9A4-68A2847A7FE9}" type="slidenum">
              <a:rPr lang="en-US" altLang="en-US" sz="1400" smtClean="0"/>
              <a:pPr>
                <a:spcBef>
                  <a:spcPct val="0"/>
                </a:spcBef>
                <a:buClrTx/>
                <a:buFontTx/>
                <a:buNone/>
              </a:pPr>
              <a:t>1</a:t>
            </a:fld>
            <a:endParaRPr lang="en-US" altLang="en-US" sz="1400"/>
          </a:p>
        </p:txBody>
      </p:sp>
      <p:sp>
        <p:nvSpPr>
          <p:cNvPr id="4099" name="Rectangle 1">
            <a:extLst>
              <a:ext uri="{FF2B5EF4-FFF2-40B4-BE49-F238E27FC236}">
                <a16:creationId xmlns:a16="http://schemas.microsoft.com/office/drawing/2014/main" id="{EC72F8B1-815B-4913-AACF-830C19747199}"/>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00" name="Rectangle 2">
            <a:extLst>
              <a:ext uri="{FF2B5EF4-FFF2-40B4-BE49-F238E27FC236}">
                <a16:creationId xmlns:a16="http://schemas.microsoft.com/office/drawing/2014/main" id="{50AF4452-3B7D-4AEB-ABB8-EFFCE3AD0C98}"/>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43911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5650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73579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58970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97312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67646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77769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78225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90812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44027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9966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92929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369121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22805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910457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660769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19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30544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104863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966650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43438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28384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042515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208979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011930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24584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421436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897357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823830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94512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298190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203161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382134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708228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902108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73207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809716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39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580004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227743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704032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594077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115712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418024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579461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816691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382826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033131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49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459924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74929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884408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339035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406790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1351773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56</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621923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57</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337225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58</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296337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59</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871581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60</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381138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61</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4910766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8458159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63</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160487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64</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6305300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65</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0812085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8">
            <a:extLst>
              <a:ext uri="{FF2B5EF4-FFF2-40B4-BE49-F238E27FC236}">
                <a16:creationId xmlns:a16="http://schemas.microsoft.com/office/drawing/2014/main" id="{188A08AB-A7CA-4BBD-A72E-5C040F573E9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64E649AE-43B0-4867-AC31-3E75E49D93B3}" type="slidenum">
              <a:rPr lang="en-US" altLang="en-US" sz="1400" smtClean="0"/>
              <a:pPr>
                <a:spcBef>
                  <a:spcPct val="0"/>
                </a:spcBef>
                <a:buClrTx/>
                <a:buFontTx/>
                <a:buNone/>
              </a:pPr>
              <a:t>66</a:t>
            </a:fld>
            <a:endParaRPr lang="en-US" altLang="en-US" sz="1400"/>
          </a:p>
        </p:txBody>
      </p:sp>
      <p:sp>
        <p:nvSpPr>
          <p:cNvPr id="24579" name="Rectangle 1">
            <a:extLst>
              <a:ext uri="{FF2B5EF4-FFF2-40B4-BE49-F238E27FC236}">
                <a16:creationId xmlns:a16="http://schemas.microsoft.com/office/drawing/2014/main" id="{2E77992C-F847-40DA-ABC9-5234500FE326}"/>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0" name="Rectangle 2">
            <a:extLst>
              <a:ext uri="{FF2B5EF4-FFF2-40B4-BE49-F238E27FC236}">
                <a16:creationId xmlns:a16="http://schemas.microsoft.com/office/drawing/2014/main" id="{CBC2D068-B534-4479-945A-74ECD251C4DF}"/>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a:t>Click to edit Master title style</a:t>
            </a:r>
            <a:endParaRPr lang="en-IN"/>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Rectangle 3">
            <a:extLst>
              <a:ext uri="{FF2B5EF4-FFF2-40B4-BE49-F238E27FC236}">
                <a16:creationId xmlns:a16="http://schemas.microsoft.com/office/drawing/2014/main" id="{77B508CD-E5D5-4A12-ABED-60D24BE12B6F}"/>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53E87952-3DBC-472A-A92E-04AF6B9B6E9E}"/>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CBE307C1-4322-4220-BC35-E4D57B6DF00E}"/>
              </a:ext>
            </a:extLst>
          </p:cNvPr>
          <p:cNvSpPr>
            <a:spLocks noGrp="1" noChangeArrowheads="1"/>
          </p:cNvSpPr>
          <p:nvPr>
            <p:ph type="sldNum" idx="12"/>
          </p:nvPr>
        </p:nvSpPr>
        <p:spPr>
          <a:ln/>
        </p:spPr>
        <p:txBody>
          <a:bodyPr/>
          <a:lstStyle>
            <a:lvl1pPr>
              <a:defRPr/>
            </a:lvl1pPr>
          </a:lstStyle>
          <a:p>
            <a:pPr>
              <a:defRPr/>
            </a:pPr>
            <a:fld id="{3F5B2179-685A-4102-9142-5F4EC078001A}" type="slidenum">
              <a:rPr lang="en-US" altLang="en-US"/>
              <a:pPr>
                <a:defRPr/>
              </a:pPr>
              <a:t>‹#›</a:t>
            </a:fld>
            <a:endParaRPr lang="en-US" altLang="en-US"/>
          </a:p>
        </p:txBody>
      </p:sp>
    </p:spTree>
    <p:extLst>
      <p:ext uri="{BB962C8B-B14F-4D97-AF65-F5344CB8AC3E}">
        <p14:creationId xmlns:p14="http://schemas.microsoft.com/office/powerpoint/2010/main" val="1774961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E2A69515-C3B5-4007-AA54-3EE24DB92C26}"/>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E1140544-3519-43FB-B2BF-92C97C01E3B1}"/>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08041E6C-5882-4956-B898-D4BFA851F628}"/>
              </a:ext>
            </a:extLst>
          </p:cNvPr>
          <p:cNvSpPr>
            <a:spLocks noGrp="1" noChangeArrowheads="1"/>
          </p:cNvSpPr>
          <p:nvPr>
            <p:ph type="sldNum" idx="12"/>
          </p:nvPr>
        </p:nvSpPr>
        <p:spPr>
          <a:ln/>
        </p:spPr>
        <p:txBody>
          <a:bodyPr/>
          <a:lstStyle>
            <a:lvl1pPr>
              <a:defRPr/>
            </a:lvl1pPr>
          </a:lstStyle>
          <a:p>
            <a:pPr>
              <a:defRPr/>
            </a:pPr>
            <a:fld id="{32D72775-3CAE-4E73-9B06-4CE1DBB3EEC0}" type="slidenum">
              <a:rPr lang="en-US" altLang="en-US"/>
              <a:pPr>
                <a:defRPr/>
              </a:pPr>
              <a:t>‹#›</a:t>
            </a:fld>
            <a:endParaRPr lang="en-US" altLang="en-US"/>
          </a:p>
        </p:txBody>
      </p:sp>
    </p:spTree>
    <p:extLst>
      <p:ext uri="{BB962C8B-B14F-4D97-AF65-F5344CB8AC3E}">
        <p14:creationId xmlns:p14="http://schemas.microsoft.com/office/powerpoint/2010/main" val="3515396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89821F26-A995-43E1-8D29-6F20E1C5509E}"/>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902053F3-CAAA-4CDB-AF97-58FF2F567DB7}"/>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FC020DB4-9195-4DA9-B565-B5877C3E8262}"/>
              </a:ext>
            </a:extLst>
          </p:cNvPr>
          <p:cNvSpPr>
            <a:spLocks noGrp="1" noChangeArrowheads="1"/>
          </p:cNvSpPr>
          <p:nvPr>
            <p:ph type="sldNum" idx="12"/>
          </p:nvPr>
        </p:nvSpPr>
        <p:spPr>
          <a:ln/>
        </p:spPr>
        <p:txBody>
          <a:bodyPr/>
          <a:lstStyle>
            <a:lvl1pPr>
              <a:defRPr/>
            </a:lvl1pPr>
          </a:lstStyle>
          <a:p>
            <a:pPr>
              <a:defRPr/>
            </a:pPr>
            <a:fld id="{96E3841E-FE72-4175-B512-D3BC4D76DB3D}" type="slidenum">
              <a:rPr lang="en-US" altLang="en-US"/>
              <a:pPr>
                <a:defRPr/>
              </a:pPr>
              <a:t>‹#›</a:t>
            </a:fld>
            <a:endParaRPr lang="en-US" altLang="en-US"/>
          </a:p>
        </p:txBody>
      </p:sp>
    </p:spTree>
    <p:extLst>
      <p:ext uri="{BB962C8B-B14F-4D97-AF65-F5344CB8AC3E}">
        <p14:creationId xmlns:p14="http://schemas.microsoft.com/office/powerpoint/2010/main" val="2681196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503238" y="1768475"/>
            <a:ext cx="4456112" cy="4984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111750" y="1768475"/>
            <a:ext cx="4457700" cy="4984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3">
            <a:extLst>
              <a:ext uri="{FF2B5EF4-FFF2-40B4-BE49-F238E27FC236}">
                <a16:creationId xmlns:a16="http://schemas.microsoft.com/office/drawing/2014/main" id="{AA6FADB8-A618-4FB8-9D12-2CAD609B77CE}"/>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6" name="Rectangle 4">
            <a:extLst>
              <a:ext uri="{FF2B5EF4-FFF2-40B4-BE49-F238E27FC236}">
                <a16:creationId xmlns:a16="http://schemas.microsoft.com/office/drawing/2014/main" id="{A060B11D-6E6C-4C28-BC77-76F27C1B612E}"/>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7" name="Rectangle 5">
            <a:extLst>
              <a:ext uri="{FF2B5EF4-FFF2-40B4-BE49-F238E27FC236}">
                <a16:creationId xmlns:a16="http://schemas.microsoft.com/office/drawing/2014/main" id="{B6F9C64F-DBDB-4734-B138-14C51C73E96E}"/>
              </a:ext>
            </a:extLst>
          </p:cNvPr>
          <p:cNvSpPr>
            <a:spLocks noGrp="1" noChangeArrowheads="1"/>
          </p:cNvSpPr>
          <p:nvPr>
            <p:ph type="sldNum" idx="12"/>
          </p:nvPr>
        </p:nvSpPr>
        <p:spPr>
          <a:ln/>
        </p:spPr>
        <p:txBody>
          <a:bodyPr/>
          <a:lstStyle>
            <a:lvl1pPr>
              <a:defRPr/>
            </a:lvl1pPr>
          </a:lstStyle>
          <a:p>
            <a:pPr>
              <a:defRPr/>
            </a:pPr>
            <a:fld id="{863DC294-B1EB-42B9-84A1-C299D9325CA1}" type="slidenum">
              <a:rPr lang="en-US" altLang="en-US"/>
              <a:pPr>
                <a:defRPr/>
              </a:pPr>
              <a:t>‹#›</a:t>
            </a:fld>
            <a:endParaRPr lang="en-US" altLang="en-US"/>
          </a:p>
        </p:txBody>
      </p:sp>
    </p:spTree>
    <p:extLst>
      <p:ext uri="{BB962C8B-B14F-4D97-AF65-F5344CB8AC3E}">
        <p14:creationId xmlns:p14="http://schemas.microsoft.com/office/powerpoint/2010/main" val="351124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3">
            <a:extLst>
              <a:ext uri="{FF2B5EF4-FFF2-40B4-BE49-F238E27FC236}">
                <a16:creationId xmlns:a16="http://schemas.microsoft.com/office/drawing/2014/main" id="{323B2FA5-4778-4ECD-A4AB-5630563893E7}"/>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8" name="Rectangle 4">
            <a:extLst>
              <a:ext uri="{FF2B5EF4-FFF2-40B4-BE49-F238E27FC236}">
                <a16:creationId xmlns:a16="http://schemas.microsoft.com/office/drawing/2014/main" id="{CAE40058-7022-4101-8F2F-C0E1AED5783A}"/>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9" name="Rectangle 5">
            <a:extLst>
              <a:ext uri="{FF2B5EF4-FFF2-40B4-BE49-F238E27FC236}">
                <a16:creationId xmlns:a16="http://schemas.microsoft.com/office/drawing/2014/main" id="{4A608D8F-FFAE-4AB1-AD42-86E7D654C73A}"/>
              </a:ext>
            </a:extLst>
          </p:cNvPr>
          <p:cNvSpPr>
            <a:spLocks noGrp="1" noChangeArrowheads="1"/>
          </p:cNvSpPr>
          <p:nvPr>
            <p:ph type="sldNum" idx="12"/>
          </p:nvPr>
        </p:nvSpPr>
        <p:spPr>
          <a:ln/>
        </p:spPr>
        <p:txBody>
          <a:bodyPr/>
          <a:lstStyle>
            <a:lvl1pPr>
              <a:defRPr/>
            </a:lvl1pPr>
          </a:lstStyle>
          <a:p>
            <a:pPr>
              <a:defRPr/>
            </a:pPr>
            <a:fld id="{2C92D4C7-21CE-4BD0-9E24-B3EF219961B3}" type="slidenum">
              <a:rPr lang="en-US" altLang="en-US"/>
              <a:pPr>
                <a:defRPr/>
              </a:pPr>
              <a:t>‹#›</a:t>
            </a:fld>
            <a:endParaRPr lang="en-US" altLang="en-US"/>
          </a:p>
        </p:txBody>
      </p:sp>
    </p:spTree>
    <p:extLst>
      <p:ext uri="{BB962C8B-B14F-4D97-AF65-F5344CB8AC3E}">
        <p14:creationId xmlns:p14="http://schemas.microsoft.com/office/powerpoint/2010/main" val="212970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3">
            <a:extLst>
              <a:ext uri="{FF2B5EF4-FFF2-40B4-BE49-F238E27FC236}">
                <a16:creationId xmlns:a16="http://schemas.microsoft.com/office/drawing/2014/main" id="{865B57DA-C4B0-4E3F-B7C7-F48EE9F21460}"/>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4" name="Rectangle 4">
            <a:extLst>
              <a:ext uri="{FF2B5EF4-FFF2-40B4-BE49-F238E27FC236}">
                <a16:creationId xmlns:a16="http://schemas.microsoft.com/office/drawing/2014/main" id="{B4569A77-4865-4790-83AA-4625C3FB9040}"/>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41224D9E-9A97-44D4-A48D-FF9F48AD89FB}"/>
              </a:ext>
            </a:extLst>
          </p:cNvPr>
          <p:cNvSpPr>
            <a:spLocks noGrp="1" noChangeArrowheads="1"/>
          </p:cNvSpPr>
          <p:nvPr>
            <p:ph type="sldNum" idx="12"/>
          </p:nvPr>
        </p:nvSpPr>
        <p:spPr>
          <a:ln/>
        </p:spPr>
        <p:txBody>
          <a:bodyPr/>
          <a:lstStyle>
            <a:lvl1pPr>
              <a:defRPr/>
            </a:lvl1pPr>
          </a:lstStyle>
          <a:p>
            <a:pPr>
              <a:defRPr/>
            </a:pPr>
            <a:fld id="{54AB3A26-B8F6-4BB6-9325-8E03F6C75E85}" type="slidenum">
              <a:rPr lang="en-US" altLang="en-US"/>
              <a:pPr>
                <a:defRPr/>
              </a:pPr>
              <a:t>‹#›</a:t>
            </a:fld>
            <a:endParaRPr lang="en-US" altLang="en-US"/>
          </a:p>
        </p:txBody>
      </p:sp>
    </p:spTree>
    <p:extLst>
      <p:ext uri="{BB962C8B-B14F-4D97-AF65-F5344CB8AC3E}">
        <p14:creationId xmlns:p14="http://schemas.microsoft.com/office/powerpoint/2010/main" val="1323969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69C6FB8F-1576-4797-BA61-02CB7D525D25}"/>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3" name="Rectangle 4">
            <a:extLst>
              <a:ext uri="{FF2B5EF4-FFF2-40B4-BE49-F238E27FC236}">
                <a16:creationId xmlns:a16="http://schemas.microsoft.com/office/drawing/2014/main" id="{27D804EE-F284-4A85-8210-786BAF73D908}"/>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E577E852-38BF-4EA0-B7C4-8C323683C76E}"/>
              </a:ext>
            </a:extLst>
          </p:cNvPr>
          <p:cNvSpPr>
            <a:spLocks noGrp="1" noChangeArrowheads="1"/>
          </p:cNvSpPr>
          <p:nvPr>
            <p:ph type="sldNum" idx="12"/>
          </p:nvPr>
        </p:nvSpPr>
        <p:spPr>
          <a:ln/>
        </p:spPr>
        <p:txBody>
          <a:bodyPr/>
          <a:lstStyle>
            <a:lvl1pPr>
              <a:defRPr/>
            </a:lvl1pPr>
          </a:lstStyle>
          <a:p>
            <a:pPr>
              <a:defRPr/>
            </a:pPr>
            <a:fld id="{D45C810F-49B3-40CF-9EE9-07B30723345B}" type="slidenum">
              <a:rPr lang="en-US" altLang="en-US"/>
              <a:pPr>
                <a:defRPr/>
              </a:pPr>
              <a:t>‹#›</a:t>
            </a:fld>
            <a:endParaRPr lang="en-US" altLang="en-US"/>
          </a:p>
        </p:txBody>
      </p:sp>
    </p:spTree>
    <p:extLst>
      <p:ext uri="{BB962C8B-B14F-4D97-AF65-F5344CB8AC3E}">
        <p14:creationId xmlns:p14="http://schemas.microsoft.com/office/powerpoint/2010/main" val="1469538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A20F4B11-18D4-496B-AA38-3205B2C05A88}"/>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6" name="Rectangle 4">
            <a:extLst>
              <a:ext uri="{FF2B5EF4-FFF2-40B4-BE49-F238E27FC236}">
                <a16:creationId xmlns:a16="http://schemas.microsoft.com/office/drawing/2014/main" id="{346B361C-47D3-43F2-B9A3-A2D761BB84F2}"/>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7" name="Rectangle 5">
            <a:extLst>
              <a:ext uri="{FF2B5EF4-FFF2-40B4-BE49-F238E27FC236}">
                <a16:creationId xmlns:a16="http://schemas.microsoft.com/office/drawing/2014/main" id="{3ED74EC2-EF4E-4D81-9DB4-10F33A4BAFD4}"/>
              </a:ext>
            </a:extLst>
          </p:cNvPr>
          <p:cNvSpPr>
            <a:spLocks noGrp="1" noChangeArrowheads="1"/>
          </p:cNvSpPr>
          <p:nvPr>
            <p:ph type="sldNum" idx="12"/>
          </p:nvPr>
        </p:nvSpPr>
        <p:spPr>
          <a:ln/>
        </p:spPr>
        <p:txBody>
          <a:bodyPr/>
          <a:lstStyle>
            <a:lvl1pPr>
              <a:defRPr/>
            </a:lvl1pPr>
          </a:lstStyle>
          <a:p>
            <a:pPr>
              <a:defRPr/>
            </a:pPr>
            <a:fld id="{8433DE2A-E9EF-4E13-80DC-5055A4C25FDD}" type="slidenum">
              <a:rPr lang="en-US" altLang="en-US"/>
              <a:pPr>
                <a:defRPr/>
              </a:pPr>
              <a:t>‹#›</a:t>
            </a:fld>
            <a:endParaRPr lang="en-US" altLang="en-US"/>
          </a:p>
        </p:txBody>
      </p:sp>
    </p:spTree>
    <p:extLst>
      <p:ext uri="{BB962C8B-B14F-4D97-AF65-F5344CB8AC3E}">
        <p14:creationId xmlns:p14="http://schemas.microsoft.com/office/powerpoint/2010/main" val="1194931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2DD49552-8997-4F98-8D6F-2EB8E9E59E37}"/>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6" name="Rectangle 4">
            <a:extLst>
              <a:ext uri="{FF2B5EF4-FFF2-40B4-BE49-F238E27FC236}">
                <a16:creationId xmlns:a16="http://schemas.microsoft.com/office/drawing/2014/main" id="{1B9B1A3B-4DC1-4923-B2E8-0746687DFC16}"/>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7" name="Rectangle 5">
            <a:extLst>
              <a:ext uri="{FF2B5EF4-FFF2-40B4-BE49-F238E27FC236}">
                <a16:creationId xmlns:a16="http://schemas.microsoft.com/office/drawing/2014/main" id="{8E07E6F4-E11A-4E17-AFE2-4445D491A7E4}"/>
              </a:ext>
            </a:extLst>
          </p:cNvPr>
          <p:cNvSpPr>
            <a:spLocks noGrp="1" noChangeArrowheads="1"/>
          </p:cNvSpPr>
          <p:nvPr>
            <p:ph type="sldNum" idx="12"/>
          </p:nvPr>
        </p:nvSpPr>
        <p:spPr>
          <a:ln/>
        </p:spPr>
        <p:txBody>
          <a:bodyPr/>
          <a:lstStyle>
            <a:lvl1pPr>
              <a:defRPr/>
            </a:lvl1pPr>
          </a:lstStyle>
          <a:p>
            <a:pPr>
              <a:defRPr/>
            </a:pPr>
            <a:fld id="{D3CE427A-F0D1-49A2-84F3-9DFC478F660E}" type="slidenum">
              <a:rPr lang="en-US" altLang="en-US"/>
              <a:pPr>
                <a:defRPr/>
              </a:pPr>
              <a:t>‹#›</a:t>
            </a:fld>
            <a:endParaRPr lang="en-US" altLang="en-US"/>
          </a:p>
        </p:txBody>
      </p:sp>
    </p:spTree>
    <p:extLst>
      <p:ext uri="{BB962C8B-B14F-4D97-AF65-F5344CB8AC3E}">
        <p14:creationId xmlns:p14="http://schemas.microsoft.com/office/powerpoint/2010/main" val="1159730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D2E4BD96-AE0A-4AEB-81BB-AA68200A27CD}"/>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07FA2AE3-0806-4347-9EAB-AE1A0832AB07}"/>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6E7F7516-7F6A-47B1-9725-9136849768C4}"/>
              </a:ext>
            </a:extLst>
          </p:cNvPr>
          <p:cNvSpPr>
            <a:spLocks noGrp="1" noChangeArrowheads="1"/>
          </p:cNvSpPr>
          <p:nvPr>
            <p:ph type="sldNum" idx="12"/>
          </p:nvPr>
        </p:nvSpPr>
        <p:spPr>
          <a:ln/>
        </p:spPr>
        <p:txBody>
          <a:bodyPr/>
          <a:lstStyle>
            <a:lvl1pPr>
              <a:defRPr/>
            </a:lvl1pPr>
          </a:lstStyle>
          <a:p>
            <a:pPr>
              <a:defRPr/>
            </a:pPr>
            <a:fld id="{FCD4FBCB-E9CB-42CA-AF36-93C3F0130187}" type="slidenum">
              <a:rPr lang="en-US" altLang="en-US"/>
              <a:pPr>
                <a:defRPr/>
              </a:pPr>
              <a:t>‹#›</a:t>
            </a:fld>
            <a:endParaRPr lang="en-US" altLang="en-US"/>
          </a:p>
        </p:txBody>
      </p:sp>
    </p:spTree>
    <p:extLst>
      <p:ext uri="{BB962C8B-B14F-4D97-AF65-F5344CB8AC3E}">
        <p14:creationId xmlns:p14="http://schemas.microsoft.com/office/powerpoint/2010/main" val="3337315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4088" y="301625"/>
            <a:ext cx="2265362" cy="64516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503238" y="301625"/>
            <a:ext cx="6648450" cy="6451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1FE380B4-6B46-4207-A760-93D0B247973F}"/>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1F638CBD-D550-49BE-8D59-9F1FE4A06022}"/>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78BAE22C-96CE-4123-9B8F-013E2C7FE813}"/>
              </a:ext>
            </a:extLst>
          </p:cNvPr>
          <p:cNvSpPr>
            <a:spLocks noGrp="1" noChangeArrowheads="1"/>
          </p:cNvSpPr>
          <p:nvPr>
            <p:ph type="sldNum" idx="12"/>
          </p:nvPr>
        </p:nvSpPr>
        <p:spPr>
          <a:ln/>
        </p:spPr>
        <p:txBody>
          <a:bodyPr/>
          <a:lstStyle>
            <a:lvl1pPr>
              <a:defRPr/>
            </a:lvl1pPr>
          </a:lstStyle>
          <a:p>
            <a:pPr>
              <a:defRPr/>
            </a:pPr>
            <a:fld id="{7BDA954C-593C-4269-A421-3301F7DFBF56}" type="slidenum">
              <a:rPr lang="en-US" altLang="en-US"/>
              <a:pPr>
                <a:defRPr/>
              </a:pPr>
              <a:t>‹#›</a:t>
            </a:fld>
            <a:endParaRPr lang="en-US" altLang="en-US"/>
          </a:p>
        </p:txBody>
      </p:sp>
    </p:spTree>
    <p:extLst>
      <p:ext uri="{BB962C8B-B14F-4D97-AF65-F5344CB8AC3E}">
        <p14:creationId xmlns:p14="http://schemas.microsoft.com/office/powerpoint/2010/main" val="2691586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3238" y="301625"/>
            <a:ext cx="9066212" cy="1257300"/>
          </a:xfrm>
        </p:spPr>
        <p:txBody>
          <a:bodyPr/>
          <a:lstStyle/>
          <a:p>
            <a:r>
              <a:rPr lang="en-US"/>
              <a:t>Click to edit Master title style</a:t>
            </a:r>
            <a:endParaRPr lang="en-IN"/>
          </a:p>
        </p:txBody>
      </p:sp>
      <p:sp>
        <p:nvSpPr>
          <p:cNvPr id="3" name="Rectangle 3">
            <a:extLst>
              <a:ext uri="{FF2B5EF4-FFF2-40B4-BE49-F238E27FC236}">
                <a16:creationId xmlns:a16="http://schemas.microsoft.com/office/drawing/2014/main" id="{31744DCE-80C5-45AA-BF71-2B5515D328B1}"/>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4" name="Rectangle 4">
            <a:extLst>
              <a:ext uri="{FF2B5EF4-FFF2-40B4-BE49-F238E27FC236}">
                <a16:creationId xmlns:a16="http://schemas.microsoft.com/office/drawing/2014/main" id="{4364D06A-6276-4A04-BE0F-3A04E8EC11AE}"/>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A3A2B9C9-910D-4B03-9013-6C4571B46ACD}"/>
              </a:ext>
            </a:extLst>
          </p:cNvPr>
          <p:cNvSpPr>
            <a:spLocks noGrp="1" noChangeArrowheads="1"/>
          </p:cNvSpPr>
          <p:nvPr>
            <p:ph type="sldNum" idx="12"/>
          </p:nvPr>
        </p:nvSpPr>
        <p:spPr>
          <a:ln/>
        </p:spPr>
        <p:txBody>
          <a:bodyPr/>
          <a:lstStyle>
            <a:lvl1pPr>
              <a:defRPr/>
            </a:lvl1pPr>
          </a:lstStyle>
          <a:p>
            <a:pPr>
              <a:defRPr/>
            </a:pPr>
            <a:fld id="{B18BE9D1-3BD5-4545-B599-82A0A5C2D351}" type="slidenum">
              <a:rPr lang="en-US" altLang="en-US"/>
              <a:pPr>
                <a:defRPr/>
              </a:pPr>
              <a:t>‹#›</a:t>
            </a:fld>
            <a:endParaRPr lang="en-US" altLang="en-US"/>
          </a:p>
        </p:txBody>
      </p:sp>
    </p:spTree>
    <p:extLst>
      <p:ext uri="{BB962C8B-B14F-4D97-AF65-F5344CB8AC3E}">
        <p14:creationId xmlns:p14="http://schemas.microsoft.com/office/powerpoint/2010/main" val="3605443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1ED86F3F-7AC5-4A81-A038-316A525B9FFA}"/>
              </a:ext>
            </a:extLst>
          </p:cNvPr>
          <p:cNvSpPr>
            <a:spLocks noGrp="1" noChangeArrowheads="1"/>
          </p:cNvSpPr>
          <p:nvPr>
            <p:ph type="title"/>
          </p:nvPr>
        </p:nvSpPr>
        <p:spPr bwMode="auto">
          <a:xfrm>
            <a:off x="503238" y="301625"/>
            <a:ext cx="9066212" cy="1257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1027" name="Rectangle 2">
            <a:extLst>
              <a:ext uri="{FF2B5EF4-FFF2-40B4-BE49-F238E27FC236}">
                <a16:creationId xmlns:a16="http://schemas.microsoft.com/office/drawing/2014/main" id="{DBFB1611-5667-496C-8207-78AAD19CFF26}"/>
              </a:ext>
            </a:extLst>
          </p:cNvPr>
          <p:cNvSpPr>
            <a:spLocks noGrp="1" noChangeArrowheads="1"/>
          </p:cNvSpPr>
          <p:nvPr>
            <p:ph type="body" idx="1"/>
          </p:nvPr>
        </p:nvSpPr>
        <p:spPr bwMode="auto">
          <a:xfrm>
            <a:off x="503238" y="1768475"/>
            <a:ext cx="9066212" cy="498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080"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2" name="Rectangle 3">
            <a:extLst>
              <a:ext uri="{FF2B5EF4-FFF2-40B4-BE49-F238E27FC236}">
                <a16:creationId xmlns:a16="http://schemas.microsoft.com/office/drawing/2014/main" id="{9F2D93C4-9714-4850-BDC3-A38CE55AD0CC}"/>
              </a:ext>
            </a:extLst>
          </p:cNvPr>
          <p:cNvSpPr>
            <a:spLocks noGrp="1" noChangeArrowheads="1"/>
          </p:cNvSpPr>
          <p:nvPr>
            <p:ph type="dt"/>
          </p:nvPr>
        </p:nvSpPr>
        <p:spPr bwMode="auto">
          <a:xfrm>
            <a:off x="503238" y="6886575"/>
            <a:ext cx="2343150" cy="515938"/>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3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stStyle>
          <a:p>
            <a:pPr>
              <a:defRPr/>
            </a:pPr>
            <a:endParaRPr lang="en-US" altLang="en-US"/>
          </a:p>
        </p:txBody>
      </p:sp>
      <p:sp>
        <p:nvSpPr>
          <p:cNvPr id="1028" name="Rectangle 4">
            <a:extLst>
              <a:ext uri="{FF2B5EF4-FFF2-40B4-BE49-F238E27FC236}">
                <a16:creationId xmlns:a16="http://schemas.microsoft.com/office/drawing/2014/main" id="{032F6F69-FB64-466B-9B9C-164486FE054A}"/>
              </a:ext>
            </a:extLst>
          </p:cNvPr>
          <p:cNvSpPr>
            <a:spLocks noGrp="1" noChangeArrowheads="1"/>
          </p:cNvSpPr>
          <p:nvPr>
            <p:ph type="ftr"/>
          </p:nvPr>
        </p:nvSpPr>
        <p:spPr bwMode="auto">
          <a:xfrm>
            <a:off x="3448050" y="6886575"/>
            <a:ext cx="3190875" cy="515938"/>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3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stStyle>
          <a:p>
            <a:pPr>
              <a:defRPr/>
            </a:pPr>
            <a:endParaRPr lang="en-US" altLang="en-US"/>
          </a:p>
        </p:txBody>
      </p:sp>
      <p:sp>
        <p:nvSpPr>
          <p:cNvPr id="1029" name="Rectangle 5">
            <a:extLst>
              <a:ext uri="{FF2B5EF4-FFF2-40B4-BE49-F238E27FC236}">
                <a16:creationId xmlns:a16="http://schemas.microsoft.com/office/drawing/2014/main" id="{DF1CB92A-5D0B-488D-BC82-55B79F431C42}"/>
              </a:ext>
            </a:extLst>
          </p:cNvPr>
          <p:cNvSpPr>
            <a:spLocks noGrp="1" noChangeArrowheads="1"/>
          </p:cNvSpPr>
          <p:nvPr>
            <p:ph type="sldNum"/>
          </p:nvPr>
        </p:nvSpPr>
        <p:spPr bwMode="auto">
          <a:xfrm>
            <a:off x="7227888" y="6886575"/>
            <a:ext cx="2343150" cy="515938"/>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3000"/>
              </a:lnSpc>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defRPr>
            </a:lvl1pPr>
          </a:lstStyle>
          <a:p>
            <a:pPr>
              <a:defRPr/>
            </a:pPr>
            <a:fld id="{19C680DD-BAEE-42FA-A231-422420A9F71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Microsoft YaHei" charset="-122"/>
        </a:defRPr>
      </a:lvl2pPr>
      <a:lvl3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Microsoft YaHei" charset="-122"/>
        </a:defRPr>
      </a:lvl3pPr>
      <a:lvl4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Microsoft YaHei" charset="-122"/>
        </a:defRPr>
      </a:lvl4pPr>
      <a:lvl5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Microsoft YaHei" charset="-122"/>
        </a:defRPr>
      </a:lvl5pPr>
      <a:lvl6pPr marL="2514600" indent="-228600" algn="ctr" defTabSz="457200" rtl="0" fontAlgn="base" hangingPunct="0">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Microsoft YaHei" charset="-122"/>
        </a:defRPr>
      </a:lvl6pPr>
      <a:lvl7pPr marL="2971800" indent="-228600" algn="ctr" defTabSz="457200" rtl="0" fontAlgn="base" hangingPunct="0">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Microsoft YaHei" charset="-122"/>
        </a:defRPr>
      </a:lvl7pPr>
      <a:lvl8pPr marL="3429000" indent="-228600" algn="ctr" defTabSz="457200" rtl="0" fontAlgn="base" hangingPunct="0">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Microsoft YaHei" charset="-122"/>
        </a:defRPr>
      </a:lvl8pPr>
      <a:lvl9pPr marL="3886200" indent="-228600" algn="ctr" defTabSz="457200" rtl="0" fontAlgn="base" hangingPunct="0">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Microsoft YaHei" charset="-122"/>
        </a:defRPr>
      </a:lvl9pPr>
    </p:titleStyle>
    <p:bodyStyle>
      <a:lvl1pPr marL="342900" indent="-342900" algn="l" defTabSz="457200" rtl="0" eaLnBrk="0" fontAlgn="base" hangingPunct="0">
        <a:lnSpc>
          <a:spcPct val="93000"/>
        </a:lnSpc>
        <a:spcBef>
          <a:spcPct val="0"/>
        </a:spcBef>
        <a:spcAft>
          <a:spcPts val="1413"/>
        </a:spcAft>
        <a:buClr>
          <a:srgbClr val="000000"/>
        </a:buClr>
        <a:buSzPct val="100000"/>
        <a:buFont typeface="Times New Roman" panose="02020603050405020304" pitchFamily="18" charset="0"/>
        <a:defRPr sz="3200">
          <a:solidFill>
            <a:srgbClr val="000000"/>
          </a:solidFill>
          <a:latin typeface="+mn-lt"/>
          <a:ea typeface="+mn-ea"/>
          <a:cs typeface="+mn-cs"/>
        </a:defRPr>
      </a:lvl1pPr>
      <a:lvl2pPr marL="742950" indent="-285750" algn="l" defTabSz="457200" rtl="0" eaLnBrk="0" fontAlgn="base" hangingPunct="0">
        <a:lnSpc>
          <a:spcPct val="93000"/>
        </a:lnSpc>
        <a:spcBef>
          <a:spcPct val="0"/>
        </a:spcBef>
        <a:spcAft>
          <a:spcPts val="1138"/>
        </a:spcAft>
        <a:buClr>
          <a:srgbClr val="000000"/>
        </a:buClr>
        <a:buSzPct val="100000"/>
        <a:buFont typeface="Times New Roman" panose="02020603050405020304" pitchFamily="18" charset="0"/>
        <a:defRPr sz="2800">
          <a:solidFill>
            <a:srgbClr val="000000"/>
          </a:solidFill>
          <a:latin typeface="+mn-lt"/>
          <a:ea typeface="+mn-ea"/>
        </a:defRPr>
      </a:lvl2pPr>
      <a:lvl3pPr marL="1143000" indent="-228600" algn="l" defTabSz="457200" rtl="0" eaLnBrk="0" fontAlgn="base" hangingPunct="0">
        <a:lnSpc>
          <a:spcPct val="93000"/>
        </a:lnSpc>
        <a:spcBef>
          <a:spcPct val="0"/>
        </a:spcBef>
        <a:spcAft>
          <a:spcPts val="850"/>
        </a:spcAft>
        <a:buClr>
          <a:srgbClr val="000000"/>
        </a:buClr>
        <a:buSzPct val="100000"/>
        <a:buFont typeface="Times New Roman" panose="02020603050405020304" pitchFamily="18" charset="0"/>
        <a:defRPr sz="2400">
          <a:solidFill>
            <a:srgbClr val="000000"/>
          </a:solidFill>
          <a:latin typeface="+mn-lt"/>
          <a:ea typeface="+mn-ea"/>
        </a:defRPr>
      </a:lvl3pPr>
      <a:lvl4pPr marL="1600200" indent="-228600" algn="l" defTabSz="457200" rtl="0" eaLnBrk="0" fontAlgn="base" hangingPunct="0">
        <a:lnSpc>
          <a:spcPct val="93000"/>
        </a:lnSpc>
        <a:spcBef>
          <a:spcPct val="0"/>
        </a:spcBef>
        <a:spcAft>
          <a:spcPts val="575"/>
        </a:spcAft>
        <a:buClr>
          <a:srgbClr val="000000"/>
        </a:buClr>
        <a:buSzPct val="100000"/>
        <a:buFont typeface="Times New Roman" panose="02020603050405020304" pitchFamily="18" charset="0"/>
        <a:defRPr sz="2000">
          <a:solidFill>
            <a:srgbClr val="000000"/>
          </a:solidFill>
          <a:latin typeface="+mn-lt"/>
          <a:ea typeface="+mn-ea"/>
        </a:defRPr>
      </a:lvl4pPr>
      <a:lvl5pPr marL="2057400" indent="-228600" algn="l" defTabSz="457200" rtl="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mn-lt"/>
          <a:ea typeface="+mn-ea"/>
        </a:defRPr>
      </a:lvl5pPr>
      <a:lvl6pPr marL="2514600" indent="-228600" algn="l" defTabSz="457200"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6pPr>
      <a:lvl7pPr marL="2971800" indent="-228600" algn="l" defTabSz="457200"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7pPr>
      <a:lvl8pPr marL="3429000" indent="-228600" algn="l" defTabSz="457200"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8pPr>
      <a:lvl9pPr marL="3886200" indent="-228600" algn="l" defTabSz="457200"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50596684-5D1C-47E1-858D-281930DAB754}"/>
              </a:ext>
            </a:extLst>
          </p:cNvPr>
          <p:cNvSpPr>
            <a:spLocks noGrp="1" noChangeArrowheads="1"/>
          </p:cNvSpPr>
          <p:nvPr>
            <p:ph type="subTitle"/>
          </p:nvPr>
        </p:nvSpPr>
        <p:spPr>
          <a:xfrm>
            <a:off x="530225" y="539750"/>
            <a:ext cx="9070975" cy="6769100"/>
          </a:xfrm>
        </p:spPr>
        <p:txBody>
          <a:bodyPr tIns="42480"/>
          <a:lstStyle/>
          <a:p>
            <a:pPr marL="342900" indent="-339725"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4800" dirty="0">
                <a:latin typeface="Comic Sans MS" panose="030F0702030302020204" pitchFamily="66" charset="0"/>
              </a:rPr>
              <a:t>Foundational Concepts</a:t>
            </a: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Introduction to Computational Systems</a:t>
            </a: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pic>
        <p:nvPicPr>
          <p:cNvPr id="2" name="Picture 1">
            <a:extLst>
              <a:ext uri="{FF2B5EF4-FFF2-40B4-BE49-F238E27FC236}">
                <a16:creationId xmlns:a16="http://schemas.microsoft.com/office/drawing/2014/main" id="{08AF90A1-AF99-4615-ABAD-530B9EF19108}"/>
              </a:ext>
            </a:extLst>
          </p:cNvPr>
          <p:cNvPicPr>
            <a:picLocks noChangeAspect="1"/>
          </p:cNvPicPr>
          <p:nvPr/>
        </p:nvPicPr>
        <p:blipFill>
          <a:blip r:embed="rId3"/>
          <a:stretch>
            <a:fillRect/>
          </a:stretch>
        </p:blipFill>
        <p:spPr>
          <a:xfrm>
            <a:off x="1566688" y="1547589"/>
            <a:ext cx="6858000" cy="5143500"/>
          </a:xfrm>
          <a:prstGeom prst="rect">
            <a:avLst/>
          </a:prstGeom>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Input Devices</a:t>
            </a: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
        <p:nvSpPr>
          <p:cNvPr id="3" name="TextBox 2">
            <a:extLst>
              <a:ext uri="{FF2B5EF4-FFF2-40B4-BE49-F238E27FC236}">
                <a16:creationId xmlns:a16="http://schemas.microsoft.com/office/drawing/2014/main" id="{5407DA21-BC7A-4058-9E61-699D5FC14FAA}"/>
              </a:ext>
            </a:extLst>
          </p:cNvPr>
          <p:cNvSpPr txBox="1"/>
          <p:nvPr/>
        </p:nvSpPr>
        <p:spPr>
          <a:xfrm>
            <a:off x="719708" y="6804173"/>
            <a:ext cx="9145140"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https://mycomputernotes.com/what-is-input-device/ </a:t>
            </a:r>
          </a:p>
        </p:txBody>
      </p:sp>
      <p:pic>
        <p:nvPicPr>
          <p:cNvPr id="4" name="Picture 3">
            <a:extLst>
              <a:ext uri="{FF2B5EF4-FFF2-40B4-BE49-F238E27FC236}">
                <a16:creationId xmlns:a16="http://schemas.microsoft.com/office/drawing/2014/main" id="{46F3EE00-08D4-416A-A3C4-59DB250EE18A}"/>
              </a:ext>
            </a:extLst>
          </p:cNvPr>
          <p:cNvPicPr>
            <a:picLocks noChangeAspect="1"/>
          </p:cNvPicPr>
          <p:nvPr/>
        </p:nvPicPr>
        <p:blipFill>
          <a:blip r:embed="rId3"/>
          <a:stretch>
            <a:fillRect/>
          </a:stretch>
        </p:blipFill>
        <p:spPr>
          <a:xfrm>
            <a:off x="528790" y="1517904"/>
            <a:ext cx="9192042" cy="5214261"/>
          </a:xfrm>
          <a:prstGeom prst="rect">
            <a:avLst/>
          </a:prstGeom>
        </p:spPr>
      </p:pic>
    </p:spTree>
    <p:extLst>
      <p:ext uri="{BB962C8B-B14F-4D97-AF65-F5344CB8AC3E}">
        <p14:creationId xmlns:p14="http://schemas.microsoft.com/office/powerpoint/2010/main" val="91186257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Output Devices</a:t>
            </a: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
        <p:nvSpPr>
          <p:cNvPr id="3" name="TextBox 2">
            <a:extLst>
              <a:ext uri="{FF2B5EF4-FFF2-40B4-BE49-F238E27FC236}">
                <a16:creationId xmlns:a16="http://schemas.microsoft.com/office/drawing/2014/main" id="{5407DA21-BC7A-4058-9E61-699D5FC14FAA}"/>
              </a:ext>
            </a:extLst>
          </p:cNvPr>
          <p:cNvSpPr txBox="1"/>
          <p:nvPr/>
        </p:nvSpPr>
        <p:spPr>
          <a:xfrm>
            <a:off x="719708" y="6804173"/>
            <a:ext cx="9145140" cy="369332"/>
          </a:xfrm>
          <a:prstGeom prst="rect">
            <a:avLst/>
          </a:prstGeom>
          <a:noFill/>
        </p:spPr>
        <p:txBody>
          <a:bodyPr wrap="square" rtlCol="0">
            <a:spAutoFit/>
          </a:bodyPr>
          <a:lstStyle/>
          <a:p>
            <a:r>
              <a:rPr lang="en-US" dirty="0">
                <a:solidFill>
                  <a:schemeClr val="tx1"/>
                </a:solidFill>
                <a:latin typeface="Comic Sans MS" panose="030F0702030302020204" pitchFamily="66" charset="0"/>
              </a:rPr>
              <a:t>Source: https://www.proprofs.com/quiz-school/story.php?title=output-device-quiz </a:t>
            </a:r>
          </a:p>
        </p:txBody>
      </p:sp>
      <p:pic>
        <p:nvPicPr>
          <p:cNvPr id="5" name="Picture 4">
            <a:extLst>
              <a:ext uri="{FF2B5EF4-FFF2-40B4-BE49-F238E27FC236}">
                <a16:creationId xmlns:a16="http://schemas.microsoft.com/office/drawing/2014/main" id="{FE3C6E03-B2AA-4B5A-BA2F-D221E5BDD230}"/>
              </a:ext>
            </a:extLst>
          </p:cNvPr>
          <p:cNvPicPr>
            <a:picLocks noChangeAspect="1"/>
          </p:cNvPicPr>
          <p:nvPr/>
        </p:nvPicPr>
        <p:blipFill>
          <a:blip r:embed="rId3"/>
          <a:stretch>
            <a:fillRect/>
          </a:stretch>
        </p:blipFill>
        <p:spPr>
          <a:xfrm>
            <a:off x="1186709" y="2029709"/>
            <a:ext cx="7662578" cy="3766352"/>
          </a:xfrm>
          <a:prstGeom prst="rect">
            <a:avLst/>
          </a:prstGeom>
        </p:spPr>
      </p:pic>
    </p:spTree>
    <p:extLst>
      <p:ext uri="{BB962C8B-B14F-4D97-AF65-F5344CB8AC3E}">
        <p14:creationId xmlns:p14="http://schemas.microsoft.com/office/powerpoint/2010/main" val="38752618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Arithmetic and Logic Unit (ALU) and Control Unit (CU)</a:t>
            </a: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85556519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Arithmetic and Logic Unit (ALU) and Control Unit (CU)</a:t>
            </a: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ALU performs all arithmetic and logic operations required by a program's instructions.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marL="0" indent="0"/>
            <a:endParaRPr lang="en-US" altLang="en-US" sz="24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1038921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Arithmetic and Logic Unit (ALU) and Control Unit (CU)</a:t>
            </a: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ALU performs all arithmetic and logic operations required by a program's instructions.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central processing unit (CU) manages sequential instruction execution, interprets instructions, and directs data flow through the computer's memory, ALU, and input/output devices.</a:t>
            </a: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20016044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Types of Memory</a:t>
            </a: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59692222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Types of Memory</a:t>
            </a: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36036812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Types of Memory</a:t>
            </a: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Secondary Memory</a:t>
            </a:r>
          </a:p>
          <a:p>
            <a:pPr>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03170994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computer system cannot function without primary memory. Before processing, the program and data are loaded into primary memory.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47834238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computer system cannot function without primary memory. Before processing, the program and data are loaded into primary memory.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perform read or write operations, the CPU communicates directly with the primary memory.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24463401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9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computer system cannot function without primary memory. Before processing, the program and data are loaded into primary memory.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perform read or write operations, the CPU communicates directly with the primary memory.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classified into two types: random access memory (RAM) and read-only memory (ROM)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24834920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computer system cannot function without primary memory. Before processing, the program and data are loaded into primary memory.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perform read or write operations, the CPU communicates directly with the primary memory.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classified into two types: random access memory (RAM) and read-only memory (ROM)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RAM is volatile, which means that it retains the data it contains as long as the computer is powered on.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00395482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 computer system cannot function without primary memory. Before processing, the program and data are loaded into primary memory.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To perform read or write operations, the CPU communicates directly with the primary memory.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classified into two types: random access memory (RAM) and read-only memory (ROM)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RAM is volatile, which means that it retains the data it contains as long as the computer is powered on.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However, as soon as the power supply is turned off, the contents of RAM are erased. </a:t>
            </a:r>
          </a:p>
        </p:txBody>
      </p:sp>
    </p:spTree>
    <p:extLst>
      <p:ext uri="{BB962C8B-B14F-4D97-AF65-F5344CB8AC3E}">
        <p14:creationId xmlns:p14="http://schemas.microsoft.com/office/powerpoint/2010/main" val="61787056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to temporarily store data while the computer is operating.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87260069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to temporarily store data while the computer is operating.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required program and data are loaded into RAM for processing whenever the computer is started or a software application is launched.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50504216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9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to temporarily store data while the computer is operating.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required program and data are loaded into RAM for processing whenever the computer is started or a software application is launched.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RAM is also known as main memory, and it is faster than secondary memory or storage devices.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161460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to temporarily store data while the computer is operating.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required program and data are loaded into RAM for processing whenever the computer is started or a software application is launched.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RAM is also known as main memory, and it is faster than secondary memory or storage devices.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ROM, on the other hand, is non-volatile, which means that its contents are preserved even when the power is turned off.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71723859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575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to temporarily store data while the computer is operating.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required program and data are loaded into RAM for processing whenever the computer is started or a software application is launched.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RAM is also known as main memory, and it is faster than secondary memory or storage devices.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ROM, on the other hand, is non-volatile, which means that its contents are preserved even when the power is turned off.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as a small but faster permanent storage for rarely changed contents.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06606908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Primary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to temporarily store data while the computer is operating.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required program and data are loaded into RAM for processing whenever the computer is started or a software application is launched.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RAM is also known as main memory, and it is faster than secondary memory or storage devices.</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ROM, on the other hand, is non-volatile, which means that its contents are preserved even when the power is turned off.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used as a small but faster permanent storage for rarely changed contents.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startup program (boot loader), for example, that loads the operating system into primary memory is stored in ROM.</a:t>
            </a:r>
          </a:p>
        </p:txBody>
      </p:sp>
    </p:spTree>
    <p:extLst>
      <p:ext uri="{BB962C8B-B14F-4D97-AF65-F5344CB8AC3E}">
        <p14:creationId xmlns:p14="http://schemas.microsoft.com/office/powerpoint/2010/main" val="224779794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 has a limited storage capacity and can be volatile (RAM) or read-only (ROM) (ROM).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36534654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 has a limited storage capacity and can be volatile (RAM) or read-only (ROM) (ROM).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a computer system requires auxiliary or secondary memory to store data or instructions for future use.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25120050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 has a limited storage capacity and can be volatile (RAM) or read-only (ROM) (ROM).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a computer system requires auxiliary or secondary memory to store data or instructions for future use.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Secondary memory is non-volatile and has a larger capacity than primary memory.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21940110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 has a limited storage capacity and can be volatile (RAM) or read-only (ROM) (ROM).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a computer system requires auxiliary or secondary memory to store data or instructions for future use.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Secondary memory is non-volatile and has a larger capacity than primary memory.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slower and less expensive than main memory. However, the CPU cannot directly access it.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8052917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Primary memory has a limited storage capacity and can be volatile (RAM) or read-only (ROM) (ROM).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a computer system requires auxiliary or secondary memory to store data or instructions for future use.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Secondary memory is non-volatile and has a larger capacity than primary memory.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slower and less expensive than main memory. However, the CPU cannot directly access it.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Secondary storage contents must first be brought into main memory for the CPU to access. Secondary memory devices include Hard Disk Drives (HDD), CD/DVDs, Memory Cards, and so on.</a:t>
            </a:r>
          </a:p>
        </p:txBody>
      </p:sp>
    </p:spTree>
    <p:extLst>
      <p:ext uri="{BB962C8B-B14F-4D97-AF65-F5344CB8AC3E}">
        <p14:creationId xmlns:p14="http://schemas.microsoft.com/office/powerpoint/2010/main" val="144279619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However, secondary storage devices such as SSD now support very fast data transfer speeds when compared to earlier HDDs.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55516265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Secondary Memory</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However, secondary storage devices such as SSD now support very fast data transfer speeds when compared to earlier HDDs.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Furthermore, the availability of small and portable flash or pen drives has made data transfer between computers easier and simpler.</a:t>
            </a:r>
          </a:p>
        </p:txBody>
      </p:sp>
    </p:spTree>
    <p:extLst>
      <p:ext uri="{BB962C8B-B14F-4D97-AF65-F5344CB8AC3E}">
        <p14:creationId xmlns:p14="http://schemas.microsoft.com/office/powerpoint/2010/main" val="210651550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Formulation</a:t>
            </a:r>
          </a:p>
          <a:p>
            <a:pPr marL="0" indent="0"/>
            <a:endParaRPr lang="en-US" altLang="en-US" sz="24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process of defining the scope of a problem, formulating one or more specific questions about it, and establishing the assessment methods required to address the questions is known as problem formulation.</a:t>
            </a:r>
          </a:p>
        </p:txBody>
      </p:sp>
    </p:spTree>
    <p:extLst>
      <p:ext uri="{BB962C8B-B14F-4D97-AF65-F5344CB8AC3E}">
        <p14:creationId xmlns:p14="http://schemas.microsoft.com/office/powerpoint/2010/main" val="377028677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0" y="977404"/>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p:txBody>
      </p:sp>
      <p:pic>
        <p:nvPicPr>
          <p:cNvPr id="3" name="Picture 2">
            <a:extLst>
              <a:ext uri="{FF2B5EF4-FFF2-40B4-BE49-F238E27FC236}">
                <a16:creationId xmlns:a16="http://schemas.microsoft.com/office/drawing/2014/main" id="{9948439D-B1FF-4B01-AD03-444FE3D7E4D5}"/>
              </a:ext>
            </a:extLst>
          </p:cNvPr>
          <p:cNvPicPr>
            <a:picLocks noChangeAspect="1"/>
          </p:cNvPicPr>
          <p:nvPr/>
        </p:nvPicPr>
        <p:blipFill>
          <a:blip r:embed="rId3"/>
          <a:stretch>
            <a:fillRect/>
          </a:stretch>
        </p:blipFill>
        <p:spPr>
          <a:xfrm>
            <a:off x="2649537" y="1465262"/>
            <a:ext cx="4781550" cy="4629150"/>
          </a:xfrm>
          <a:prstGeom prst="rect">
            <a:avLst/>
          </a:prstGeom>
        </p:spPr>
      </p:pic>
    </p:spTree>
    <p:extLst>
      <p:ext uri="{BB962C8B-B14F-4D97-AF65-F5344CB8AC3E}">
        <p14:creationId xmlns:p14="http://schemas.microsoft.com/office/powerpoint/2010/main" val="344764020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Analyzing the problem</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critical to fully comprehend a problem before attempting to solve it.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67737973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Analyzing the problem</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critical to fully comprehend a problem before attempting to solve it.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we are unclear about the problem to be solved, we may end up developing a program that does not achieve our goal.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07903268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Analyzing the problem</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critical to fully comprehend a problem before attempting to solve it.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we are unclear about the problem to be solved, we may end up developing a program that does not achieve our goal.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we must carefully read and analyze the problem statement in order to identify the main components of the problem and determine the core functionalities that our solution should have.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80626540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Analyzing the problem</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It is critical to fully comprehend a problem before attempting to solve it.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we are unclear about the problem to be solved, we may end up developing a program that does not achieve our goal.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As a result, we must carefully read and analyze the problem statement in order to identify the main components of the problem and determine the core functionalities that our solution should have.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We would be able to figure out what inputs our program should accept and what outputs it should produce by analyzing a problem.</a:t>
            </a:r>
          </a:p>
        </p:txBody>
      </p:sp>
    </p:spTree>
    <p:extLst>
      <p:ext uri="{BB962C8B-B14F-4D97-AF65-F5344CB8AC3E}">
        <p14:creationId xmlns:p14="http://schemas.microsoft.com/office/powerpoint/2010/main" val="288230464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Developing an algorithm</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Before writing program code to solve a problem, it is necessary to devise a solution.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74260646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Developing an algorithm</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Before writing program code to solve a problem, it is necessary to devise a solution.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solution is expressed in natural language and is referred to as an algorithm.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72209437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Developing an algorithm</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Before writing program code to solve a problem, it is necessary to devise a solution.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solution is expressed in natural language and is referred to as an algorithm.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We can think of an algorithm as a very well-written recipe for a dish, with clearly defined steps that, if followed, will result in the dish being prepared.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30419254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Developing an algorithm</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Before writing program code to solve a problem, it is necessary to devise a solution.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solution is expressed in natural language and is referred to as an algorithm.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We can think of an algorithm as a very well-written recipe for a dish, with clearly defined steps that, if followed, will result in the dish being prepared.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We begin with a rough solution plan and keep refining the algorithm until it can capture all aspects of the desired solution.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1646988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5386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Developing an algorithm</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Before writing program code to solve a problem, it is necessary to devise a solution.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solution is expressed in natural language and is referred to as an algorithm.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We can think of an algorithm as a very well-written recipe for a dish, with clearly defined steps that, if followed, will result in the dish being prepared.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We begin with a rough solution plan and keep refining the algorithm until it can capture all aspects of the desired solution.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There may be more than one algorithm for a given problem, and we must choose the best one.</a:t>
            </a:r>
          </a:p>
        </p:txBody>
      </p:sp>
    </p:spTree>
    <p:extLst>
      <p:ext uri="{BB962C8B-B14F-4D97-AF65-F5344CB8AC3E}">
        <p14:creationId xmlns:p14="http://schemas.microsoft.com/office/powerpoint/2010/main" val="233454911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Coding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After we have finalized the algorithm, we must convert it into a format that the computer can understand in order to generate the desired solution.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80197294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Coding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After we have finalized the algorithm, we must convert it into a format that the computer can understand in order to generate the desired solution.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 program can be written in a variety of high-level programming languages.</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66536000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Coding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After we have finalized the algorithm, we must convert it into a format that the computer can understand in order to generate the desired solution.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 program can be written in a variety of high-level programming languages.</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 It is equally important to record the details of the coding procedures followed and document the solution.</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6062284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Coding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After we have finalized the algorithm, we must convert it into a format that the computer can understand in order to generate the desired solution.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 program can be written in a variety of high-level programming languages.</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 It is equally important to record the details of the coding procedures followed and document the solution.</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is useful when returning to the programs later.</a:t>
            </a:r>
          </a:p>
        </p:txBody>
      </p:sp>
    </p:spTree>
    <p:extLst>
      <p:ext uri="{BB962C8B-B14F-4D97-AF65-F5344CB8AC3E}">
        <p14:creationId xmlns:p14="http://schemas.microsoft.com/office/powerpoint/2010/main" val="204968305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created program should be tested on various parameters.</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25649812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created program should be tested on various parameters.</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program must meet the needs of the user. It must respond within the time frame specified. It should produce correct results for all possible input. There will be no output if there are syntactical errors. </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25806688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created program should be tested on various parameters.</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program must meet the needs of the user. It must respond within the time frame specified. It should produce correct results for all possible input. There will be no output if there are syntactical errors. </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the output is incorrect, the program should be checked for logical errors, if any exist.</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97806150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created program should be tested on various parameters.</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program must meet the needs of the user. It must respond within the time frame specified. It should produce correct results for all possible input. There will be no output if there are syntactical errors. </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the output is incorrect, the program should be checked for logical errors, if any exist.</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developing complex applications, the software industry uses standardized testing methods such as unit or component testing, integration testing, system testing, and acceptance testing. </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2766368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created program should be tested on various parameters.</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program must meet the needs of the user. It must respond within the time frame specified. It should produce correct results for all possible input. There will be no output if there are syntactical errors. </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the output is incorrect, the program should be checked for logical errors, if any exist.</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developing complex applications, the software industry uses standardized testing methods such as unit or component testing, integration testing, system testing, and acceptance testing. </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is done to ensure that the software meets all of the business and technical requirements and functions properly. </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71646764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6647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created program should be tested on various parameters.</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program must meet the needs of the user. It must respond within the time frame specified. It should produce correct results for all possible input. There will be no output if there are syntactical errors. </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If the output is incorrect, the program should be checked for logical errors, if any exist.</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When developing complex applications, the software industry uses standardized testing methods such as unit or component testing, integration testing, system testing, and acceptance testing. </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is done to ensure that the software meets all of the business and technical requirements and functions properly. </a:t>
            </a:r>
          </a:p>
          <a:p>
            <a:pPr lvl="2" algn="just">
              <a:buFont typeface="Wingdings" panose="05000000000000000000" pitchFamily="2" charset="2"/>
              <a:buChar char="Ø"/>
            </a:pPr>
            <a:endParaRPr lang="en-US" altLang="en-US" sz="16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The errors or defects discovered during the testing phases are debugged or corrected, and the program is tested again.</a:t>
            </a:r>
          </a:p>
        </p:txBody>
      </p:sp>
    </p:spTree>
    <p:extLst>
      <p:ext uri="{BB962C8B-B14F-4D97-AF65-F5344CB8AC3E}">
        <p14:creationId xmlns:p14="http://schemas.microsoft.com/office/powerpoint/2010/main" val="178865581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process is repeated until all errors have been removed from the program.</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48570486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2923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process is repeated until all errors have been removed from the program.</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After the software application has been developed, tested, and delivered to the user, problems with functionality may arise and must be resolved from time to time.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25437104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Problem Solving</a:t>
            </a:r>
          </a:p>
          <a:p>
            <a:pPr lvl="1">
              <a:buFont typeface="Wingdings" panose="05000000000000000000" pitchFamily="2" charset="2"/>
              <a:buChar char="Ø"/>
            </a:pPr>
            <a:r>
              <a:rPr lang="en-US" altLang="en-US" sz="2000" dirty="0">
                <a:solidFill>
                  <a:schemeClr val="tx1"/>
                </a:solidFill>
                <a:latin typeface="Comic Sans MS" panose="030F0702030302020204" pitchFamily="66" charset="0"/>
              </a:rPr>
              <a:t>Testing and Debugging</a:t>
            </a: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This process is repeated until all errors have been removed from the program.</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After the software application has been developed, tested, and delivered to the user, problems with functionality may arise and must be resolved from time to time. </a:t>
            </a:r>
          </a:p>
          <a:p>
            <a:pPr lvl="2"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2" algn="just">
              <a:buFont typeface="Wingdings" panose="05000000000000000000" pitchFamily="2" charset="2"/>
              <a:buChar char="Ø"/>
            </a:pPr>
            <a:r>
              <a:rPr lang="en-US" altLang="en-US" sz="2000" dirty="0">
                <a:solidFill>
                  <a:schemeClr val="tx1"/>
                </a:solidFill>
                <a:latin typeface="Comic Sans MS" panose="030F0702030302020204" pitchFamily="66" charset="0"/>
              </a:rPr>
              <a:t>Thus, solution maintenance entails resolving problems encountered by users, responding to user inquiries, and even serving requests for feature addition or modification.</a:t>
            </a:r>
          </a:p>
        </p:txBody>
      </p:sp>
    </p:spTree>
    <p:extLst>
      <p:ext uri="{BB962C8B-B14F-4D97-AF65-F5344CB8AC3E}">
        <p14:creationId xmlns:p14="http://schemas.microsoft.com/office/powerpoint/2010/main" val="317691749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824" y="900113"/>
            <a:ext cx="9001124"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Intelligence vs Artificial Intelligence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Artificial Intelligence tries to create computers that can replicate human behavior and do human-like tasks, whereas Human Intelligence aims to adapt to new surroundings by combining various cognitive processes.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Machines are digital, whereas the human brain is analogue.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brain's computational capacity, memory, and ability to reason are used by humans, but AI-powered computers rely on data and particular instructions provided into the system.</a:t>
            </a:r>
          </a:p>
        </p:txBody>
      </p:sp>
    </p:spTree>
    <p:extLst>
      <p:ext uri="{BB962C8B-B14F-4D97-AF65-F5344CB8AC3E}">
        <p14:creationId xmlns:p14="http://schemas.microsoft.com/office/powerpoint/2010/main" val="371484827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67B57-E805-AC9B-FA26-9FCD696603B7}"/>
              </a:ext>
            </a:extLst>
          </p:cNvPr>
          <p:cNvSpPr>
            <a:spLocks noGrp="1"/>
          </p:cNvSpPr>
          <p:nvPr>
            <p:ph type="title"/>
          </p:nvPr>
        </p:nvSpPr>
        <p:spPr/>
        <p:txBody>
          <a:bodyPr/>
          <a:lstStyle/>
          <a:p>
            <a:r>
              <a:rPr lang="en-IN" dirty="0"/>
              <a:t>Human Intelligence</a:t>
            </a:r>
          </a:p>
        </p:txBody>
      </p:sp>
      <p:sp>
        <p:nvSpPr>
          <p:cNvPr id="4" name="TextBox 3">
            <a:extLst>
              <a:ext uri="{FF2B5EF4-FFF2-40B4-BE49-F238E27FC236}">
                <a16:creationId xmlns:a16="http://schemas.microsoft.com/office/drawing/2014/main" id="{46B99BD5-C36D-0787-CD8A-678E4BDFFA49}"/>
              </a:ext>
            </a:extLst>
          </p:cNvPr>
          <p:cNvSpPr txBox="1"/>
          <p:nvPr/>
        </p:nvSpPr>
        <p:spPr>
          <a:xfrm>
            <a:off x="791840" y="1619597"/>
            <a:ext cx="8856984" cy="1477328"/>
          </a:xfrm>
          <a:prstGeom prst="rect">
            <a:avLst/>
          </a:prstGeom>
          <a:noFill/>
        </p:spPr>
        <p:txBody>
          <a:bodyPr wrap="square">
            <a:spAutoFit/>
          </a:bodyPr>
          <a:lstStyle/>
          <a:p>
            <a:r>
              <a:rPr lang="en-US" dirty="0">
                <a:solidFill>
                  <a:schemeClr val="tx1"/>
                </a:solidFill>
              </a:rPr>
              <a:t>Human intelligence is defined in many ways; some common aspects across various definitions include: </a:t>
            </a:r>
          </a:p>
          <a:p>
            <a:pPr marL="285750" indent="-285750">
              <a:buFont typeface="Arial" panose="020B0604020202020204" pitchFamily="34" charset="0"/>
              <a:buChar char="•"/>
            </a:pPr>
            <a:r>
              <a:rPr lang="en-US" dirty="0">
                <a:solidFill>
                  <a:schemeClr val="tx1"/>
                </a:solidFill>
              </a:rPr>
              <a:t>Ability to observe, recognize and understand</a:t>
            </a:r>
          </a:p>
          <a:p>
            <a:pPr marL="285750" indent="-285750">
              <a:buFont typeface="Arial" panose="020B0604020202020204" pitchFamily="34" charset="0"/>
              <a:buChar char="•"/>
            </a:pPr>
            <a:r>
              <a:rPr lang="en-US" dirty="0">
                <a:solidFill>
                  <a:schemeClr val="tx1"/>
                </a:solidFill>
              </a:rPr>
              <a:t>Ability to make ‘smart’ decisions and solve problems</a:t>
            </a:r>
          </a:p>
          <a:p>
            <a:pPr marL="285750" indent="-285750">
              <a:buFont typeface="Arial" panose="020B0604020202020204" pitchFamily="34" charset="0"/>
              <a:buChar char="•"/>
            </a:pPr>
            <a:r>
              <a:rPr lang="en-US" dirty="0">
                <a:solidFill>
                  <a:schemeClr val="tx1"/>
                </a:solidFill>
              </a:rPr>
              <a:t>Ability to learn and increase knowledge</a:t>
            </a:r>
            <a:endParaRPr lang="en-IN" dirty="0">
              <a:solidFill>
                <a:schemeClr val="tx1"/>
              </a:solidFill>
            </a:endParaRPr>
          </a:p>
        </p:txBody>
      </p:sp>
      <p:pic>
        <p:nvPicPr>
          <p:cNvPr id="6" name="Picture 5">
            <a:extLst>
              <a:ext uri="{FF2B5EF4-FFF2-40B4-BE49-F238E27FC236}">
                <a16:creationId xmlns:a16="http://schemas.microsoft.com/office/drawing/2014/main" id="{A0791249-8AF8-7BB8-422D-D9C91BFDED1D}"/>
              </a:ext>
            </a:extLst>
          </p:cNvPr>
          <p:cNvPicPr>
            <a:picLocks noChangeAspect="1"/>
          </p:cNvPicPr>
          <p:nvPr/>
        </p:nvPicPr>
        <p:blipFill>
          <a:blip r:embed="rId2"/>
          <a:srcRect l="22856" t="52094" r="25713" b="6230"/>
          <a:stretch/>
        </p:blipFill>
        <p:spPr>
          <a:xfrm>
            <a:off x="503238" y="3563813"/>
            <a:ext cx="7606981" cy="3349535"/>
          </a:xfrm>
          <a:prstGeom prst="rect">
            <a:avLst/>
          </a:prstGeom>
        </p:spPr>
      </p:pic>
    </p:spTree>
    <p:extLst>
      <p:ext uri="{BB962C8B-B14F-4D97-AF65-F5344CB8AC3E}">
        <p14:creationId xmlns:p14="http://schemas.microsoft.com/office/powerpoint/2010/main" val="32008544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1" y="900113"/>
            <a:ext cx="9001124"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Intelligence vs Artificial Intelligence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Artificial Intelligence tries to create computers that can replicate human behavior and do human-like tasks, whereas Human Intelligence aims to adapt to new surroundings by combining various cognitive processes.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33550506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1" y="900113"/>
            <a:ext cx="9001124" cy="2616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Intelligence vs Artificial Intelligence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Artificial Intelligence tries to create computers that can replicate human behavior and do human-like tasks, whereas Human Intelligence aims to adapt to new surroundings by combining various cognitive processes.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Machines are digital, whereas the human brain is analogue.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4255539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1" y="900113"/>
            <a:ext cx="9001124"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Intelligence vs Artificial Intelligence</a:t>
            </a: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Artificial Intelligence tries to create computers that can replicate human behavior and do human-like tasks, whereas Human Intelligence aims to adapt to new surroundings by combining various cognitive processes.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Machines are digital, whereas the human brain is analogue. </a:t>
            </a:r>
          </a:p>
          <a:p>
            <a:pPr lvl="1" algn="just">
              <a:buFont typeface="Wingdings" panose="05000000000000000000" pitchFamily="2" charset="2"/>
              <a:buChar char="Ø"/>
            </a:pPr>
            <a:endParaRPr lang="en-US" altLang="en-US" sz="2000" dirty="0">
              <a:solidFill>
                <a:schemeClr val="tx1"/>
              </a:solidFill>
              <a:latin typeface="Comic Sans MS" panose="030F0702030302020204" pitchFamily="66" charset="0"/>
            </a:endParaRPr>
          </a:p>
          <a:p>
            <a:pPr lvl="1" algn="just">
              <a:buFont typeface="Wingdings" panose="05000000000000000000" pitchFamily="2" charset="2"/>
              <a:buChar char="Ø"/>
            </a:pPr>
            <a:r>
              <a:rPr lang="en-US" altLang="en-US" sz="2000" dirty="0">
                <a:solidFill>
                  <a:schemeClr val="tx1"/>
                </a:solidFill>
                <a:latin typeface="Comic Sans MS" panose="030F0702030302020204" pitchFamily="66" charset="0"/>
              </a:rPr>
              <a:t>The brain's computational capacity, memory, and ability to reason are used by humans, but AI-powered computers rely on data and particular instructions provided into the system.</a:t>
            </a:r>
          </a:p>
        </p:txBody>
      </p:sp>
    </p:spTree>
    <p:extLst>
      <p:ext uri="{BB962C8B-B14F-4D97-AF65-F5344CB8AC3E}">
        <p14:creationId xmlns:p14="http://schemas.microsoft.com/office/powerpoint/2010/main" val="190186309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1" y="900113"/>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History of Artificial Intelligence</a:t>
            </a:r>
          </a:p>
        </p:txBody>
      </p:sp>
      <p:sp>
        <p:nvSpPr>
          <p:cNvPr id="4" name="TextBox 2">
            <a:extLst>
              <a:ext uri="{FF2B5EF4-FFF2-40B4-BE49-F238E27FC236}">
                <a16:creationId xmlns:a16="http://schemas.microsoft.com/office/drawing/2014/main" id="{B4EEB85D-FE48-424D-878A-39DBABB7D6D2}"/>
              </a:ext>
            </a:extLst>
          </p:cNvPr>
          <p:cNvSpPr txBox="1">
            <a:spLocks noChangeArrowheads="1"/>
          </p:cNvSpPr>
          <p:nvPr/>
        </p:nvSpPr>
        <p:spPr bwMode="auto">
          <a:xfrm>
            <a:off x="466725" y="7052135"/>
            <a:ext cx="90011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marL="457200" lvl="1" indent="0" algn="just"/>
            <a:r>
              <a:rPr lang="en-US" altLang="en-US" sz="2000" dirty="0">
                <a:solidFill>
                  <a:schemeClr val="tx1"/>
                </a:solidFill>
                <a:latin typeface="Comic Sans MS" panose="030F0702030302020204" pitchFamily="66" charset="0"/>
              </a:rPr>
              <a:t>Source: AI Curriculum Handbook</a:t>
            </a:r>
          </a:p>
        </p:txBody>
      </p:sp>
      <p:pic>
        <p:nvPicPr>
          <p:cNvPr id="3" name="Picture 2">
            <a:extLst>
              <a:ext uri="{FF2B5EF4-FFF2-40B4-BE49-F238E27FC236}">
                <a16:creationId xmlns:a16="http://schemas.microsoft.com/office/drawing/2014/main" id="{A7ED4A3B-8005-48DD-A2DD-6AACB11C542E}"/>
              </a:ext>
            </a:extLst>
          </p:cNvPr>
          <p:cNvPicPr>
            <a:picLocks noChangeAspect="1"/>
          </p:cNvPicPr>
          <p:nvPr/>
        </p:nvPicPr>
        <p:blipFill>
          <a:blip r:embed="rId3"/>
          <a:stretch>
            <a:fillRect/>
          </a:stretch>
        </p:blipFill>
        <p:spPr>
          <a:xfrm>
            <a:off x="1344080" y="1373967"/>
            <a:ext cx="7152616" cy="5574222"/>
          </a:xfrm>
          <a:prstGeom prst="rect">
            <a:avLst/>
          </a:prstGeom>
        </p:spPr>
      </p:pic>
    </p:spTree>
    <p:extLst>
      <p:ext uri="{BB962C8B-B14F-4D97-AF65-F5344CB8AC3E}">
        <p14:creationId xmlns:p14="http://schemas.microsoft.com/office/powerpoint/2010/main" val="319814249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1" y="900113"/>
            <a:ext cx="90011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 History of Artificial Intelligence</a:t>
            </a:r>
          </a:p>
        </p:txBody>
      </p:sp>
      <p:sp>
        <p:nvSpPr>
          <p:cNvPr id="4" name="TextBox 2">
            <a:extLst>
              <a:ext uri="{FF2B5EF4-FFF2-40B4-BE49-F238E27FC236}">
                <a16:creationId xmlns:a16="http://schemas.microsoft.com/office/drawing/2014/main" id="{B4EEB85D-FE48-424D-878A-39DBABB7D6D2}"/>
              </a:ext>
            </a:extLst>
          </p:cNvPr>
          <p:cNvSpPr txBox="1">
            <a:spLocks noChangeArrowheads="1"/>
          </p:cNvSpPr>
          <p:nvPr/>
        </p:nvSpPr>
        <p:spPr bwMode="auto">
          <a:xfrm>
            <a:off x="466725" y="7052135"/>
            <a:ext cx="90011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marL="457200" lvl="1" indent="0" algn="just"/>
            <a:r>
              <a:rPr lang="en-US" altLang="en-US" sz="2000" dirty="0">
                <a:solidFill>
                  <a:schemeClr val="tx1"/>
                </a:solidFill>
                <a:latin typeface="Comic Sans MS" panose="030F0702030302020204" pitchFamily="66" charset="0"/>
              </a:rPr>
              <a:t>Source: AI Curriculum Handbook</a:t>
            </a:r>
          </a:p>
        </p:txBody>
      </p:sp>
      <p:pic>
        <p:nvPicPr>
          <p:cNvPr id="5" name="Picture 4">
            <a:extLst>
              <a:ext uri="{FF2B5EF4-FFF2-40B4-BE49-F238E27FC236}">
                <a16:creationId xmlns:a16="http://schemas.microsoft.com/office/drawing/2014/main" id="{FFD2ED62-4D37-47F8-9545-64604474509E}"/>
              </a:ext>
            </a:extLst>
          </p:cNvPr>
          <p:cNvPicPr>
            <a:picLocks noChangeAspect="1"/>
          </p:cNvPicPr>
          <p:nvPr/>
        </p:nvPicPr>
        <p:blipFill>
          <a:blip r:embed="rId3"/>
          <a:stretch>
            <a:fillRect/>
          </a:stretch>
        </p:blipFill>
        <p:spPr>
          <a:xfrm>
            <a:off x="1114791" y="1727200"/>
            <a:ext cx="8246001" cy="4991610"/>
          </a:xfrm>
          <a:prstGeom prst="rect">
            <a:avLst/>
          </a:prstGeom>
        </p:spPr>
      </p:pic>
    </p:spTree>
    <p:extLst>
      <p:ext uri="{BB962C8B-B14F-4D97-AF65-F5344CB8AC3E}">
        <p14:creationId xmlns:p14="http://schemas.microsoft.com/office/powerpoint/2010/main" val="417110790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1" y="900113"/>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Data vs Information vs Knowledge</a:t>
            </a:r>
          </a:p>
          <a:p>
            <a:pPr lvl="1">
              <a:buFont typeface="Wingdings" panose="05000000000000000000" pitchFamily="2" charset="2"/>
              <a:buChar char="Ø"/>
            </a:pPr>
            <a:r>
              <a:rPr lang="en-US" altLang="en-US" sz="2400" dirty="0">
                <a:solidFill>
                  <a:schemeClr val="tx1"/>
                </a:solidFill>
                <a:latin typeface="Comic Sans MS" panose="030F0702030302020204" pitchFamily="66" charset="0"/>
              </a:rPr>
              <a:t>Data</a:t>
            </a:r>
          </a:p>
        </p:txBody>
      </p:sp>
    </p:spTree>
    <p:extLst>
      <p:ext uri="{BB962C8B-B14F-4D97-AF65-F5344CB8AC3E}">
        <p14:creationId xmlns:p14="http://schemas.microsoft.com/office/powerpoint/2010/main" val="94384468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1" y="900113"/>
            <a:ext cx="900112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Data vs Information vs Knowledge</a:t>
            </a:r>
          </a:p>
          <a:p>
            <a:pPr lvl="1">
              <a:buFont typeface="Wingdings" panose="05000000000000000000" pitchFamily="2" charset="2"/>
              <a:buChar char="Ø"/>
            </a:pPr>
            <a:r>
              <a:rPr lang="en-US" altLang="en-US" sz="2400" dirty="0">
                <a:solidFill>
                  <a:schemeClr val="tx1"/>
                </a:solidFill>
                <a:latin typeface="Comic Sans MS" panose="030F0702030302020204" pitchFamily="66" charset="0"/>
              </a:rPr>
              <a:t>Data</a:t>
            </a:r>
          </a:p>
          <a:p>
            <a:pPr lvl="2">
              <a:buFont typeface="Wingdings" panose="05000000000000000000" pitchFamily="2" charset="2"/>
              <a:buChar char="Ø"/>
            </a:pPr>
            <a:r>
              <a:rPr lang="en-US" altLang="en-US" sz="2400" dirty="0">
                <a:solidFill>
                  <a:schemeClr val="tx1"/>
                </a:solidFill>
                <a:latin typeface="Comic Sans MS" panose="030F0702030302020204" pitchFamily="66" charset="0"/>
              </a:rPr>
              <a:t> Raw facts</a:t>
            </a:r>
          </a:p>
          <a:p>
            <a:pPr lvl="2">
              <a:buFont typeface="Wingdings" panose="05000000000000000000" pitchFamily="2" charset="2"/>
              <a:buChar char="Ø"/>
            </a:pPr>
            <a:r>
              <a:rPr lang="en-US" altLang="en-US" sz="2400" dirty="0">
                <a:solidFill>
                  <a:schemeClr val="tx1"/>
                </a:solidFill>
                <a:latin typeface="Comic Sans MS" panose="030F0702030302020204" pitchFamily="66" charset="0"/>
              </a:rPr>
              <a:t> Structured or unstructured</a:t>
            </a:r>
          </a:p>
          <a:p>
            <a:pPr lvl="2">
              <a:buFont typeface="Wingdings" panose="05000000000000000000" pitchFamily="2" charset="2"/>
              <a:buChar char="Ø"/>
            </a:pPr>
            <a:r>
              <a:rPr lang="en-US" altLang="en-US" sz="2400" dirty="0">
                <a:solidFill>
                  <a:schemeClr val="tx1"/>
                </a:solidFill>
                <a:latin typeface="Comic Sans MS" panose="030F0702030302020204" pitchFamily="66" charset="0"/>
              </a:rPr>
              <a:t> Example: It is raining</a:t>
            </a:r>
          </a:p>
        </p:txBody>
      </p:sp>
    </p:spTree>
    <p:extLst>
      <p:ext uri="{BB962C8B-B14F-4D97-AF65-F5344CB8AC3E}">
        <p14:creationId xmlns:p14="http://schemas.microsoft.com/office/powerpoint/2010/main" val="143289243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1" y="900113"/>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Data vs Information vs Knowledge</a:t>
            </a:r>
          </a:p>
          <a:p>
            <a:pPr lvl="1">
              <a:buFont typeface="Wingdings" panose="05000000000000000000" pitchFamily="2" charset="2"/>
              <a:buChar char="Ø"/>
            </a:pPr>
            <a:r>
              <a:rPr lang="en-US" altLang="en-US" sz="2400" dirty="0">
                <a:solidFill>
                  <a:schemeClr val="tx1"/>
                </a:solidFill>
                <a:latin typeface="Comic Sans MS" panose="030F0702030302020204" pitchFamily="66" charset="0"/>
              </a:rPr>
              <a:t>Information</a:t>
            </a:r>
          </a:p>
        </p:txBody>
      </p:sp>
    </p:spTree>
    <p:extLst>
      <p:ext uri="{BB962C8B-B14F-4D97-AF65-F5344CB8AC3E}">
        <p14:creationId xmlns:p14="http://schemas.microsoft.com/office/powerpoint/2010/main" val="427526589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1" y="900113"/>
            <a:ext cx="900112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Data vs Information vs Knowledge</a:t>
            </a:r>
          </a:p>
          <a:p>
            <a:pPr lvl="1">
              <a:buFont typeface="Wingdings" panose="05000000000000000000" pitchFamily="2" charset="2"/>
              <a:buChar char="Ø"/>
            </a:pPr>
            <a:r>
              <a:rPr lang="en-US" altLang="en-US" sz="2400" dirty="0">
                <a:solidFill>
                  <a:schemeClr val="tx1"/>
                </a:solidFill>
                <a:latin typeface="Comic Sans MS" panose="030F0702030302020204" pitchFamily="66" charset="0"/>
              </a:rPr>
              <a:t>Information</a:t>
            </a:r>
          </a:p>
          <a:p>
            <a:pPr lvl="2" algn="just">
              <a:buFont typeface="Wingdings" panose="05000000000000000000" pitchFamily="2" charset="2"/>
              <a:buChar char="Ø"/>
            </a:pPr>
            <a:r>
              <a:rPr lang="en-US" altLang="en-US" sz="2400" dirty="0">
                <a:solidFill>
                  <a:schemeClr val="tx1"/>
                </a:solidFill>
                <a:latin typeface="Comic Sans MS" panose="030F0702030302020204" pitchFamily="66" charset="0"/>
              </a:rPr>
              <a:t> When we establish relationship between data, they become information</a:t>
            </a:r>
          </a:p>
          <a:p>
            <a:pPr lvl="2" algn="just">
              <a:buFont typeface="Wingdings" panose="05000000000000000000" pitchFamily="2" charset="2"/>
              <a:buChar char="Ø"/>
            </a:pPr>
            <a:r>
              <a:rPr lang="en-US" altLang="en-US" sz="2400" dirty="0">
                <a:solidFill>
                  <a:schemeClr val="tx1"/>
                </a:solidFill>
                <a:latin typeface="Comic Sans MS" panose="030F0702030302020204" pitchFamily="66" charset="0"/>
              </a:rPr>
              <a:t> Example: When humidity went high, it started raining.</a:t>
            </a:r>
          </a:p>
          <a:p>
            <a:pPr lvl="1">
              <a:buFont typeface="Wingdings" panose="05000000000000000000" pitchFamily="2" charset="2"/>
              <a:buChar char="Ø"/>
            </a:pPr>
            <a:endParaRPr lang="en-US" altLang="en-US" sz="24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276133258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1" y="900113"/>
            <a:ext cx="90011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Data vs Information vs Knowledge</a:t>
            </a:r>
          </a:p>
          <a:p>
            <a:pPr lvl="1">
              <a:buFont typeface="Wingdings" panose="05000000000000000000" pitchFamily="2" charset="2"/>
              <a:buChar char="Ø"/>
            </a:pPr>
            <a:r>
              <a:rPr lang="en-US" altLang="en-US" sz="2400" dirty="0">
                <a:solidFill>
                  <a:schemeClr val="tx1"/>
                </a:solidFill>
                <a:latin typeface="Comic Sans MS" panose="030F0702030302020204" pitchFamily="66" charset="0"/>
              </a:rPr>
              <a:t>Knowledge</a:t>
            </a:r>
          </a:p>
        </p:txBody>
      </p:sp>
    </p:spTree>
    <p:extLst>
      <p:ext uri="{BB962C8B-B14F-4D97-AF65-F5344CB8AC3E}">
        <p14:creationId xmlns:p14="http://schemas.microsoft.com/office/powerpoint/2010/main" val="329490824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431800" y="107950"/>
            <a:ext cx="9070975"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dirty="0">
                <a:latin typeface="Comic Sans MS" panose="030F0702030302020204" pitchFamily="66" charset="0"/>
              </a:rPr>
              <a:t>Foundational Concepts</a:t>
            </a:r>
          </a:p>
        </p:txBody>
      </p:sp>
      <p:sp>
        <p:nvSpPr>
          <p:cNvPr id="5123" name="TextBox 2">
            <a:extLst>
              <a:ext uri="{FF2B5EF4-FFF2-40B4-BE49-F238E27FC236}">
                <a16:creationId xmlns:a16="http://schemas.microsoft.com/office/drawing/2014/main" id="{A3C04ED3-D533-48EA-B8F5-05F3946DA4FD}"/>
              </a:ext>
            </a:extLst>
          </p:cNvPr>
          <p:cNvSpPr txBox="1">
            <a:spLocks noChangeArrowheads="1"/>
          </p:cNvSpPr>
          <p:nvPr/>
        </p:nvSpPr>
        <p:spPr bwMode="auto">
          <a:xfrm>
            <a:off x="647701" y="900113"/>
            <a:ext cx="900112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defRPr>
                <a:solidFill>
                  <a:schemeClr val="bg1"/>
                </a:solidFill>
                <a:latin typeface="Arial" panose="020B0604020202020204" pitchFamily="34" charset="0"/>
                <a:ea typeface="Microsoft YaHei" panose="020B0503020204020204" pitchFamily="34" charset="-122"/>
              </a:defRPr>
            </a:lvl9pPr>
          </a:lstStyle>
          <a:p>
            <a:pPr>
              <a:buFont typeface="Wingdings" panose="05000000000000000000" pitchFamily="2" charset="2"/>
              <a:buChar char="Ø"/>
            </a:pPr>
            <a:r>
              <a:rPr lang="en-US" altLang="en-US" sz="2400" dirty="0">
                <a:solidFill>
                  <a:schemeClr val="tx1"/>
                </a:solidFill>
                <a:latin typeface="Comic Sans MS" panose="030F0702030302020204" pitchFamily="66" charset="0"/>
              </a:rPr>
              <a:t>Data vs Information vs Knowledge</a:t>
            </a:r>
          </a:p>
          <a:p>
            <a:pPr lvl="1">
              <a:buFont typeface="Wingdings" panose="05000000000000000000" pitchFamily="2" charset="2"/>
              <a:buChar char="Ø"/>
            </a:pPr>
            <a:r>
              <a:rPr lang="en-US" altLang="en-US" sz="2400" dirty="0">
                <a:solidFill>
                  <a:schemeClr val="tx1"/>
                </a:solidFill>
                <a:latin typeface="Comic Sans MS" panose="030F0702030302020204" pitchFamily="66" charset="0"/>
              </a:rPr>
              <a:t>Knowledge</a:t>
            </a:r>
          </a:p>
          <a:p>
            <a:pPr lvl="2">
              <a:buFont typeface="Wingdings" panose="05000000000000000000" pitchFamily="2" charset="2"/>
              <a:buChar char="Ø"/>
            </a:pPr>
            <a:r>
              <a:rPr lang="en-US" altLang="en-US" sz="2400" dirty="0">
                <a:solidFill>
                  <a:schemeClr val="tx1"/>
                </a:solidFill>
                <a:latin typeface="Comic Sans MS" panose="030F0702030302020204" pitchFamily="66" charset="0"/>
              </a:rPr>
              <a:t> Knowledge is patterns in data</a:t>
            </a:r>
          </a:p>
          <a:p>
            <a:pPr lvl="2" algn="just">
              <a:buFont typeface="Wingdings" panose="05000000000000000000" pitchFamily="2" charset="2"/>
              <a:buChar char="Ø"/>
            </a:pPr>
            <a:r>
              <a:rPr lang="en-US" altLang="en-US" sz="2400" dirty="0">
                <a:solidFill>
                  <a:schemeClr val="tx1"/>
                </a:solidFill>
                <a:latin typeface="Comic Sans MS" panose="030F0702030302020204" pitchFamily="66" charset="0"/>
              </a:rPr>
              <a:t> Example: When humidity is high and it is gloomy, it rains</a:t>
            </a:r>
          </a:p>
        </p:txBody>
      </p:sp>
    </p:spTree>
    <p:extLst>
      <p:ext uri="{BB962C8B-B14F-4D97-AF65-F5344CB8AC3E}">
        <p14:creationId xmlns:p14="http://schemas.microsoft.com/office/powerpoint/2010/main" val="272689926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a:extLst>
              <a:ext uri="{FF2B5EF4-FFF2-40B4-BE49-F238E27FC236}">
                <a16:creationId xmlns:a16="http://schemas.microsoft.com/office/drawing/2014/main" id="{99BD8AF5-3321-485C-B361-A83052516045}"/>
              </a:ext>
            </a:extLst>
          </p:cNvPr>
          <p:cNvSpPr>
            <a:spLocks noGrp="1" noChangeArrowheads="1"/>
          </p:cNvSpPr>
          <p:nvPr>
            <p:ph type="title"/>
          </p:nvPr>
        </p:nvSpPr>
        <p:spPr>
          <a:xfrm>
            <a:off x="431800" y="74613"/>
            <a:ext cx="9070975" cy="896937"/>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Comic Sans MS" panose="030F0702030302020204" pitchFamily="66" charset="0"/>
              </a:rPr>
              <a:t>Disclaimer</a:t>
            </a:r>
          </a:p>
        </p:txBody>
      </p:sp>
      <p:sp>
        <p:nvSpPr>
          <p:cNvPr id="4098" name="Rectangle 2">
            <a:extLst>
              <a:ext uri="{FF2B5EF4-FFF2-40B4-BE49-F238E27FC236}">
                <a16:creationId xmlns:a16="http://schemas.microsoft.com/office/drawing/2014/main" id="{1643F7A5-1B42-4A02-BA28-E8629D28BF16}"/>
              </a:ext>
            </a:extLst>
          </p:cNvPr>
          <p:cNvSpPr>
            <a:spLocks noGrp="1" noChangeArrowheads="1"/>
          </p:cNvSpPr>
          <p:nvPr>
            <p:ph type="subTitle" idx="4294967295"/>
          </p:nvPr>
        </p:nvSpPr>
        <p:spPr>
          <a:xfrm>
            <a:off x="503238" y="971550"/>
            <a:ext cx="9070975" cy="6408738"/>
          </a:xfrm>
        </p:spPr>
        <p:txBody>
          <a:bodyPr/>
          <a:lstStyle/>
          <a:p>
            <a:pPr marL="457200" indent="-457200" algn="just" eaLnBrk="1">
              <a:lnSpc>
                <a:spcPct val="100000"/>
              </a:lnSpc>
              <a:spcAft>
                <a:spcPct val="0"/>
              </a:spcAft>
              <a:buClrTx/>
              <a:buSzPct val="80000"/>
              <a:buFont typeface="Wingdings" panose="05000000000000000000" pitchFamily="2" charset="2"/>
              <a:buChar char="Ø"/>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800" dirty="0">
                <a:latin typeface="Comic Sans MS" panose="030F0702030302020204" pitchFamily="66" charset="0"/>
              </a:rPr>
              <a:t>Content of this presentation is not original and it has been prepared from various sources for teaching purpose.</a:t>
            </a:r>
          </a:p>
          <a:p>
            <a:pPr marL="857250" lvl="1" indent="-457200" eaLnBrk="1">
              <a:lnSpc>
                <a:spcPct val="100000"/>
              </a:lnSpc>
              <a:spcAft>
                <a:spcPct val="0"/>
              </a:spcAft>
              <a:buClrTx/>
              <a:buSzPct val="80000"/>
              <a:buFont typeface="Wingdings" panose="05000000000000000000" pitchFamily="2" charset="2"/>
              <a:buChar char="Ø"/>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Comic Sans MS" panose="030F0702030302020204" pitchFamily="66" charset="0"/>
            </a:endParaRPr>
          </a:p>
          <a:p>
            <a:pPr marL="400050" lvl="1" indent="0" eaLnBrk="1">
              <a:lnSpc>
                <a:spcPct val="100000"/>
              </a:lnSpc>
              <a:spcAft>
                <a:spcPct val="0"/>
              </a:spcAft>
              <a:buClrTx/>
              <a:buSzPct val="80000"/>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dirty="0">
              <a:latin typeface="Comic Sans MS" panose="030F0702030302020204" pitchFamily="66" charset="0"/>
            </a:endParaRPr>
          </a:p>
          <a:p>
            <a:pPr marL="0" indent="0" eaLnBrk="1">
              <a:lnSpc>
                <a:spcPct val="100000"/>
              </a:lnSpc>
              <a:spcAft>
                <a:spcPct val="0"/>
              </a:spcAft>
              <a:buClrTx/>
              <a:buSzPct val="80000"/>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0" indent="0" eaLnBrk="1">
              <a:lnSpc>
                <a:spcPct val="100000"/>
              </a:lnSpc>
              <a:spcAft>
                <a:spcPct val="0"/>
              </a:spcAft>
              <a:buClrTx/>
              <a:buSzPct val="80000"/>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0" indent="0" eaLnBrk="1">
              <a:lnSpc>
                <a:spcPct val="100000"/>
              </a:lnSpc>
              <a:spcAft>
                <a:spcPct val="0"/>
              </a:spcAft>
              <a:buClrTx/>
              <a:buSzPct val="80000"/>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800100" lvl="2" indent="0" eaLnBrk="1">
              <a:lnSpc>
                <a:spcPct val="100000"/>
              </a:lnSpc>
              <a:spcAft>
                <a:spcPct val="0"/>
              </a:spcAft>
              <a:buClrTx/>
              <a:buSzPct val="80000"/>
              <a:buFont typeface="Times New Roman" pitchFamily="16" charset="0"/>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800100" lvl="2" indent="0" eaLnBrk="1">
              <a:lnSpc>
                <a:spcPct val="100000"/>
              </a:lnSpc>
              <a:spcAft>
                <a:spcPct val="0"/>
              </a:spcAft>
              <a:buClrTx/>
              <a:buSzPct val="80000"/>
              <a:buFont typeface="Times New Roman" pitchFamily="16" charset="0"/>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800100" lvl="2" indent="0" eaLnBrk="1">
              <a:lnSpc>
                <a:spcPct val="100000"/>
              </a:lnSpc>
              <a:spcAft>
                <a:spcPct val="0"/>
              </a:spcAft>
              <a:buClrTx/>
              <a:buSzPct val="80000"/>
              <a:buFont typeface="Times New Roman" pitchFamily="16" charset="0"/>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solidFill>
              <a:schemeClr val="bg1"/>
            </a:solidFill>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solidFill>
              <a:schemeClr val="bg1"/>
            </a:solidFill>
            <a:effectLst/>
            <a:latin typeface="Arial"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38312</TotalTime>
  <Words>3358</Words>
  <Application>Microsoft Office PowerPoint</Application>
  <PresentationFormat>Custom</PresentationFormat>
  <Paragraphs>492</Paragraphs>
  <Slides>66</Slides>
  <Notes>65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Arial</vt:lpstr>
      <vt:lpstr>Comic Sans MS</vt:lpstr>
      <vt:lpstr>Times New Roman</vt:lpstr>
      <vt:lpstr>Wingdings</vt:lpstr>
      <vt:lpstr>Office Theme</vt:lpstr>
      <vt:lpstr>PowerPoint Presentation</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Human Intelligence</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Foundational Concepts</vt:lpstr>
      <vt:lpstr>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dc:creator>
  <cp:lastModifiedBy>deepika bishnoi</cp:lastModifiedBy>
  <cp:revision>154</cp:revision>
  <cp:lastPrinted>1601-01-01T00:00:00Z</cp:lastPrinted>
  <dcterms:created xsi:type="dcterms:W3CDTF">2013-01-08T06:31:59Z</dcterms:created>
  <dcterms:modified xsi:type="dcterms:W3CDTF">2025-01-23T05:31:59Z</dcterms:modified>
</cp:coreProperties>
</file>