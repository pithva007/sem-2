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p:sldMasterIdLst>
    <p:sldMasterId id="2147483648" r:id="rId1"/>
  </p:sldMasterIdLst>
  <p:notesMasterIdLst>
    <p:notesMasterId r:id="rId4"/>
  </p:notesMasterIdLst>
  <p:sldIdLst>
    <p:sldId id="256" r:id="rId3"/>
    <p:sldId id="367" r:id="rId5"/>
    <p:sldId id="368" r:id="rId6"/>
    <p:sldId id="369" r:id="rId7"/>
    <p:sldId id="370" r:id="rId8"/>
    <p:sldId id="372" r:id="rId9"/>
    <p:sldId id="373" r:id="rId10"/>
    <p:sldId id="371" r:id="rId11"/>
    <p:sldId id="374" r:id="rId12"/>
    <p:sldId id="375" r:id="rId13"/>
    <p:sldId id="376" r:id="rId14"/>
    <p:sldId id="378" r:id="rId15"/>
    <p:sldId id="379" r:id="rId16"/>
    <p:sldId id="380" r:id="rId17"/>
    <p:sldId id="381" r:id="rId18"/>
    <p:sldId id="377" r:id="rId19"/>
    <p:sldId id="382" r:id="rId20"/>
    <p:sldId id="383" r:id="rId21"/>
    <p:sldId id="384" r:id="rId22"/>
    <p:sldId id="385" r:id="rId23"/>
    <p:sldId id="386" r:id="rId24"/>
    <p:sldId id="387" r:id="rId25"/>
    <p:sldId id="389" r:id="rId26"/>
    <p:sldId id="390" r:id="rId27"/>
    <p:sldId id="391" r:id="rId28"/>
    <p:sldId id="392" r:id="rId29"/>
    <p:sldId id="388" r:id="rId30"/>
    <p:sldId id="393" r:id="rId31"/>
    <p:sldId id="394" r:id="rId32"/>
    <p:sldId id="395" r:id="rId33"/>
    <p:sldId id="396" r:id="rId34"/>
    <p:sldId id="401" r:id="rId35"/>
    <p:sldId id="402" r:id="rId36"/>
    <p:sldId id="403" r:id="rId37"/>
    <p:sldId id="397" r:id="rId38"/>
    <p:sldId id="404" r:id="rId39"/>
    <p:sldId id="405" r:id="rId40"/>
    <p:sldId id="406" r:id="rId41"/>
    <p:sldId id="407" r:id="rId42"/>
    <p:sldId id="398" r:id="rId43"/>
    <p:sldId id="408" r:id="rId44"/>
    <p:sldId id="409" r:id="rId45"/>
    <p:sldId id="410" r:id="rId46"/>
    <p:sldId id="399" r:id="rId47"/>
    <p:sldId id="411" r:id="rId48"/>
    <p:sldId id="412" r:id="rId49"/>
    <p:sldId id="413" r:id="rId50"/>
    <p:sldId id="414" r:id="rId51"/>
    <p:sldId id="415" r:id="rId52"/>
    <p:sldId id="400" r:id="rId53"/>
    <p:sldId id="416" r:id="rId54"/>
    <p:sldId id="417" r:id="rId55"/>
    <p:sldId id="418" r:id="rId56"/>
    <p:sldId id="419" r:id="rId57"/>
    <p:sldId id="420" r:id="rId58"/>
    <p:sldId id="421" r:id="rId59"/>
    <p:sldId id="454" r:id="rId60"/>
    <p:sldId id="430" r:id="rId61"/>
    <p:sldId id="431" r:id="rId62"/>
    <p:sldId id="432" r:id="rId63"/>
    <p:sldId id="443" r:id="rId64"/>
    <p:sldId id="444" r:id="rId65"/>
    <p:sldId id="433" r:id="rId66"/>
    <p:sldId id="424" r:id="rId67"/>
    <p:sldId id="427" r:id="rId68"/>
    <p:sldId id="425" r:id="rId69"/>
    <p:sldId id="428" r:id="rId70"/>
    <p:sldId id="426" r:id="rId71"/>
    <p:sldId id="429" r:id="rId72"/>
    <p:sldId id="271" r:id="rId73"/>
  </p:sldIdLst>
  <p:sldSz cx="10080625" cy="7559675"/>
  <p:notesSz cx="7772400" cy="10058400"/>
  <p:defaultTextStyle>
    <a:defPPr>
      <a:defRPr lang="en-GB"/>
    </a:defPPr>
    <a:lvl1pPr algn="l" defTabSz="457200" rtl="0" eaLnBrk="0" fontAlgn="base" hangingPunct="0">
      <a:spcBef>
        <a:spcPct val="0"/>
      </a:spcBef>
      <a:spcAft>
        <a:spcPct val="0"/>
      </a:spcAft>
      <a:defRPr kern="1200">
        <a:solidFill>
          <a:schemeClr val="bg1"/>
        </a:solidFill>
        <a:latin typeface="Arial" panose="020B0604020202020204" pitchFamily="34" charset="0"/>
        <a:ea typeface="Microsoft YaHei" panose="020B0503020204020204" pitchFamily="34" charset="-122"/>
        <a:cs typeface="+mn-cs"/>
      </a:defRPr>
    </a:lvl1pPr>
    <a:lvl2pPr marL="742950" indent="-285750" algn="l" defTabSz="457200" rtl="0" eaLnBrk="0" fontAlgn="base" hangingPunct="0">
      <a:spcBef>
        <a:spcPct val="0"/>
      </a:spcBef>
      <a:spcAft>
        <a:spcPct val="0"/>
      </a:spcAft>
      <a:defRPr kern="1200">
        <a:solidFill>
          <a:schemeClr val="bg1"/>
        </a:solidFill>
        <a:latin typeface="Arial" panose="020B0604020202020204" pitchFamily="34" charset="0"/>
        <a:ea typeface="Microsoft YaHei" panose="020B0503020204020204" pitchFamily="34" charset="-122"/>
        <a:cs typeface="+mn-cs"/>
      </a:defRPr>
    </a:lvl2pPr>
    <a:lvl3pPr marL="1143000" indent="-228600" algn="l" defTabSz="457200" rtl="0" eaLnBrk="0" fontAlgn="base" hangingPunct="0">
      <a:spcBef>
        <a:spcPct val="0"/>
      </a:spcBef>
      <a:spcAft>
        <a:spcPct val="0"/>
      </a:spcAft>
      <a:defRPr kern="1200">
        <a:solidFill>
          <a:schemeClr val="bg1"/>
        </a:solidFill>
        <a:latin typeface="Arial" panose="020B0604020202020204" pitchFamily="34" charset="0"/>
        <a:ea typeface="Microsoft YaHei" panose="020B0503020204020204" pitchFamily="34" charset="-122"/>
        <a:cs typeface="+mn-cs"/>
      </a:defRPr>
    </a:lvl3pPr>
    <a:lvl4pPr marL="1600200" indent="-228600" algn="l" defTabSz="457200" rtl="0" eaLnBrk="0" fontAlgn="base" hangingPunct="0">
      <a:spcBef>
        <a:spcPct val="0"/>
      </a:spcBef>
      <a:spcAft>
        <a:spcPct val="0"/>
      </a:spcAft>
      <a:defRPr kern="1200">
        <a:solidFill>
          <a:schemeClr val="bg1"/>
        </a:solidFill>
        <a:latin typeface="Arial" panose="020B0604020202020204" pitchFamily="34" charset="0"/>
        <a:ea typeface="Microsoft YaHei" panose="020B0503020204020204" pitchFamily="34" charset="-122"/>
        <a:cs typeface="+mn-cs"/>
      </a:defRPr>
    </a:lvl4pPr>
    <a:lvl5pPr marL="2057400" indent="-228600" algn="l" defTabSz="457200" rtl="0" eaLnBrk="0" fontAlgn="base" hangingPunct="0">
      <a:spcBef>
        <a:spcPct val="0"/>
      </a:spcBef>
      <a:spcAft>
        <a:spcPct val="0"/>
      </a:spcAft>
      <a:defRPr kern="1200">
        <a:solidFill>
          <a:schemeClr val="bg1"/>
        </a:solidFill>
        <a:latin typeface="Arial" panose="020B0604020202020204" pitchFamily="34" charset="0"/>
        <a:ea typeface="Microsoft YaHei" panose="020B0503020204020204" pitchFamily="34" charset="-122"/>
        <a:cs typeface="+mn-cs"/>
      </a:defRPr>
    </a:lvl5pPr>
    <a:lvl6pPr marL="2286000" algn="l" defTabSz="914400" rtl="0" eaLnBrk="1" latinLnBrk="0" hangingPunct="1">
      <a:defRPr kern="1200">
        <a:solidFill>
          <a:schemeClr val="bg1"/>
        </a:solidFill>
        <a:latin typeface="Arial" panose="020B0604020202020204" pitchFamily="34" charset="0"/>
        <a:ea typeface="Microsoft YaHei" panose="020B0503020204020204" pitchFamily="34" charset="-122"/>
        <a:cs typeface="+mn-cs"/>
      </a:defRPr>
    </a:lvl6pPr>
    <a:lvl7pPr marL="2743200" algn="l" defTabSz="914400" rtl="0" eaLnBrk="1" latinLnBrk="0" hangingPunct="1">
      <a:defRPr kern="1200">
        <a:solidFill>
          <a:schemeClr val="bg1"/>
        </a:solidFill>
        <a:latin typeface="Arial" panose="020B0604020202020204" pitchFamily="34" charset="0"/>
        <a:ea typeface="Microsoft YaHei" panose="020B0503020204020204" pitchFamily="34" charset="-122"/>
        <a:cs typeface="+mn-cs"/>
      </a:defRPr>
    </a:lvl7pPr>
    <a:lvl8pPr marL="3200400" algn="l" defTabSz="914400" rtl="0" eaLnBrk="1" latinLnBrk="0" hangingPunct="1">
      <a:defRPr kern="1200">
        <a:solidFill>
          <a:schemeClr val="bg1"/>
        </a:solidFill>
        <a:latin typeface="Arial" panose="020B0604020202020204" pitchFamily="34" charset="0"/>
        <a:ea typeface="Microsoft YaHei" panose="020B0503020204020204" pitchFamily="34" charset="-122"/>
        <a:cs typeface="+mn-cs"/>
      </a:defRPr>
    </a:lvl8pPr>
    <a:lvl9pPr marL="3657600" algn="l" defTabSz="914400" rtl="0" eaLnBrk="1" latinLnBrk="0" hangingPunct="1">
      <a:defRPr kern="1200">
        <a:solidFill>
          <a:schemeClr val="bg1"/>
        </a:solidFill>
        <a:latin typeface="Arial" panose="020B0604020202020204" pitchFamily="34" charset="0"/>
        <a:ea typeface="Microsoft YaHei" panose="020B0503020204020204" pitchFamily="34" charset="-122"/>
        <a:cs typeface="+mn-cs"/>
      </a:defRPr>
    </a:lvl9pPr>
  </p:defaultTextStyle>
  <p:extLst>
    <p:ext uri="{EFAFB233-063F-42B5-8137-9DF3F51BA10A}">
      <p15:sldGuideLst xmlns:p15="http://schemas.microsoft.com/office/powerpoint/2012/main">
        <p15:guide id="1" orient="horz" pos="216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schemeClr val="tx1"/>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0"/>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howGuides="1">
      <p:cViewPr varScale="1">
        <p:scale>
          <a:sx n="56" d="100"/>
          <a:sy n="56" d="100"/>
        </p:scale>
        <p:origin x="1416" y="44"/>
      </p:cViewPr>
      <p:guideLst>
        <p:guide orient="horz" pos="2160"/>
        <p:guide pos="2880"/>
      </p:guideLst>
    </p:cSldViewPr>
  </p:slideViewPr>
  <p:outlineViewPr>
    <p:cViewPr varScale="1">
      <p:scale>
        <a:sx n="170" d="200"/>
        <a:sy n="170" d="200"/>
      </p:scale>
      <p:origin x="-780" y="-84"/>
    </p:cViewPr>
  </p:outlineViewPr>
  <p:notesTextViewPr>
    <p:cViewPr>
      <p:scale>
        <a:sx n="1" d="1"/>
        <a:sy n="1" d="1"/>
      </p:scale>
      <p:origin x="0" y="0"/>
    </p:cViewPr>
  </p:notesTextViewPr>
  <p:notesViewPr>
    <p:cSldViewPr>
      <p:cViewPr varScale="1">
        <p:scale>
          <a:sx n="59" d="100"/>
          <a:sy n="59" d="100"/>
        </p:scale>
        <p:origin x="-1752" y="-72"/>
      </p:cViewPr>
      <p:guideLst>
        <p:guide orient="horz" pos="2880"/>
        <p:guide pos="2160"/>
      </p:guideLst>
    </p:cSldViewPr>
  </p:notes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6" Type="http://schemas.openxmlformats.org/officeDocument/2006/relationships/tableStyles" Target="tableStyles.xml"/><Relationship Id="rId75" Type="http://schemas.openxmlformats.org/officeDocument/2006/relationships/viewProps" Target="viewProps.xml"/><Relationship Id="rId74" Type="http://schemas.openxmlformats.org/officeDocument/2006/relationships/presProps" Target="presProps.xml"/><Relationship Id="rId73" Type="http://schemas.openxmlformats.org/officeDocument/2006/relationships/slide" Target="slides/slide70.xml"/><Relationship Id="rId72" Type="http://schemas.openxmlformats.org/officeDocument/2006/relationships/slide" Target="slides/slide69.xml"/><Relationship Id="rId71" Type="http://schemas.openxmlformats.org/officeDocument/2006/relationships/slide" Target="slides/slide68.xml"/><Relationship Id="rId70" Type="http://schemas.openxmlformats.org/officeDocument/2006/relationships/slide" Target="slides/slide67.xml"/><Relationship Id="rId7" Type="http://schemas.openxmlformats.org/officeDocument/2006/relationships/slide" Target="slides/slide4.xml"/><Relationship Id="rId69" Type="http://schemas.openxmlformats.org/officeDocument/2006/relationships/slide" Target="slides/slide66.xml"/><Relationship Id="rId68" Type="http://schemas.openxmlformats.org/officeDocument/2006/relationships/slide" Target="slides/slide65.xml"/><Relationship Id="rId67" Type="http://schemas.openxmlformats.org/officeDocument/2006/relationships/slide" Target="slides/slide64.xml"/><Relationship Id="rId66" Type="http://schemas.openxmlformats.org/officeDocument/2006/relationships/slide" Target="slides/slide63.xml"/><Relationship Id="rId65" Type="http://schemas.openxmlformats.org/officeDocument/2006/relationships/slide" Target="slides/slide62.xml"/><Relationship Id="rId64" Type="http://schemas.openxmlformats.org/officeDocument/2006/relationships/slide" Target="slides/slide61.xml"/><Relationship Id="rId63" Type="http://schemas.openxmlformats.org/officeDocument/2006/relationships/slide" Target="slides/slide60.xml"/><Relationship Id="rId62" Type="http://schemas.openxmlformats.org/officeDocument/2006/relationships/slide" Target="slides/slide59.xml"/><Relationship Id="rId61" Type="http://schemas.openxmlformats.org/officeDocument/2006/relationships/slide" Target="slides/slide58.xml"/><Relationship Id="rId60" Type="http://schemas.openxmlformats.org/officeDocument/2006/relationships/slide" Target="slides/slide57.xml"/><Relationship Id="rId6" Type="http://schemas.openxmlformats.org/officeDocument/2006/relationships/slide" Target="slides/slide3.xml"/><Relationship Id="rId59" Type="http://schemas.openxmlformats.org/officeDocument/2006/relationships/slide" Target="slides/slide56.xml"/><Relationship Id="rId58" Type="http://schemas.openxmlformats.org/officeDocument/2006/relationships/slide" Target="slides/slide55.xml"/><Relationship Id="rId57" Type="http://schemas.openxmlformats.org/officeDocument/2006/relationships/slide" Target="slides/slide54.xml"/><Relationship Id="rId56" Type="http://schemas.openxmlformats.org/officeDocument/2006/relationships/slide" Target="slides/slide53.xml"/><Relationship Id="rId55" Type="http://schemas.openxmlformats.org/officeDocument/2006/relationships/slide" Target="slides/slide52.xml"/><Relationship Id="rId54" Type="http://schemas.openxmlformats.org/officeDocument/2006/relationships/slide" Target="slides/slide51.xml"/><Relationship Id="rId53" Type="http://schemas.openxmlformats.org/officeDocument/2006/relationships/slide" Target="slides/slide50.xml"/><Relationship Id="rId52" Type="http://schemas.openxmlformats.org/officeDocument/2006/relationships/slide" Target="slides/slide49.xml"/><Relationship Id="rId51" Type="http://schemas.openxmlformats.org/officeDocument/2006/relationships/slide" Target="slides/slide48.xml"/><Relationship Id="rId50" Type="http://schemas.openxmlformats.org/officeDocument/2006/relationships/slide" Target="slides/slide47.xml"/><Relationship Id="rId5" Type="http://schemas.openxmlformats.org/officeDocument/2006/relationships/slide" Target="slides/slide2.xml"/><Relationship Id="rId49" Type="http://schemas.openxmlformats.org/officeDocument/2006/relationships/slide" Target="slides/slide46.xml"/><Relationship Id="rId48" Type="http://schemas.openxmlformats.org/officeDocument/2006/relationships/slide" Target="slides/slide45.xml"/><Relationship Id="rId47" Type="http://schemas.openxmlformats.org/officeDocument/2006/relationships/slide" Target="slides/slide44.xml"/><Relationship Id="rId46" Type="http://schemas.openxmlformats.org/officeDocument/2006/relationships/slide" Target="slides/slide43.xml"/><Relationship Id="rId45" Type="http://schemas.openxmlformats.org/officeDocument/2006/relationships/slide" Target="slides/slide42.xml"/><Relationship Id="rId44" Type="http://schemas.openxmlformats.org/officeDocument/2006/relationships/slide" Target="slides/slide41.xml"/><Relationship Id="rId43" Type="http://schemas.openxmlformats.org/officeDocument/2006/relationships/slide" Target="slides/slide40.xml"/><Relationship Id="rId42" Type="http://schemas.openxmlformats.org/officeDocument/2006/relationships/slide" Target="slides/slide39.xml"/><Relationship Id="rId41" Type="http://schemas.openxmlformats.org/officeDocument/2006/relationships/slide" Target="slides/slide38.xml"/><Relationship Id="rId40" Type="http://schemas.openxmlformats.org/officeDocument/2006/relationships/slide" Target="slides/slide37.xml"/><Relationship Id="rId4" Type="http://schemas.openxmlformats.org/officeDocument/2006/relationships/notesMaster" Target="notesMasters/notesMaster1.xml"/><Relationship Id="rId39" Type="http://schemas.openxmlformats.org/officeDocument/2006/relationships/slide" Target="slides/slide36.xml"/><Relationship Id="rId38" Type="http://schemas.openxmlformats.org/officeDocument/2006/relationships/slide" Target="slides/slide35.xml"/><Relationship Id="rId37" Type="http://schemas.openxmlformats.org/officeDocument/2006/relationships/slide" Target="slides/slide34.xml"/><Relationship Id="rId36" Type="http://schemas.openxmlformats.org/officeDocument/2006/relationships/slide" Target="slides/slide33.xml"/><Relationship Id="rId35" Type="http://schemas.openxmlformats.org/officeDocument/2006/relationships/slide" Target="slides/slide32.xml"/><Relationship Id="rId34" Type="http://schemas.openxmlformats.org/officeDocument/2006/relationships/slide" Target="slides/slide31.xml"/><Relationship Id="rId33" Type="http://schemas.openxmlformats.org/officeDocument/2006/relationships/slide" Target="slides/slide30.xml"/><Relationship Id="rId32" Type="http://schemas.openxmlformats.org/officeDocument/2006/relationships/slide" Target="slides/slide29.xml"/><Relationship Id="rId31" Type="http://schemas.openxmlformats.org/officeDocument/2006/relationships/slide" Target="slides/slide28.xml"/><Relationship Id="rId30" Type="http://schemas.openxmlformats.org/officeDocument/2006/relationships/slide" Target="slides/slide27.xml"/><Relationship Id="rId3" Type="http://schemas.openxmlformats.org/officeDocument/2006/relationships/slide" Target="slides/slide1.xml"/><Relationship Id="rId29" Type="http://schemas.openxmlformats.org/officeDocument/2006/relationships/slide" Target="slides/slide26.xml"/><Relationship Id="rId28" Type="http://schemas.openxmlformats.org/officeDocument/2006/relationships/slide" Target="slides/slide25.xml"/><Relationship Id="rId27" Type="http://schemas.openxmlformats.org/officeDocument/2006/relationships/slide" Target="slides/slide24.xml"/><Relationship Id="rId26" Type="http://schemas.openxmlformats.org/officeDocument/2006/relationships/slide" Target="slides/slide23.xml"/><Relationship Id="rId25" Type="http://schemas.openxmlformats.org/officeDocument/2006/relationships/slide" Target="slides/slide22.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050" name="AutoShape 1"/>
          <p:cNvSpPr>
            <a:spLocks noChangeArrowheads="1"/>
          </p:cNvSpPr>
          <p:nvPr/>
        </p:nvSpPr>
        <p:spPr bwMode="auto">
          <a:xfrm>
            <a:off x="0" y="0"/>
            <a:ext cx="7772400" cy="10058400"/>
          </a:xfrm>
          <a:prstGeom prst="roundRect">
            <a:avLst>
              <a:gd name="adj" fmla="val 19"/>
            </a:avLst>
          </a:prstGeom>
          <a:solidFill>
            <a:srgbClr val="FFFFFF"/>
          </a:solidFill>
          <a:ln>
            <a:noFill/>
          </a:ln>
          <a:effectLst/>
          <a:extLst>
            <a:ext uri="{91240B29-F687-4F45-9708-019B960494DF}">
              <a14:hiddenLine xmlns:a14="http://schemas.microsoft.com/office/drawing/2010/main" w="9360">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eaLnBrk="1">
              <a:lnSpc>
                <a:spcPct val="93000"/>
              </a:lnSpc>
              <a:buClr>
                <a:srgbClr val="000000"/>
              </a:buClr>
              <a:buSzPct val="100000"/>
              <a:buFont typeface="Times New Roman" panose="02020603050405020304" pitchFamily="16" charset="0"/>
              <a:buNone/>
            </a:pPr>
            <a:endParaRPr lang="en-IN" altLang="en-US"/>
          </a:p>
        </p:txBody>
      </p:sp>
      <p:sp>
        <p:nvSpPr>
          <p:cNvPr id="2051" name="AutoShape 2"/>
          <p:cNvSpPr>
            <a:spLocks noChangeArrowheads="1"/>
          </p:cNvSpPr>
          <p:nvPr/>
        </p:nvSpPr>
        <p:spPr bwMode="auto">
          <a:xfrm>
            <a:off x="0" y="0"/>
            <a:ext cx="7772400" cy="10058400"/>
          </a:xfrm>
          <a:prstGeom prst="roundRect">
            <a:avLst>
              <a:gd name="adj" fmla="val 19"/>
            </a:avLst>
          </a:prstGeom>
          <a:solidFill>
            <a:srgbClr val="FFFFFF"/>
          </a:solidFill>
          <a:ln>
            <a:noFill/>
          </a:ln>
          <a:effectLst/>
          <a:extLst>
            <a:ext uri="{91240B29-F687-4F45-9708-019B960494DF}">
              <a14:hiddenLine xmlns:a14="http://schemas.microsoft.com/office/drawing/2010/main" w="9525">
                <a:solidFill>
                  <a:srgbClr val="000000"/>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eaLnBrk="1">
              <a:lnSpc>
                <a:spcPct val="93000"/>
              </a:lnSpc>
              <a:buClr>
                <a:srgbClr val="000000"/>
              </a:buClr>
              <a:buSzPct val="100000"/>
              <a:buFont typeface="Times New Roman" panose="02020603050405020304" pitchFamily="16" charset="0"/>
              <a:buNone/>
            </a:pPr>
            <a:endParaRPr lang="en-IN" altLang="en-US"/>
          </a:p>
        </p:txBody>
      </p:sp>
      <p:sp>
        <p:nvSpPr>
          <p:cNvPr id="2052" name="Rectangle 3"/>
          <p:cNvSpPr>
            <a:spLocks noGrp="1" noRot="1" noChangeAspect="1" noChangeArrowheads="1"/>
          </p:cNvSpPr>
          <p:nvPr>
            <p:ph type="sldImg"/>
          </p:nvPr>
        </p:nvSpPr>
        <p:spPr bwMode="auto">
          <a:xfrm>
            <a:off x="1371600" y="763588"/>
            <a:ext cx="5024438" cy="376713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sp>
      <p:sp>
        <p:nvSpPr>
          <p:cNvPr id="2" name="Rectangle 4"/>
          <p:cNvSpPr>
            <a:spLocks noGrp="1" noChangeArrowheads="1"/>
          </p:cNvSpPr>
          <p:nvPr>
            <p:ph type="body"/>
          </p:nvPr>
        </p:nvSpPr>
        <p:spPr bwMode="auto">
          <a:xfrm>
            <a:off x="777875" y="4776788"/>
            <a:ext cx="6213475" cy="4521200"/>
          </a:xfrm>
          <a:prstGeom prst="rect">
            <a:avLst/>
          </a:prstGeom>
          <a:noFill/>
          <a:ln>
            <a:noFill/>
          </a:ln>
          <a:effectLst/>
        </p:spPr>
        <p:txBody>
          <a:bodyPr vert="horz" wrap="square" lIns="0" tIns="0" rIns="0" bIns="0" numCol="1" anchor="t" anchorCtr="0" compatLnSpc="1"/>
          <a:lstStyle/>
          <a:p>
            <a:pPr lvl="0"/>
            <a:endParaRPr lang="en-US" altLang="en-US" noProof="0"/>
          </a:p>
        </p:txBody>
      </p:sp>
      <p:sp>
        <p:nvSpPr>
          <p:cNvPr id="2053" name="Rectangle 5"/>
          <p:cNvSpPr>
            <a:spLocks noGrp="1" noChangeArrowheads="1"/>
          </p:cNvSpPr>
          <p:nvPr>
            <p:ph type="hdr"/>
          </p:nvPr>
        </p:nvSpPr>
        <p:spPr bwMode="auto">
          <a:xfrm>
            <a:off x="0" y="0"/>
            <a:ext cx="3368675" cy="498475"/>
          </a:xfrm>
          <a:prstGeom prst="rect">
            <a:avLst/>
          </a:prstGeom>
          <a:noFill/>
          <a:ln>
            <a:noFill/>
          </a:ln>
          <a:effectLst/>
        </p:spPr>
        <p:txBody>
          <a:bodyPr vert="horz" wrap="square" lIns="0" tIns="0" rIns="0" bIns="0" numCol="1" anchor="t" anchorCtr="0" compatLnSpc="1"/>
          <a:lstStyle>
            <a:lvl1pPr eaLnBrk="1">
              <a:lnSpc>
                <a:spcPct val="95000"/>
              </a:lnSpc>
              <a:buClrTx/>
              <a:buSzPct val="100000"/>
              <a:buFontTx/>
              <a:buNone/>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400">
                <a:solidFill>
                  <a:srgbClr val="000000"/>
                </a:solidFill>
                <a:latin typeface="Times New Roman" panose="02020603050405020304" pitchFamily="16" charset="0"/>
                <a:ea typeface="Microsoft YaHei" panose="020B0503020204020204" pitchFamily="34" charset="-122"/>
                <a:cs typeface="Arial Unicode MS" charset="0"/>
              </a:defRPr>
            </a:lvl1pPr>
          </a:lstStyle>
          <a:p>
            <a:pPr>
              <a:defRPr/>
            </a:pPr>
            <a:endParaRPr lang="en-US" altLang="en-US"/>
          </a:p>
        </p:txBody>
      </p:sp>
      <p:sp>
        <p:nvSpPr>
          <p:cNvPr id="2054" name="Rectangle 6"/>
          <p:cNvSpPr>
            <a:spLocks noGrp="1" noChangeArrowheads="1"/>
          </p:cNvSpPr>
          <p:nvPr>
            <p:ph type="dt"/>
          </p:nvPr>
        </p:nvSpPr>
        <p:spPr bwMode="auto">
          <a:xfrm>
            <a:off x="4398963" y="0"/>
            <a:ext cx="3368675" cy="498475"/>
          </a:xfrm>
          <a:prstGeom prst="rect">
            <a:avLst/>
          </a:prstGeom>
          <a:noFill/>
          <a:ln>
            <a:noFill/>
          </a:ln>
          <a:effectLst/>
        </p:spPr>
        <p:txBody>
          <a:bodyPr vert="horz" wrap="square" lIns="0" tIns="0" rIns="0" bIns="0" numCol="1" anchor="t" anchorCtr="0" compatLnSpc="1"/>
          <a:lstStyle>
            <a:lvl1pPr algn="r" eaLnBrk="1">
              <a:lnSpc>
                <a:spcPct val="95000"/>
              </a:lnSpc>
              <a:buClrTx/>
              <a:buSzPct val="100000"/>
              <a:buFontTx/>
              <a:buNone/>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400">
                <a:solidFill>
                  <a:srgbClr val="000000"/>
                </a:solidFill>
                <a:latin typeface="Times New Roman" panose="02020603050405020304" pitchFamily="16" charset="0"/>
                <a:ea typeface="Microsoft YaHei" panose="020B0503020204020204" pitchFamily="34" charset="-122"/>
                <a:cs typeface="Arial Unicode MS" charset="0"/>
              </a:defRPr>
            </a:lvl1pPr>
          </a:lstStyle>
          <a:p>
            <a:pPr>
              <a:defRPr/>
            </a:pPr>
            <a:endParaRPr lang="en-US" altLang="en-US"/>
          </a:p>
        </p:txBody>
      </p:sp>
      <p:sp>
        <p:nvSpPr>
          <p:cNvPr id="2055" name="Rectangle 7"/>
          <p:cNvSpPr>
            <a:spLocks noGrp="1" noChangeArrowheads="1"/>
          </p:cNvSpPr>
          <p:nvPr>
            <p:ph type="ftr"/>
          </p:nvPr>
        </p:nvSpPr>
        <p:spPr bwMode="auto">
          <a:xfrm>
            <a:off x="0" y="9555163"/>
            <a:ext cx="3368675" cy="498475"/>
          </a:xfrm>
          <a:prstGeom prst="rect">
            <a:avLst/>
          </a:prstGeom>
          <a:noFill/>
          <a:ln>
            <a:noFill/>
          </a:ln>
          <a:effectLst/>
        </p:spPr>
        <p:txBody>
          <a:bodyPr vert="horz" wrap="square" lIns="0" tIns="0" rIns="0" bIns="0" numCol="1" anchor="b" anchorCtr="0" compatLnSpc="1"/>
          <a:lstStyle>
            <a:lvl1pPr eaLnBrk="1">
              <a:lnSpc>
                <a:spcPct val="95000"/>
              </a:lnSpc>
              <a:buClrTx/>
              <a:buSzPct val="100000"/>
              <a:buFontTx/>
              <a:buNone/>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400">
                <a:solidFill>
                  <a:srgbClr val="000000"/>
                </a:solidFill>
                <a:latin typeface="Times New Roman" panose="02020603050405020304" pitchFamily="16" charset="0"/>
                <a:ea typeface="Microsoft YaHei" panose="020B0503020204020204" pitchFamily="34" charset="-122"/>
                <a:cs typeface="Arial Unicode MS" charset="0"/>
              </a:defRPr>
            </a:lvl1pPr>
          </a:lstStyle>
          <a:p>
            <a:pPr>
              <a:defRPr/>
            </a:pPr>
            <a:endParaRPr lang="en-US" altLang="en-US"/>
          </a:p>
        </p:txBody>
      </p:sp>
      <p:sp>
        <p:nvSpPr>
          <p:cNvPr id="2056" name="Rectangle 8"/>
          <p:cNvSpPr>
            <a:spLocks noGrp="1" noChangeArrowheads="1"/>
          </p:cNvSpPr>
          <p:nvPr>
            <p:ph type="sldNum"/>
          </p:nvPr>
        </p:nvSpPr>
        <p:spPr bwMode="auto">
          <a:xfrm>
            <a:off x="4398963" y="9555163"/>
            <a:ext cx="3368675" cy="498475"/>
          </a:xfrm>
          <a:prstGeom prst="rect">
            <a:avLst/>
          </a:prstGeom>
          <a:noFill/>
          <a:ln>
            <a:noFill/>
          </a:ln>
          <a:effectLst/>
        </p:spPr>
        <p:txBody>
          <a:bodyPr vert="horz" wrap="square" lIns="0" tIns="0" rIns="0" bIns="0" numCol="1" anchor="b" anchorCtr="0" compatLnSpc="1"/>
          <a:lstStyle>
            <a:lvl1pPr algn="r" eaLnBrk="1">
              <a:lnSpc>
                <a:spcPct val="95000"/>
              </a:lnSpc>
              <a:buSzPct val="10000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400">
                <a:solidFill>
                  <a:srgbClr val="000000"/>
                </a:solidFill>
                <a:latin typeface="Times New Roman" panose="02020603050405020304" pitchFamily="16" charset="0"/>
                <a:ea typeface="Arial Unicode MS" pitchFamily="34" charset="-128"/>
              </a:defRPr>
            </a:lvl1pPr>
          </a:lstStyle>
          <a:p>
            <a:pPr>
              <a:defRPr/>
            </a:pPr>
            <a:fld id="{110BD0DF-1081-4250-A734-F6D5AF978838}" type="slidenum">
              <a:rPr lang="en-US" altLang="en-US"/>
            </a:fld>
            <a:endParaRPr lang="en-US" altLang="en-US"/>
          </a:p>
        </p:txBody>
      </p:sp>
    </p:spTree>
  </p:cSld>
  <p:clrMap bg1="lt1" tx1="dk1" bg2="lt2" tx2="dk2" accent1="accent1" accent2="accent2" accent3="accent3" accent4="accent4" accent5="accent5" accent6="accent6" hlink="hlink" folHlink="folHlink"/>
  <p:notesStyle>
    <a:lvl1pPr algn="l" defTabSz="457200" rtl="0" eaLnBrk="0" fontAlgn="base" hangingPunct="0">
      <a:spcBef>
        <a:spcPct val="30000"/>
      </a:spcBef>
      <a:spcAft>
        <a:spcPct val="0"/>
      </a:spcAft>
      <a:buClr>
        <a:srgbClr val="000000"/>
      </a:buClr>
      <a:buSzPct val="100000"/>
      <a:buFont typeface="Times New Roman" panose="02020603050405020304" pitchFamily="16" charset="0"/>
      <a:defRPr sz="1200" kern="1200">
        <a:solidFill>
          <a:srgbClr val="000000"/>
        </a:solidFill>
        <a:latin typeface="Times New Roman" panose="02020603050405020304" pitchFamily="16" charset="0"/>
        <a:ea typeface="+mn-ea"/>
        <a:cs typeface="+mn-cs"/>
      </a:defRPr>
    </a:lvl1pPr>
    <a:lvl2pPr marL="742950" indent="-285750" algn="l" defTabSz="457200" rtl="0" eaLnBrk="0" fontAlgn="base" hangingPunct="0">
      <a:spcBef>
        <a:spcPct val="30000"/>
      </a:spcBef>
      <a:spcAft>
        <a:spcPct val="0"/>
      </a:spcAft>
      <a:buClr>
        <a:srgbClr val="000000"/>
      </a:buClr>
      <a:buSzPct val="100000"/>
      <a:buFont typeface="Times New Roman" panose="02020603050405020304" pitchFamily="16" charset="0"/>
      <a:defRPr sz="1200" kern="1200">
        <a:solidFill>
          <a:srgbClr val="000000"/>
        </a:solidFill>
        <a:latin typeface="Times New Roman" panose="02020603050405020304" pitchFamily="16" charset="0"/>
        <a:ea typeface="+mn-ea"/>
        <a:cs typeface="+mn-cs"/>
      </a:defRPr>
    </a:lvl2pPr>
    <a:lvl3pPr marL="1143000" indent="-228600" algn="l" defTabSz="457200" rtl="0" eaLnBrk="0" fontAlgn="base" hangingPunct="0">
      <a:spcBef>
        <a:spcPct val="30000"/>
      </a:spcBef>
      <a:spcAft>
        <a:spcPct val="0"/>
      </a:spcAft>
      <a:buClr>
        <a:srgbClr val="000000"/>
      </a:buClr>
      <a:buSzPct val="100000"/>
      <a:buFont typeface="Times New Roman" panose="02020603050405020304" pitchFamily="16" charset="0"/>
      <a:defRPr sz="1200" kern="1200">
        <a:solidFill>
          <a:srgbClr val="000000"/>
        </a:solidFill>
        <a:latin typeface="Times New Roman" panose="02020603050405020304" pitchFamily="16" charset="0"/>
        <a:ea typeface="+mn-ea"/>
        <a:cs typeface="+mn-cs"/>
      </a:defRPr>
    </a:lvl3pPr>
    <a:lvl4pPr marL="1600200" indent="-228600" algn="l" defTabSz="457200" rtl="0" eaLnBrk="0" fontAlgn="base" hangingPunct="0">
      <a:spcBef>
        <a:spcPct val="30000"/>
      </a:spcBef>
      <a:spcAft>
        <a:spcPct val="0"/>
      </a:spcAft>
      <a:buClr>
        <a:srgbClr val="000000"/>
      </a:buClr>
      <a:buSzPct val="100000"/>
      <a:buFont typeface="Times New Roman" panose="02020603050405020304" pitchFamily="16" charset="0"/>
      <a:defRPr sz="1200" kern="1200">
        <a:solidFill>
          <a:srgbClr val="000000"/>
        </a:solidFill>
        <a:latin typeface="Times New Roman" panose="02020603050405020304" pitchFamily="16" charset="0"/>
        <a:ea typeface="+mn-ea"/>
        <a:cs typeface="+mn-cs"/>
      </a:defRPr>
    </a:lvl4pPr>
    <a:lvl5pPr marL="2057400" indent="-228600" algn="l" defTabSz="457200" rtl="0" eaLnBrk="0" fontAlgn="base" hangingPunct="0">
      <a:spcBef>
        <a:spcPct val="30000"/>
      </a:spcBef>
      <a:spcAft>
        <a:spcPct val="0"/>
      </a:spcAft>
      <a:buClr>
        <a:srgbClr val="000000"/>
      </a:buClr>
      <a:buSzPct val="100000"/>
      <a:buFont typeface="Times New Roman" panose="02020603050405020304" pitchFamily="16" charset="0"/>
      <a:defRPr sz="1200" kern="1200">
        <a:solidFill>
          <a:srgbClr val="000000"/>
        </a:solidFill>
        <a:latin typeface="Times New Roman" panose="02020603050405020304" pitchFamily="16"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1.xml"/></Relationships>
</file>

<file path=ppt/notesSlides/_rels/notesSlide4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2.xml"/></Relationships>
</file>

<file path=ppt/notesSlides/_rels/notesSlide4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3.xml"/></Relationships>
</file>

<file path=ppt/notesSlides/_rels/notesSlide4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4.xml"/></Relationships>
</file>

<file path=ppt/notesSlides/_rels/notesSlide4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5.xml"/></Relationships>
</file>

<file path=ppt/notesSlides/_rels/notesSlide4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6.xml"/></Relationships>
</file>

<file path=ppt/notesSlides/_rels/notesSlide4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7.xml"/></Relationships>
</file>

<file path=ppt/notesSlides/_rels/notesSlide4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8.xml"/></Relationships>
</file>

<file path=ppt/notesSlides/_rels/notesSlide4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9.xml"/></Relationships>
</file>

<file path=ppt/notesSlides/_rels/notesSlide5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0.xml"/></Relationships>
</file>

<file path=ppt/notesSlides/_rels/notesSlide5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1.xml"/></Relationships>
</file>

<file path=ppt/notesSlides/_rels/notesSlide5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2.xml"/></Relationships>
</file>

<file path=ppt/notesSlides/_rels/notesSlide5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3.xml"/></Relationships>
</file>

<file path=ppt/notesSlides/_rels/notesSlide5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4.xml"/></Relationships>
</file>

<file path=ppt/notesSlides/_rels/notesSlide5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5.xml"/></Relationships>
</file>

<file path=ppt/notesSlides/_rels/notesSlide5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6.xml"/></Relationships>
</file>

<file path=ppt/notesSlides/_rels/notesSlide5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1.xml"/></Relationships>
</file>

<file path=ppt/notesSlides/_rels/notesSlide5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2.xml"/></Relationships>
</file>

<file path=ppt/notesSlides/_rels/notesSlide5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4.xml"/></Relationships>
</file>

<file path=ppt/notesSlides/_rels/notesSlide6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5.xml"/></Relationships>
</file>

<file path=ppt/notesSlides/_rels/notesSlide6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6.xml"/></Relationships>
</file>

<file path=ppt/notesSlides/_rels/notesSlide6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7.xml"/></Relationships>
</file>

<file path=ppt/notesSlides/_rels/notesSlide6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8.xml"/></Relationships>
</file>

<file path=ppt/notesSlides/_rels/notesSlide6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9.xml"/></Relationships>
</file>

<file path=ppt/notesSlides/_rels/notesSlide6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0.xml"/></Relationships>
</file>

<file path=ppt/notesSlides/notesSlide1.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4098" name="Rectangle 8"/>
          <p:cNvSpPr>
            <a:spLocks noGrp="1" noChangeArrowheads="1"/>
          </p:cNvSpPr>
          <p:nvPr>
            <p:ph type="sldNum"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30000"/>
              </a:spcBef>
              <a:buClr>
                <a:srgbClr val="000000"/>
              </a:buClr>
              <a:buSzPct val="100000"/>
              <a:buFont typeface="Times New Roman" panose="02020603050405020304" pitchFamily="16"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6" charset="0"/>
              </a:defRPr>
            </a:lvl1pPr>
            <a:lvl2pPr>
              <a:spcBef>
                <a:spcPct val="30000"/>
              </a:spcBef>
              <a:buClr>
                <a:srgbClr val="000000"/>
              </a:buClr>
              <a:buSzPct val="100000"/>
              <a:buFont typeface="Times New Roman" panose="02020603050405020304" pitchFamily="16"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6" charset="0"/>
              </a:defRPr>
            </a:lvl2pPr>
            <a:lvl3pPr>
              <a:spcBef>
                <a:spcPct val="30000"/>
              </a:spcBef>
              <a:buClr>
                <a:srgbClr val="000000"/>
              </a:buClr>
              <a:buSzPct val="100000"/>
              <a:buFont typeface="Times New Roman" panose="02020603050405020304" pitchFamily="16"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6" charset="0"/>
              </a:defRPr>
            </a:lvl3pPr>
            <a:lvl4pPr>
              <a:spcBef>
                <a:spcPct val="30000"/>
              </a:spcBef>
              <a:buClr>
                <a:srgbClr val="000000"/>
              </a:buClr>
              <a:buSzPct val="100000"/>
              <a:buFont typeface="Times New Roman" panose="02020603050405020304" pitchFamily="16"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6" charset="0"/>
              </a:defRPr>
            </a:lvl4pPr>
            <a:lvl5pPr>
              <a:spcBef>
                <a:spcPct val="30000"/>
              </a:spcBef>
              <a:buClr>
                <a:srgbClr val="000000"/>
              </a:buClr>
              <a:buSzPct val="100000"/>
              <a:buFont typeface="Times New Roman" panose="02020603050405020304" pitchFamily="16"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6" charset="0"/>
              </a:defRPr>
            </a:lvl5pPr>
            <a:lvl6pPr marL="2514600" indent="-228600" defTabSz="457200" eaLnBrk="0" fontAlgn="base" hangingPunct="0">
              <a:spcBef>
                <a:spcPct val="30000"/>
              </a:spcBef>
              <a:spcAft>
                <a:spcPct val="0"/>
              </a:spcAft>
              <a:buClr>
                <a:srgbClr val="000000"/>
              </a:buClr>
              <a:buSzPct val="100000"/>
              <a:buFont typeface="Times New Roman" panose="02020603050405020304" pitchFamily="16"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6" charset="0"/>
              </a:defRPr>
            </a:lvl6pPr>
            <a:lvl7pPr marL="2971800" indent="-228600" defTabSz="457200" eaLnBrk="0" fontAlgn="base" hangingPunct="0">
              <a:spcBef>
                <a:spcPct val="30000"/>
              </a:spcBef>
              <a:spcAft>
                <a:spcPct val="0"/>
              </a:spcAft>
              <a:buClr>
                <a:srgbClr val="000000"/>
              </a:buClr>
              <a:buSzPct val="100000"/>
              <a:buFont typeface="Times New Roman" panose="02020603050405020304" pitchFamily="16"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6" charset="0"/>
              </a:defRPr>
            </a:lvl7pPr>
            <a:lvl8pPr marL="3429000" indent="-228600" defTabSz="457200" eaLnBrk="0" fontAlgn="base" hangingPunct="0">
              <a:spcBef>
                <a:spcPct val="30000"/>
              </a:spcBef>
              <a:spcAft>
                <a:spcPct val="0"/>
              </a:spcAft>
              <a:buClr>
                <a:srgbClr val="000000"/>
              </a:buClr>
              <a:buSzPct val="100000"/>
              <a:buFont typeface="Times New Roman" panose="02020603050405020304" pitchFamily="16"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6" charset="0"/>
              </a:defRPr>
            </a:lvl8pPr>
            <a:lvl9pPr marL="3886200" indent="-228600" defTabSz="457200" eaLnBrk="0" fontAlgn="base" hangingPunct="0">
              <a:spcBef>
                <a:spcPct val="30000"/>
              </a:spcBef>
              <a:spcAft>
                <a:spcPct val="0"/>
              </a:spcAft>
              <a:buClr>
                <a:srgbClr val="000000"/>
              </a:buClr>
              <a:buSzPct val="100000"/>
              <a:buFont typeface="Times New Roman" panose="02020603050405020304" pitchFamily="16"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6" charset="0"/>
              </a:defRPr>
            </a:lvl9pPr>
          </a:lstStyle>
          <a:p>
            <a:pPr>
              <a:spcBef>
                <a:spcPct val="0"/>
              </a:spcBef>
              <a:buClrTx/>
              <a:buFontTx/>
              <a:buNone/>
            </a:pPr>
            <a:fld id="{167FF5A0-F7FB-48D6-B9A4-68A2847A7FE9}" type="slidenum">
              <a:rPr lang="en-US" altLang="en-US" sz="1400" smtClean="0"/>
            </a:fld>
            <a:endParaRPr lang="en-US" altLang="en-US" sz="1400"/>
          </a:p>
        </p:txBody>
      </p:sp>
      <p:sp>
        <p:nvSpPr>
          <p:cNvPr id="4099" name="Rectangle 1"/>
          <p:cNvSpPr>
            <a:spLocks noGrp="1" noRot="1" noChangeAspect="1" noChangeArrowheads="1" noTextEdit="1"/>
          </p:cNvSpPr>
          <p:nvPr>
            <p:ph type="sldImg"/>
          </p:nvPr>
        </p:nvSpPr>
        <p:spPr>
          <a:xfrm>
            <a:off x="1371600" y="763588"/>
            <a:ext cx="5029200" cy="3771900"/>
          </a:xfrm>
          <a:solidFill>
            <a:srgbClr val="FFFFFF"/>
          </a:solidFill>
          <a:ln>
            <a:solidFill>
              <a:srgbClr val="000000"/>
            </a:solidFill>
            <a:miter lim="800000"/>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4100" name="Rectangle 2"/>
          <p:cNvSpPr>
            <a:spLocks noGrp="1" noChangeArrowheads="1"/>
          </p:cNvSpPr>
          <p:nvPr>
            <p:ph type="body" idx="1"/>
          </p:nvPr>
        </p:nvSpPr>
        <p:spPr>
          <a:xfrm>
            <a:off x="777875" y="4776788"/>
            <a:ext cx="6218238" cy="4525962"/>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ltLang="en-US">
              <a:latin typeface="Times New Roman" panose="02020603050405020304" pitchFamily="16" charset="0"/>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6146" name="Rectangle 8"/>
          <p:cNvSpPr>
            <a:spLocks noGrp="1" noChangeArrowheads="1"/>
          </p:cNvSpPr>
          <p:nvPr>
            <p:ph type="sldNum"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30000"/>
              </a:spcBef>
              <a:buClr>
                <a:srgbClr val="000000"/>
              </a:buClr>
              <a:buSzPct val="100000"/>
              <a:buFont typeface="Times New Roman" panose="02020603050405020304" pitchFamily="16"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6" charset="0"/>
              </a:defRPr>
            </a:lvl1pPr>
            <a:lvl2pPr>
              <a:spcBef>
                <a:spcPct val="30000"/>
              </a:spcBef>
              <a:buClr>
                <a:srgbClr val="000000"/>
              </a:buClr>
              <a:buSzPct val="100000"/>
              <a:buFont typeface="Times New Roman" panose="02020603050405020304" pitchFamily="16"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6" charset="0"/>
              </a:defRPr>
            </a:lvl2pPr>
            <a:lvl3pPr>
              <a:spcBef>
                <a:spcPct val="30000"/>
              </a:spcBef>
              <a:buClr>
                <a:srgbClr val="000000"/>
              </a:buClr>
              <a:buSzPct val="100000"/>
              <a:buFont typeface="Times New Roman" panose="02020603050405020304" pitchFamily="16"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6" charset="0"/>
              </a:defRPr>
            </a:lvl3pPr>
            <a:lvl4pPr>
              <a:spcBef>
                <a:spcPct val="30000"/>
              </a:spcBef>
              <a:buClr>
                <a:srgbClr val="000000"/>
              </a:buClr>
              <a:buSzPct val="100000"/>
              <a:buFont typeface="Times New Roman" panose="02020603050405020304" pitchFamily="16"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6" charset="0"/>
              </a:defRPr>
            </a:lvl4pPr>
            <a:lvl5pPr>
              <a:spcBef>
                <a:spcPct val="30000"/>
              </a:spcBef>
              <a:buClr>
                <a:srgbClr val="000000"/>
              </a:buClr>
              <a:buSzPct val="100000"/>
              <a:buFont typeface="Times New Roman" panose="02020603050405020304" pitchFamily="16"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6" charset="0"/>
              </a:defRPr>
            </a:lvl5pPr>
            <a:lvl6pPr marL="2514600" indent="-228600" defTabSz="457200" eaLnBrk="0" fontAlgn="base" hangingPunct="0">
              <a:spcBef>
                <a:spcPct val="30000"/>
              </a:spcBef>
              <a:spcAft>
                <a:spcPct val="0"/>
              </a:spcAft>
              <a:buClr>
                <a:srgbClr val="000000"/>
              </a:buClr>
              <a:buSzPct val="100000"/>
              <a:buFont typeface="Times New Roman" panose="02020603050405020304" pitchFamily="16"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6" charset="0"/>
              </a:defRPr>
            </a:lvl6pPr>
            <a:lvl7pPr marL="2971800" indent="-228600" defTabSz="457200" eaLnBrk="0" fontAlgn="base" hangingPunct="0">
              <a:spcBef>
                <a:spcPct val="30000"/>
              </a:spcBef>
              <a:spcAft>
                <a:spcPct val="0"/>
              </a:spcAft>
              <a:buClr>
                <a:srgbClr val="000000"/>
              </a:buClr>
              <a:buSzPct val="100000"/>
              <a:buFont typeface="Times New Roman" panose="02020603050405020304" pitchFamily="16"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6" charset="0"/>
              </a:defRPr>
            </a:lvl7pPr>
            <a:lvl8pPr marL="3429000" indent="-228600" defTabSz="457200" eaLnBrk="0" fontAlgn="base" hangingPunct="0">
              <a:spcBef>
                <a:spcPct val="30000"/>
              </a:spcBef>
              <a:spcAft>
                <a:spcPct val="0"/>
              </a:spcAft>
              <a:buClr>
                <a:srgbClr val="000000"/>
              </a:buClr>
              <a:buSzPct val="100000"/>
              <a:buFont typeface="Times New Roman" panose="02020603050405020304" pitchFamily="16"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6" charset="0"/>
              </a:defRPr>
            </a:lvl8pPr>
            <a:lvl9pPr marL="3886200" indent="-228600" defTabSz="457200" eaLnBrk="0" fontAlgn="base" hangingPunct="0">
              <a:spcBef>
                <a:spcPct val="30000"/>
              </a:spcBef>
              <a:spcAft>
                <a:spcPct val="0"/>
              </a:spcAft>
              <a:buClr>
                <a:srgbClr val="000000"/>
              </a:buClr>
              <a:buSzPct val="100000"/>
              <a:buFont typeface="Times New Roman" panose="02020603050405020304" pitchFamily="16"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6" charset="0"/>
              </a:defRPr>
            </a:lvl9pPr>
          </a:lstStyle>
          <a:p>
            <a:pPr>
              <a:spcBef>
                <a:spcPct val="0"/>
              </a:spcBef>
              <a:buClrTx/>
              <a:buFontTx/>
              <a:buNone/>
            </a:pPr>
            <a:fld id="{4A1BFD48-8F88-4458-84ED-D30BB0A71177}" type="slidenum">
              <a:rPr lang="en-US" altLang="en-US" sz="1400" smtClean="0"/>
            </a:fld>
            <a:endParaRPr lang="en-US" altLang="en-US" sz="1400"/>
          </a:p>
        </p:txBody>
      </p:sp>
      <p:sp>
        <p:nvSpPr>
          <p:cNvPr id="6147" name="Rectangle 1"/>
          <p:cNvSpPr>
            <a:spLocks noGrp="1" noRot="1" noChangeAspect="1" noChangeArrowheads="1" noTextEdit="1"/>
          </p:cNvSpPr>
          <p:nvPr>
            <p:ph type="sldImg"/>
          </p:nvPr>
        </p:nvSpPr>
        <p:spPr>
          <a:xfrm>
            <a:off x="1371600" y="763588"/>
            <a:ext cx="5029200" cy="3771900"/>
          </a:xfrm>
          <a:solidFill>
            <a:srgbClr val="FFFFFF"/>
          </a:solidFill>
          <a:ln>
            <a:solidFill>
              <a:srgbClr val="000000"/>
            </a:solidFill>
            <a:miter lim="800000"/>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6148" name="Rectangle 2"/>
          <p:cNvSpPr>
            <a:spLocks noGrp="1" noChangeArrowheads="1"/>
          </p:cNvSpPr>
          <p:nvPr>
            <p:ph type="body" idx="1"/>
          </p:nvPr>
        </p:nvSpPr>
        <p:spPr>
          <a:xfrm>
            <a:off x="777875" y="4776788"/>
            <a:ext cx="6218238" cy="4525962"/>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ltLang="en-US">
              <a:latin typeface="Times New Roman" panose="02020603050405020304" pitchFamily="16" charset="0"/>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6146" name="Rectangle 8"/>
          <p:cNvSpPr>
            <a:spLocks noGrp="1" noChangeArrowheads="1"/>
          </p:cNvSpPr>
          <p:nvPr>
            <p:ph type="sldNum"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30000"/>
              </a:spcBef>
              <a:buClr>
                <a:srgbClr val="000000"/>
              </a:buClr>
              <a:buSzPct val="100000"/>
              <a:buFont typeface="Times New Roman" panose="02020603050405020304" pitchFamily="16"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6" charset="0"/>
              </a:defRPr>
            </a:lvl1pPr>
            <a:lvl2pPr>
              <a:spcBef>
                <a:spcPct val="30000"/>
              </a:spcBef>
              <a:buClr>
                <a:srgbClr val="000000"/>
              </a:buClr>
              <a:buSzPct val="100000"/>
              <a:buFont typeface="Times New Roman" panose="02020603050405020304" pitchFamily="16"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6" charset="0"/>
              </a:defRPr>
            </a:lvl2pPr>
            <a:lvl3pPr>
              <a:spcBef>
                <a:spcPct val="30000"/>
              </a:spcBef>
              <a:buClr>
                <a:srgbClr val="000000"/>
              </a:buClr>
              <a:buSzPct val="100000"/>
              <a:buFont typeface="Times New Roman" panose="02020603050405020304" pitchFamily="16"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6" charset="0"/>
              </a:defRPr>
            </a:lvl3pPr>
            <a:lvl4pPr>
              <a:spcBef>
                <a:spcPct val="30000"/>
              </a:spcBef>
              <a:buClr>
                <a:srgbClr val="000000"/>
              </a:buClr>
              <a:buSzPct val="100000"/>
              <a:buFont typeface="Times New Roman" panose="02020603050405020304" pitchFamily="16"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6" charset="0"/>
              </a:defRPr>
            </a:lvl4pPr>
            <a:lvl5pPr>
              <a:spcBef>
                <a:spcPct val="30000"/>
              </a:spcBef>
              <a:buClr>
                <a:srgbClr val="000000"/>
              </a:buClr>
              <a:buSzPct val="100000"/>
              <a:buFont typeface="Times New Roman" panose="02020603050405020304" pitchFamily="16"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6" charset="0"/>
              </a:defRPr>
            </a:lvl5pPr>
            <a:lvl6pPr marL="2514600" indent="-228600" defTabSz="457200" eaLnBrk="0" fontAlgn="base" hangingPunct="0">
              <a:spcBef>
                <a:spcPct val="30000"/>
              </a:spcBef>
              <a:spcAft>
                <a:spcPct val="0"/>
              </a:spcAft>
              <a:buClr>
                <a:srgbClr val="000000"/>
              </a:buClr>
              <a:buSzPct val="100000"/>
              <a:buFont typeface="Times New Roman" panose="02020603050405020304" pitchFamily="16"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6" charset="0"/>
              </a:defRPr>
            </a:lvl6pPr>
            <a:lvl7pPr marL="2971800" indent="-228600" defTabSz="457200" eaLnBrk="0" fontAlgn="base" hangingPunct="0">
              <a:spcBef>
                <a:spcPct val="30000"/>
              </a:spcBef>
              <a:spcAft>
                <a:spcPct val="0"/>
              </a:spcAft>
              <a:buClr>
                <a:srgbClr val="000000"/>
              </a:buClr>
              <a:buSzPct val="100000"/>
              <a:buFont typeface="Times New Roman" panose="02020603050405020304" pitchFamily="16"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6" charset="0"/>
              </a:defRPr>
            </a:lvl7pPr>
            <a:lvl8pPr marL="3429000" indent="-228600" defTabSz="457200" eaLnBrk="0" fontAlgn="base" hangingPunct="0">
              <a:spcBef>
                <a:spcPct val="30000"/>
              </a:spcBef>
              <a:spcAft>
                <a:spcPct val="0"/>
              </a:spcAft>
              <a:buClr>
                <a:srgbClr val="000000"/>
              </a:buClr>
              <a:buSzPct val="100000"/>
              <a:buFont typeface="Times New Roman" panose="02020603050405020304" pitchFamily="16"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6" charset="0"/>
              </a:defRPr>
            </a:lvl8pPr>
            <a:lvl9pPr marL="3886200" indent="-228600" defTabSz="457200" eaLnBrk="0" fontAlgn="base" hangingPunct="0">
              <a:spcBef>
                <a:spcPct val="30000"/>
              </a:spcBef>
              <a:spcAft>
                <a:spcPct val="0"/>
              </a:spcAft>
              <a:buClr>
                <a:srgbClr val="000000"/>
              </a:buClr>
              <a:buSzPct val="100000"/>
              <a:buFont typeface="Times New Roman" panose="02020603050405020304" pitchFamily="16"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6" charset="0"/>
              </a:defRPr>
            </a:lvl9pPr>
          </a:lstStyle>
          <a:p>
            <a:pPr>
              <a:spcBef>
                <a:spcPct val="0"/>
              </a:spcBef>
              <a:buClrTx/>
              <a:buFontTx/>
              <a:buNone/>
            </a:pPr>
            <a:fld id="{4A1BFD48-8F88-4458-84ED-D30BB0A71177}" type="slidenum">
              <a:rPr lang="en-US" altLang="en-US" sz="1400" smtClean="0"/>
            </a:fld>
            <a:endParaRPr lang="en-US" altLang="en-US" sz="1400"/>
          </a:p>
        </p:txBody>
      </p:sp>
      <p:sp>
        <p:nvSpPr>
          <p:cNvPr id="6147" name="Rectangle 1"/>
          <p:cNvSpPr>
            <a:spLocks noGrp="1" noRot="1" noChangeAspect="1" noChangeArrowheads="1" noTextEdit="1"/>
          </p:cNvSpPr>
          <p:nvPr>
            <p:ph type="sldImg"/>
          </p:nvPr>
        </p:nvSpPr>
        <p:spPr>
          <a:xfrm>
            <a:off x="1371600" y="763588"/>
            <a:ext cx="5029200" cy="3771900"/>
          </a:xfrm>
          <a:solidFill>
            <a:srgbClr val="FFFFFF"/>
          </a:solidFill>
          <a:ln>
            <a:solidFill>
              <a:srgbClr val="000000"/>
            </a:solidFill>
            <a:miter lim="800000"/>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6148" name="Rectangle 2"/>
          <p:cNvSpPr>
            <a:spLocks noGrp="1" noChangeArrowheads="1"/>
          </p:cNvSpPr>
          <p:nvPr>
            <p:ph type="body" idx="1"/>
          </p:nvPr>
        </p:nvSpPr>
        <p:spPr>
          <a:xfrm>
            <a:off x="777875" y="4776788"/>
            <a:ext cx="6218238" cy="4525962"/>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ltLang="en-US">
              <a:latin typeface="Times New Roman" panose="02020603050405020304" pitchFamily="16" charset="0"/>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6146" name="Rectangle 8"/>
          <p:cNvSpPr>
            <a:spLocks noGrp="1" noChangeArrowheads="1"/>
          </p:cNvSpPr>
          <p:nvPr>
            <p:ph type="sldNum"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30000"/>
              </a:spcBef>
              <a:buClr>
                <a:srgbClr val="000000"/>
              </a:buClr>
              <a:buSzPct val="100000"/>
              <a:buFont typeface="Times New Roman" panose="02020603050405020304" pitchFamily="16"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6" charset="0"/>
              </a:defRPr>
            </a:lvl1pPr>
            <a:lvl2pPr>
              <a:spcBef>
                <a:spcPct val="30000"/>
              </a:spcBef>
              <a:buClr>
                <a:srgbClr val="000000"/>
              </a:buClr>
              <a:buSzPct val="100000"/>
              <a:buFont typeface="Times New Roman" panose="02020603050405020304" pitchFamily="16"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6" charset="0"/>
              </a:defRPr>
            </a:lvl2pPr>
            <a:lvl3pPr>
              <a:spcBef>
                <a:spcPct val="30000"/>
              </a:spcBef>
              <a:buClr>
                <a:srgbClr val="000000"/>
              </a:buClr>
              <a:buSzPct val="100000"/>
              <a:buFont typeface="Times New Roman" panose="02020603050405020304" pitchFamily="16"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6" charset="0"/>
              </a:defRPr>
            </a:lvl3pPr>
            <a:lvl4pPr>
              <a:spcBef>
                <a:spcPct val="30000"/>
              </a:spcBef>
              <a:buClr>
                <a:srgbClr val="000000"/>
              </a:buClr>
              <a:buSzPct val="100000"/>
              <a:buFont typeface="Times New Roman" panose="02020603050405020304" pitchFamily="16"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6" charset="0"/>
              </a:defRPr>
            </a:lvl4pPr>
            <a:lvl5pPr>
              <a:spcBef>
                <a:spcPct val="30000"/>
              </a:spcBef>
              <a:buClr>
                <a:srgbClr val="000000"/>
              </a:buClr>
              <a:buSzPct val="100000"/>
              <a:buFont typeface="Times New Roman" panose="02020603050405020304" pitchFamily="16"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6" charset="0"/>
              </a:defRPr>
            </a:lvl5pPr>
            <a:lvl6pPr marL="2514600" indent="-228600" defTabSz="457200" eaLnBrk="0" fontAlgn="base" hangingPunct="0">
              <a:spcBef>
                <a:spcPct val="30000"/>
              </a:spcBef>
              <a:spcAft>
                <a:spcPct val="0"/>
              </a:spcAft>
              <a:buClr>
                <a:srgbClr val="000000"/>
              </a:buClr>
              <a:buSzPct val="100000"/>
              <a:buFont typeface="Times New Roman" panose="02020603050405020304" pitchFamily="16"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6" charset="0"/>
              </a:defRPr>
            </a:lvl6pPr>
            <a:lvl7pPr marL="2971800" indent="-228600" defTabSz="457200" eaLnBrk="0" fontAlgn="base" hangingPunct="0">
              <a:spcBef>
                <a:spcPct val="30000"/>
              </a:spcBef>
              <a:spcAft>
                <a:spcPct val="0"/>
              </a:spcAft>
              <a:buClr>
                <a:srgbClr val="000000"/>
              </a:buClr>
              <a:buSzPct val="100000"/>
              <a:buFont typeface="Times New Roman" panose="02020603050405020304" pitchFamily="16"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6" charset="0"/>
              </a:defRPr>
            </a:lvl7pPr>
            <a:lvl8pPr marL="3429000" indent="-228600" defTabSz="457200" eaLnBrk="0" fontAlgn="base" hangingPunct="0">
              <a:spcBef>
                <a:spcPct val="30000"/>
              </a:spcBef>
              <a:spcAft>
                <a:spcPct val="0"/>
              </a:spcAft>
              <a:buClr>
                <a:srgbClr val="000000"/>
              </a:buClr>
              <a:buSzPct val="100000"/>
              <a:buFont typeface="Times New Roman" panose="02020603050405020304" pitchFamily="16"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6" charset="0"/>
              </a:defRPr>
            </a:lvl8pPr>
            <a:lvl9pPr marL="3886200" indent="-228600" defTabSz="457200" eaLnBrk="0" fontAlgn="base" hangingPunct="0">
              <a:spcBef>
                <a:spcPct val="30000"/>
              </a:spcBef>
              <a:spcAft>
                <a:spcPct val="0"/>
              </a:spcAft>
              <a:buClr>
                <a:srgbClr val="000000"/>
              </a:buClr>
              <a:buSzPct val="100000"/>
              <a:buFont typeface="Times New Roman" panose="02020603050405020304" pitchFamily="16"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6" charset="0"/>
              </a:defRPr>
            </a:lvl9pPr>
          </a:lstStyle>
          <a:p>
            <a:pPr>
              <a:spcBef>
                <a:spcPct val="0"/>
              </a:spcBef>
              <a:buClrTx/>
              <a:buFontTx/>
              <a:buNone/>
            </a:pPr>
            <a:fld id="{4A1BFD48-8F88-4458-84ED-D30BB0A71177}" type="slidenum">
              <a:rPr lang="en-US" altLang="en-US" sz="1400" smtClean="0"/>
            </a:fld>
            <a:endParaRPr lang="en-US" altLang="en-US" sz="1400"/>
          </a:p>
        </p:txBody>
      </p:sp>
      <p:sp>
        <p:nvSpPr>
          <p:cNvPr id="6147" name="Rectangle 1"/>
          <p:cNvSpPr>
            <a:spLocks noGrp="1" noRot="1" noChangeAspect="1" noChangeArrowheads="1" noTextEdit="1"/>
          </p:cNvSpPr>
          <p:nvPr>
            <p:ph type="sldImg"/>
          </p:nvPr>
        </p:nvSpPr>
        <p:spPr>
          <a:xfrm>
            <a:off x="1371600" y="763588"/>
            <a:ext cx="5029200" cy="3771900"/>
          </a:xfrm>
          <a:solidFill>
            <a:srgbClr val="FFFFFF"/>
          </a:solidFill>
          <a:ln>
            <a:solidFill>
              <a:srgbClr val="000000"/>
            </a:solidFill>
            <a:miter lim="800000"/>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6148" name="Rectangle 2"/>
          <p:cNvSpPr>
            <a:spLocks noGrp="1" noChangeArrowheads="1"/>
          </p:cNvSpPr>
          <p:nvPr>
            <p:ph type="body" idx="1"/>
          </p:nvPr>
        </p:nvSpPr>
        <p:spPr>
          <a:xfrm>
            <a:off x="777875" y="4776788"/>
            <a:ext cx="6218238" cy="4525962"/>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ltLang="en-US">
              <a:latin typeface="Times New Roman" panose="02020603050405020304" pitchFamily="16" charset="0"/>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6146" name="Rectangle 8"/>
          <p:cNvSpPr>
            <a:spLocks noGrp="1" noChangeArrowheads="1"/>
          </p:cNvSpPr>
          <p:nvPr>
            <p:ph type="sldNum"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30000"/>
              </a:spcBef>
              <a:buClr>
                <a:srgbClr val="000000"/>
              </a:buClr>
              <a:buSzPct val="100000"/>
              <a:buFont typeface="Times New Roman" panose="02020603050405020304" pitchFamily="16"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6" charset="0"/>
              </a:defRPr>
            </a:lvl1pPr>
            <a:lvl2pPr>
              <a:spcBef>
                <a:spcPct val="30000"/>
              </a:spcBef>
              <a:buClr>
                <a:srgbClr val="000000"/>
              </a:buClr>
              <a:buSzPct val="100000"/>
              <a:buFont typeface="Times New Roman" panose="02020603050405020304" pitchFamily="16"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6" charset="0"/>
              </a:defRPr>
            </a:lvl2pPr>
            <a:lvl3pPr>
              <a:spcBef>
                <a:spcPct val="30000"/>
              </a:spcBef>
              <a:buClr>
                <a:srgbClr val="000000"/>
              </a:buClr>
              <a:buSzPct val="100000"/>
              <a:buFont typeface="Times New Roman" panose="02020603050405020304" pitchFamily="16"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6" charset="0"/>
              </a:defRPr>
            </a:lvl3pPr>
            <a:lvl4pPr>
              <a:spcBef>
                <a:spcPct val="30000"/>
              </a:spcBef>
              <a:buClr>
                <a:srgbClr val="000000"/>
              </a:buClr>
              <a:buSzPct val="100000"/>
              <a:buFont typeface="Times New Roman" panose="02020603050405020304" pitchFamily="16"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6" charset="0"/>
              </a:defRPr>
            </a:lvl4pPr>
            <a:lvl5pPr>
              <a:spcBef>
                <a:spcPct val="30000"/>
              </a:spcBef>
              <a:buClr>
                <a:srgbClr val="000000"/>
              </a:buClr>
              <a:buSzPct val="100000"/>
              <a:buFont typeface="Times New Roman" panose="02020603050405020304" pitchFamily="16"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6" charset="0"/>
              </a:defRPr>
            </a:lvl5pPr>
            <a:lvl6pPr marL="2514600" indent="-228600" defTabSz="457200" eaLnBrk="0" fontAlgn="base" hangingPunct="0">
              <a:spcBef>
                <a:spcPct val="30000"/>
              </a:spcBef>
              <a:spcAft>
                <a:spcPct val="0"/>
              </a:spcAft>
              <a:buClr>
                <a:srgbClr val="000000"/>
              </a:buClr>
              <a:buSzPct val="100000"/>
              <a:buFont typeface="Times New Roman" panose="02020603050405020304" pitchFamily="16"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6" charset="0"/>
              </a:defRPr>
            </a:lvl6pPr>
            <a:lvl7pPr marL="2971800" indent="-228600" defTabSz="457200" eaLnBrk="0" fontAlgn="base" hangingPunct="0">
              <a:spcBef>
                <a:spcPct val="30000"/>
              </a:spcBef>
              <a:spcAft>
                <a:spcPct val="0"/>
              </a:spcAft>
              <a:buClr>
                <a:srgbClr val="000000"/>
              </a:buClr>
              <a:buSzPct val="100000"/>
              <a:buFont typeface="Times New Roman" panose="02020603050405020304" pitchFamily="16"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6" charset="0"/>
              </a:defRPr>
            </a:lvl7pPr>
            <a:lvl8pPr marL="3429000" indent="-228600" defTabSz="457200" eaLnBrk="0" fontAlgn="base" hangingPunct="0">
              <a:spcBef>
                <a:spcPct val="30000"/>
              </a:spcBef>
              <a:spcAft>
                <a:spcPct val="0"/>
              </a:spcAft>
              <a:buClr>
                <a:srgbClr val="000000"/>
              </a:buClr>
              <a:buSzPct val="100000"/>
              <a:buFont typeface="Times New Roman" panose="02020603050405020304" pitchFamily="16"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6" charset="0"/>
              </a:defRPr>
            </a:lvl8pPr>
            <a:lvl9pPr marL="3886200" indent="-228600" defTabSz="457200" eaLnBrk="0" fontAlgn="base" hangingPunct="0">
              <a:spcBef>
                <a:spcPct val="30000"/>
              </a:spcBef>
              <a:spcAft>
                <a:spcPct val="0"/>
              </a:spcAft>
              <a:buClr>
                <a:srgbClr val="000000"/>
              </a:buClr>
              <a:buSzPct val="100000"/>
              <a:buFont typeface="Times New Roman" panose="02020603050405020304" pitchFamily="16"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6" charset="0"/>
              </a:defRPr>
            </a:lvl9pPr>
          </a:lstStyle>
          <a:p>
            <a:pPr>
              <a:spcBef>
                <a:spcPct val="0"/>
              </a:spcBef>
              <a:buClrTx/>
              <a:buFontTx/>
              <a:buNone/>
            </a:pPr>
            <a:fld id="{4A1BFD48-8F88-4458-84ED-D30BB0A71177}" type="slidenum">
              <a:rPr lang="en-US" altLang="en-US" sz="1400" smtClean="0"/>
            </a:fld>
            <a:endParaRPr lang="en-US" altLang="en-US" sz="1400"/>
          </a:p>
        </p:txBody>
      </p:sp>
      <p:sp>
        <p:nvSpPr>
          <p:cNvPr id="6147" name="Rectangle 1"/>
          <p:cNvSpPr>
            <a:spLocks noGrp="1" noRot="1" noChangeAspect="1" noChangeArrowheads="1" noTextEdit="1"/>
          </p:cNvSpPr>
          <p:nvPr>
            <p:ph type="sldImg"/>
          </p:nvPr>
        </p:nvSpPr>
        <p:spPr>
          <a:xfrm>
            <a:off x="1371600" y="763588"/>
            <a:ext cx="5029200" cy="3771900"/>
          </a:xfrm>
          <a:solidFill>
            <a:srgbClr val="FFFFFF"/>
          </a:solidFill>
          <a:ln>
            <a:solidFill>
              <a:srgbClr val="000000"/>
            </a:solidFill>
            <a:miter lim="800000"/>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6148" name="Rectangle 2"/>
          <p:cNvSpPr>
            <a:spLocks noGrp="1" noChangeArrowheads="1"/>
          </p:cNvSpPr>
          <p:nvPr>
            <p:ph type="body" idx="1"/>
          </p:nvPr>
        </p:nvSpPr>
        <p:spPr>
          <a:xfrm>
            <a:off x="777875" y="4776788"/>
            <a:ext cx="6218238" cy="4525962"/>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ltLang="en-US">
              <a:latin typeface="Times New Roman" panose="02020603050405020304" pitchFamily="16" charset="0"/>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6146" name="Rectangle 8"/>
          <p:cNvSpPr>
            <a:spLocks noGrp="1" noChangeArrowheads="1"/>
          </p:cNvSpPr>
          <p:nvPr>
            <p:ph type="sldNum"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30000"/>
              </a:spcBef>
              <a:buClr>
                <a:srgbClr val="000000"/>
              </a:buClr>
              <a:buSzPct val="100000"/>
              <a:buFont typeface="Times New Roman" panose="02020603050405020304" pitchFamily="16"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6" charset="0"/>
              </a:defRPr>
            </a:lvl1pPr>
            <a:lvl2pPr>
              <a:spcBef>
                <a:spcPct val="30000"/>
              </a:spcBef>
              <a:buClr>
                <a:srgbClr val="000000"/>
              </a:buClr>
              <a:buSzPct val="100000"/>
              <a:buFont typeface="Times New Roman" panose="02020603050405020304" pitchFamily="16"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6" charset="0"/>
              </a:defRPr>
            </a:lvl2pPr>
            <a:lvl3pPr>
              <a:spcBef>
                <a:spcPct val="30000"/>
              </a:spcBef>
              <a:buClr>
                <a:srgbClr val="000000"/>
              </a:buClr>
              <a:buSzPct val="100000"/>
              <a:buFont typeface="Times New Roman" panose="02020603050405020304" pitchFamily="16"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6" charset="0"/>
              </a:defRPr>
            </a:lvl3pPr>
            <a:lvl4pPr>
              <a:spcBef>
                <a:spcPct val="30000"/>
              </a:spcBef>
              <a:buClr>
                <a:srgbClr val="000000"/>
              </a:buClr>
              <a:buSzPct val="100000"/>
              <a:buFont typeface="Times New Roman" panose="02020603050405020304" pitchFamily="16"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6" charset="0"/>
              </a:defRPr>
            </a:lvl4pPr>
            <a:lvl5pPr>
              <a:spcBef>
                <a:spcPct val="30000"/>
              </a:spcBef>
              <a:buClr>
                <a:srgbClr val="000000"/>
              </a:buClr>
              <a:buSzPct val="100000"/>
              <a:buFont typeface="Times New Roman" panose="02020603050405020304" pitchFamily="16"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6" charset="0"/>
              </a:defRPr>
            </a:lvl5pPr>
            <a:lvl6pPr marL="2514600" indent="-228600" defTabSz="457200" eaLnBrk="0" fontAlgn="base" hangingPunct="0">
              <a:spcBef>
                <a:spcPct val="30000"/>
              </a:spcBef>
              <a:spcAft>
                <a:spcPct val="0"/>
              </a:spcAft>
              <a:buClr>
                <a:srgbClr val="000000"/>
              </a:buClr>
              <a:buSzPct val="100000"/>
              <a:buFont typeface="Times New Roman" panose="02020603050405020304" pitchFamily="16"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6" charset="0"/>
              </a:defRPr>
            </a:lvl6pPr>
            <a:lvl7pPr marL="2971800" indent="-228600" defTabSz="457200" eaLnBrk="0" fontAlgn="base" hangingPunct="0">
              <a:spcBef>
                <a:spcPct val="30000"/>
              </a:spcBef>
              <a:spcAft>
                <a:spcPct val="0"/>
              </a:spcAft>
              <a:buClr>
                <a:srgbClr val="000000"/>
              </a:buClr>
              <a:buSzPct val="100000"/>
              <a:buFont typeface="Times New Roman" panose="02020603050405020304" pitchFamily="16"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6" charset="0"/>
              </a:defRPr>
            </a:lvl7pPr>
            <a:lvl8pPr marL="3429000" indent="-228600" defTabSz="457200" eaLnBrk="0" fontAlgn="base" hangingPunct="0">
              <a:spcBef>
                <a:spcPct val="30000"/>
              </a:spcBef>
              <a:spcAft>
                <a:spcPct val="0"/>
              </a:spcAft>
              <a:buClr>
                <a:srgbClr val="000000"/>
              </a:buClr>
              <a:buSzPct val="100000"/>
              <a:buFont typeface="Times New Roman" panose="02020603050405020304" pitchFamily="16"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6" charset="0"/>
              </a:defRPr>
            </a:lvl8pPr>
            <a:lvl9pPr marL="3886200" indent="-228600" defTabSz="457200" eaLnBrk="0" fontAlgn="base" hangingPunct="0">
              <a:spcBef>
                <a:spcPct val="30000"/>
              </a:spcBef>
              <a:spcAft>
                <a:spcPct val="0"/>
              </a:spcAft>
              <a:buClr>
                <a:srgbClr val="000000"/>
              </a:buClr>
              <a:buSzPct val="100000"/>
              <a:buFont typeface="Times New Roman" panose="02020603050405020304" pitchFamily="16"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6" charset="0"/>
              </a:defRPr>
            </a:lvl9pPr>
          </a:lstStyle>
          <a:p>
            <a:pPr>
              <a:spcBef>
                <a:spcPct val="0"/>
              </a:spcBef>
              <a:buClrTx/>
              <a:buFontTx/>
              <a:buNone/>
            </a:pPr>
            <a:fld id="{4A1BFD48-8F88-4458-84ED-D30BB0A71177}" type="slidenum">
              <a:rPr lang="en-US" altLang="en-US" sz="1400" smtClean="0"/>
            </a:fld>
            <a:endParaRPr lang="en-US" altLang="en-US" sz="1400"/>
          </a:p>
        </p:txBody>
      </p:sp>
      <p:sp>
        <p:nvSpPr>
          <p:cNvPr id="6147" name="Rectangle 1"/>
          <p:cNvSpPr>
            <a:spLocks noGrp="1" noRot="1" noChangeAspect="1" noChangeArrowheads="1" noTextEdit="1"/>
          </p:cNvSpPr>
          <p:nvPr>
            <p:ph type="sldImg"/>
          </p:nvPr>
        </p:nvSpPr>
        <p:spPr>
          <a:xfrm>
            <a:off x="1371600" y="763588"/>
            <a:ext cx="5029200" cy="3771900"/>
          </a:xfrm>
          <a:solidFill>
            <a:srgbClr val="FFFFFF"/>
          </a:solidFill>
          <a:ln>
            <a:solidFill>
              <a:srgbClr val="000000"/>
            </a:solidFill>
            <a:miter lim="800000"/>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6148" name="Rectangle 2"/>
          <p:cNvSpPr>
            <a:spLocks noGrp="1" noChangeArrowheads="1"/>
          </p:cNvSpPr>
          <p:nvPr>
            <p:ph type="body" idx="1"/>
          </p:nvPr>
        </p:nvSpPr>
        <p:spPr>
          <a:xfrm>
            <a:off x="777875" y="4776788"/>
            <a:ext cx="6218238" cy="4525962"/>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ltLang="en-US">
              <a:latin typeface="Times New Roman" panose="02020603050405020304" pitchFamily="16" charset="0"/>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6146" name="Rectangle 8"/>
          <p:cNvSpPr>
            <a:spLocks noGrp="1" noChangeArrowheads="1"/>
          </p:cNvSpPr>
          <p:nvPr>
            <p:ph type="sldNum"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30000"/>
              </a:spcBef>
              <a:buClr>
                <a:srgbClr val="000000"/>
              </a:buClr>
              <a:buSzPct val="100000"/>
              <a:buFont typeface="Times New Roman" panose="02020603050405020304" pitchFamily="16"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6" charset="0"/>
              </a:defRPr>
            </a:lvl1pPr>
            <a:lvl2pPr>
              <a:spcBef>
                <a:spcPct val="30000"/>
              </a:spcBef>
              <a:buClr>
                <a:srgbClr val="000000"/>
              </a:buClr>
              <a:buSzPct val="100000"/>
              <a:buFont typeface="Times New Roman" panose="02020603050405020304" pitchFamily="16"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6" charset="0"/>
              </a:defRPr>
            </a:lvl2pPr>
            <a:lvl3pPr>
              <a:spcBef>
                <a:spcPct val="30000"/>
              </a:spcBef>
              <a:buClr>
                <a:srgbClr val="000000"/>
              </a:buClr>
              <a:buSzPct val="100000"/>
              <a:buFont typeface="Times New Roman" panose="02020603050405020304" pitchFamily="16"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6" charset="0"/>
              </a:defRPr>
            </a:lvl3pPr>
            <a:lvl4pPr>
              <a:spcBef>
                <a:spcPct val="30000"/>
              </a:spcBef>
              <a:buClr>
                <a:srgbClr val="000000"/>
              </a:buClr>
              <a:buSzPct val="100000"/>
              <a:buFont typeface="Times New Roman" panose="02020603050405020304" pitchFamily="16"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6" charset="0"/>
              </a:defRPr>
            </a:lvl4pPr>
            <a:lvl5pPr>
              <a:spcBef>
                <a:spcPct val="30000"/>
              </a:spcBef>
              <a:buClr>
                <a:srgbClr val="000000"/>
              </a:buClr>
              <a:buSzPct val="100000"/>
              <a:buFont typeface="Times New Roman" panose="02020603050405020304" pitchFamily="16"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6" charset="0"/>
              </a:defRPr>
            </a:lvl5pPr>
            <a:lvl6pPr marL="2514600" indent="-228600" defTabSz="457200" eaLnBrk="0" fontAlgn="base" hangingPunct="0">
              <a:spcBef>
                <a:spcPct val="30000"/>
              </a:spcBef>
              <a:spcAft>
                <a:spcPct val="0"/>
              </a:spcAft>
              <a:buClr>
                <a:srgbClr val="000000"/>
              </a:buClr>
              <a:buSzPct val="100000"/>
              <a:buFont typeface="Times New Roman" panose="02020603050405020304" pitchFamily="16"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6" charset="0"/>
              </a:defRPr>
            </a:lvl6pPr>
            <a:lvl7pPr marL="2971800" indent="-228600" defTabSz="457200" eaLnBrk="0" fontAlgn="base" hangingPunct="0">
              <a:spcBef>
                <a:spcPct val="30000"/>
              </a:spcBef>
              <a:spcAft>
                <a:spcPct val="0"/>
              </a:spcAft>
              <a:buClr>
                <a:srgbClr val="000000"/>
              </a:buClr>
              <a:buSzPct val="100000"/>
              <a:buFont typeface="Times New Roman" panose="02020603050405020304" pitchFamily="16"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6" charset="0"/>
              </a:defRPr>
            </a:lvl7pPr>
            <a:lvl8pPr marL="3429000" indent="-228600" defTabSz="457200" eaLnBrk="0" fontAlgn="base" hangingPunct="0">
              <a:spcBef>
                <a:spcPct val="30000"/>
              </a:spcBef>
              <a:spcAft>
                <a:spcPct val="0"/>
              </a:spcAft>
              <a:buClr>
                <a:srgbClr val="000000"/>
              </a:buClr>
              <a:buSzPct val="100000"/>
              <a:buFont typeface="Times New Roman" panose="02020603050405020304" pitchFamily="16"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6" charset="0"/>
              </a:defRPr>
            </a:lvl8pPr>
            <a:lvl9pPr marL="3886200" indent="-228600" defTabSz="457200" eaLnBrk="0" fontAlgn="base" hangingPunct="0">
              <a:spcBef>
                <a:spcPct val="30000"/>
              </a:spcBef>
              <a:spcAft>
                <a:spcPct val="0"/>
              </a:spcAft>
              <a:buClr>
                <a:srgbClr val="000000"/>
              </a:buClr>
              <a:buSzPct val="100000"/>
              <a:buFont typeface="Times New Roman" panose="02020603050405020304" pitchFamily="16"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6" charset="0"/>
              </a:defRPr>
            </a:lvl9pPr>
          </a:lstStyle>
          <a:p>
            <a:pPr>
              <a:spcBef>
                <a:spcPct val="0"/>
              </a:spcBef>
              <a:buClrTx/>
              <a:buFontTx/>
              <a:buNone/>
            </a:pPr>
            <a:fld id="{4A1BFD48-8F88-4458-84ED-D30BB0A71177}" type="slidenum">
              <a:rPr lang="en-US" altLang="en-US" sz="1400" smtClean="0"/>
            </a:fld>
            <a:endParaRPr lang="en-US" altLang="en-US" sz="1400"/>
          </a:p>
        </p:txBody>
      </p:sp>
      <p:sp>
        <p:nvSpPr>
          <p:cNvPr id="6147" name="Rectangle 1"/>
          <p:cNvSpPr>
            <a:spLocks noGrp="1" noRot="1" noChangeAspect="1" noChangeArrowheads="1" noTextEdit="1"/>
          </p:cNvSpPr>
          <p:nvPr>
            <p:ph type="sldImg"/>
          </p:nvPr>
        </p:nvSpPr>
        <p:spPr>
          <a:xfrm>
            <a:off x="1371600" y="763588"/>
            <a:ext cx="5029200" cy="3771900"/>
          </a:xfrm>
          <a:solidFill>
            <a:srgbClr val="FFFFFF"/>
          </a:solidFill>
          <a:ln>
            <a:solidFill>
              <a:srgbClr val="000000"/>
            </a:solidFill>
            <a:miter lim="800000"/>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6148" name="Rectangle 2"/>
          <p:cNvSpPr>
            <a:spLocks noGrp="1" noChangeArrowheads="1"/>
          </p:cNvSpPr>
          <p:nvPr>
            <p:ph type="body" idx="1"/>
          </p:nvPr>
        </p:nvSpPr>
        <p:spPr>
          <a:xfrm>
            <a:off x="777875" y="4776788"/>
            <a:ext cx="6218238" cy="4525962"/>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ltLang="en-US">
              <a:latin typeface="Times New Roman" panose="02020603050405020304" pitchFamily="16" charset="0"/>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6146" name="Rectangle 8"/>
          <p:cNvSpPr>
            <a:spLocks noGrp="1" noChangeArrowheads="1"/>
          </p:cNvSpPr>
          <p:nvPr>
            <p:ph type="sldNum"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30000"/>
              </a:spcBef>
              <a:buClr>
                <a:srgbClr val="000000"/>
              </a:buClr>
              <a:buSzPct val="100000"/>
              <a:buFont typeface="Times New Roman" panose="02020603050405020304" pitchFamily="16"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6" charset="0"/>
              </a:defRPr>
            </a:lvl1pPr>
            <a:lvl2pPr>
              <a:spcBef>
                <a:spcPct val="30000"/>
              </a:spcBef>
              <a:buClr>
                <a:srgbClr val="000000"/>
              </a:buClr>
              <a:buSzPct val="100000"/>
              <a:buFont typeface="Times New Roman" panose="02020603050405020304" pitchFamily="16"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6" charset="0"/>
              </a:defRPr>
            </a:lvl2pPr>
            <a:lvl3pPr>
              <a:spcBef>
                <a:spcPct val="30000"/>
              </a:spcBef>
              <a:buClr>
                <a:srgbClr val="000000"/>
              </a:buClr>
              <a:buSzPct val="100000"/>
              <a:buFont typeface="Times New Roman" panose="02020603050405020304" pitchFamily="16"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6" charset="0"/>
              </a:defRPr>
            </a:lvl3pPr>
            <a:lvl4pPr>
              <a:spcBef>
                <a:spcPct val="30000"/>
              </a:spcBef>
              <a:buClr>
                <a:srgbClr val="000000"/>
              </a:buClr>
              <a:buSzPct val="100000"/>
              <a:buFont typeface="Times New Roman" panose="02020603050405020304" pitchFamily="16"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6" charset="0"/>
              </a:defRPr>
            </a:lvl4pPr>
            <a:lvl5pPr>
              <a:spcBef>
                <a:spcPct val="30000"/>
              </a:spcBef>
              <a:buClr>
                <a:srgbClr val="000000"/>
              </a:buClr>
              <a:buSzPct val="100000"/>
              <a:buFont typeface="Times New Roman" panose="02020603050405020304" pitchFamily="16"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6" charset="0"/>
              </a:defRPr>
            </a:lvl5pPr>
            <a:lvl6pPr marL="2514600" indent="-228600" defTabSz="457200" eaLnBrk="0" fontAlgn="base" hangingPunct="0">
              <a:spcBef>
                <a:spcPct val="30000"/>
              </a:spcBef>
              <a:spcAft>
                <a:spcPct val="0"/>
              </a:spcAft>
              <a:buClr>
                <a:srgbClr val="000000"/>
              </a:buClr>
              <a:buSzPct val="100000"/>
              <a:buFont typeface="Times New Roman" panose="02020603050405020304" pitchFamily="16"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6" charset="0"/>
              </a:defRPr>
            </a:lvl6pPr>
            <a:lvl7pPr marL="2971800" indent="-228600" defTabSz="457200" eaLnBrk="0" fontAlgn="base" hangingPunct="0">
              <a:spcBef>
                <a:spcPct val="30000"/>
              </a:spcBef>
              <a:spcAft>
                <a:spcPct val="0"/>
              </a:spcAft>
              <a:buClr>
                <a:srgbClr val="000000"/>
              </a:buClr>
              <a:buSzPct val="100000"/>
              <a:buFont typeface="Times New Roman" panose="02020603050405020304" pitchFamily="16"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6" charset="0"/>
              </a:defRPr>
            </a:lvl7pPr>
            <a:lvl8pPr marL="3429000" indent="-228600" defTabSz="457200" eaLnBrk="0" fontAlgn="base" hangingPunct="0">
              <a:spcBef>
                <a:spcPct val="30000"/>
              </a:spcBef>
              <a:spcAft>
                <a:spcPct val="0"/>
              </a:spcAft>
              <a:buClr>
                <a:srgbClr val="000000"/>
              </a:buClr>
              <a:buSzPct val="100000"/>
              <a:buFont typeface="Times New Roman" panose="02020603050405020304" pitchFamily="16"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6" charset="0"/>
              </a:defRPr>
            </a:lvl8pPr>
            <a:lvl9pPr marL="3886200" indent="-228600" defTabSz="457200" eaLnBrk="0" fontAlgn="base" hangingPunct="0">
              <a:spcBef>
                <a:spcPct val="30000"/>
              </a:spcBef>
              <a:spcAft>
                <a:spcPct val="0"/>
              </a:spcAft>
              <a:buClr>
                <a:srgbClr val="000000"/>
              </a:buClr>
              <a:buSzPct val="100000"/>
              <a:buFont typeface="Times New Roman" panose="02020603050405020304" pitchFamily="16"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6" charset="0"/>
              </a:defRPr>
            </a:lvl9pPr>
          </a:lstStyle>
          <a:p>
            <a:pPr>
              <a:spcBef>
                <a:spcPct val="0"/>
              </a:spcBef>
              <a:buClrTx/>
              <a:buFontTx/>
              <a:buNone/>
            </a:pPr>
            <a:fld id="{4A1BFD48-8F88-4458-84ED-D30BB0A71177}" type="slidenum">
              <a:rPr lang="en-US" altLang="en-US" sz="1400" smtClean="0"/>
            </a:fld>
            <a:endParaRPr lang="en-US" altLang="en-US" sz="1400"/>
          </a:p>
        </p:txBody>
      </p:sp>
      <p:sp>
        <p:nvSpPr>
          <p:cNvPr id="6147" name="Rectangle 1"/>
          <p:cNvSpPr>
            <a:spLocks noGrp="1" noRot="1" noChangeAspect="1" noChangeArrowheads="1" noTextEdit="1"/>
          </p:cNvSpPr>
          <p:nvPr>
            <p:ph type="sldImg"/>
          </p:nvPr>
        </p:nvSpPr>
        <p:spPr>
          <a:xfrm>
            <a:off x="1371600" y="763588"/>
            <a:ext cx="5029200" cy="3771900"/>
          </a:xfrm>
          <a:solidFill>
            <a:srgbClr val="FFFFFF"/>
          </a:solidFill>
          <a:ln>
            <a:solidFill>
              <a:srgbClr val="000000"/>
            </a:solidFill>
            <a:miter lim="800000"/>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6148" name="Rectangle 2"/>
          <p:cNvSpPr>
            <a:spLocks noGrp="1" noChangeArrowheads="1"/>
          </p:cNvSpPr>
          <p:nvPr>
            <p:ph type="body" idx="1"/>
          </p:nvPr>
        </p:nvSpPr>
        <p:spPr>
          <a:xfrm>
            <a:off x="777875" y="4776788"/>
            <a:ext cx="6218238" cy="4525962"/>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ltLang="en-US">
              <a:latin typeface="Times New Roman" panose="02020603050405020304" pitchFamily="16" charset="0"/>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6146" name="Rectangle 8"/>
          <p:cNvSpPr>
            <a:spLocks noGrp="1" noChangeArrowheads="1"/>
          </p:cNvSpPr>
          <p:nvPr>
            <p:ph type="sldNum"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30000"/>
              </a:spcBef>
              <a:buClr>
                <a:srgbClr val="000000"/>
              </a:buClr>
              <a:buSzPct val="100000"/>
              <a:buFont typeface="Times New Roman" panose="02020603050405020304" pitchFamily="16"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6" charset="0"/>
              </a:defRPr>
            </a:lvl1pPr>
            <a:lvl2pPr>
              <a:spcBef>
                <a:spcPct val="30000"/>
              </a:spcBef>
              <a:buClr>
                <a:srgbClr val="000000"/>
              </a:buClr>
              <a:buSzPct val="100000"/>
              <a:buFont typeface="Times New Roman" panose="02020603050405020304" pitchFamily="16"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6" charset="0"/>
              </a:defRPr>
            </a:lvl2pPr>
            <a:lvl3pPr>
              <a:spcBef>
                <a:spcPct val="30000"/>
              </a:spcBef>
              <a:buClr>
                <a:srgbClr val="000000"/>
              </a:buClr>
              <a:buSzPct val="100000"/>
              <a:buFont typeface="Times New Roman" panose="02020603050405020304" pitchFamily="16"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6" charset="0"/>
              </a:defRPr>
            </a:lvl3pPr>
            <a:lvl4pPr>
              <a:spcBef>
                <a:spcPct val="30000"/>
              </a:spcBef>
              <a:buClr>
                <a:srgbClr val="000000"/>
              </a:buClr>
              <a:buSzPct val="100000"/>
              <a:buFont typeface="Times New Roman" panose="02020603050405020304" pitchFamily="16"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6" charset="0"/>
              </a:defRPr>
            </a:lvl4pPr>
            <a:lvl5pPr>
              <a:spcBef>
                <a:spcPct val="30000"/>
              </a:spcBef>
              <a:buClr>
                <a:srgbClr val="000000"/>
              </a:buClr>
              <a:buSzPct val="100000"/>
              <a:buFont typeface="Times New Roman" panose="02020603050405020304" pitchFamily="16"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6" charset="0"/>
              </a:defRPr>
            </a:lvl5pPr>
            <a:lvl6pPr marL="2514600" indent="-228600" defTabSz="457200" eaLnBrk="0" fontAlgn="base" hangingPunct="0">
              <a:spcBef>
                <a:spcPct val="30000"/>
              </a:spcBef>
              <a:spcAft>
                <a:spcPct val="0"/>
              </a:spcAft>
              <a:buClr>
                <a:srgbClr val="000000"/>
              </a:buClr>
              <a:buSzPct val="100000"/>
              <a:buFont typeface="Times New Roman" panose="02020603050405020304" pitchFamily="16"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6" charset="0"/>
              </a:defRPr>
            </a:lvl6pPr>
            <a:lvl7pPr marL="2971800" indent="-228600" defTabSz="457200" eaLnBrk="0" fontAlgn="base" hangingPunct="0">
              <a:spcBef>
                <a:spcPct val="30000"/>
              </a:spcBef>
              <a:spcAft>
                <a:spcPct val="0"/>
              </a:spcAft>
              <a:buClr>
                <a:srgbClr val="000000"/>
              </a:buClr>
              <a:buSzPct val="100000"/>
              <a:buFont typeface="Times New Roman" panose="02020603050405020304" pitchFamily="16"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6" charset="0"/>
              </a:defRPr>
            </a:lvl7pPr>
            <a:lvl8pPr marL="3429000" indent="-228600" defTabSz="457200" eaLnBrk="0" fontAlgn="base" hangingPunct="0">
              <a:spcBef>
                <a:spcPct val="30000"/>
              </a:spcBef>
              <a:spcAft>
                <a:spcPct val="0"/>
              </a:spcAft>
              <a:buClr>
                <a:srgbClr val="000000"/>
              </a:buClr>
              <a:buSzPct val="100000"/>
              <a:buFont typeface="Times New Roman" panose="02020603050405020304" pitchFamily="16"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6" charset="0"/>
              </a:defRPr>
            </a:lvl8pPr>
            <a:lvl9pPr marL="3886200" indent="-228600" defTabSz="457200" eaLnBrk="0" fontAlgn="base" hangingPunct="0">
              <a:spcBef>
                <a:spcPct val="30000"/>
              </a:spcBef>
              <a:spcAft>
                <a:spcPct val="0"/>
              </a:spcAft>
              <a:buClr>
                <a:srgbClr val="000000"/>
              </a:buClr>
              <a:buSzPct val="100000"/>
              <a:buFont typeface="Times New Roman" panose="02020603050405020304" pitchFamily="16"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6" charset="0"/>
              </a:defRPr>
            </a:lvl9pPr>
          </a:lstStyle>
          <a:p>
            <a:pPr>
              <a:spcBef>
                <a:spcPct val="0"/>
              </a:spcBef>
              <a:buClrTx/>
              <a:buFontTx/>
              <a:buNone/>
            </a:pPr>
            <a:fld id="{4A1BFD48-8F88-4458-84ED-D30BB0A71177}" type="slidenum">
              <a:rPr lang="en-US" altLang="en-US" sz="1400" smtClean="0"/>
            </a:fld>
            <a:endParaRPr lang="en-US" altLang="en-US" sz="1400"/>
          </a:p>
        </p:txBody>
      </p:sp>
      <p:sp>
        <p:nvSpPr>
          <p:cNvPr id="6147" name="Rectangle 1"/>
          <p:cNvSpPr>
            <a:spLocks noGrp="1" noRot="1" noChangeAspect="1" noChangeArrowheads="1" noTextEdit="1"/>
          </p:cNvSpPr>
          <p:nvPr>
            <p:ph type="sldImg"/>
          </p:nvPr>
        </p:nvSpPr>
        <p:spPr>
          <a:xfrm>
            <a:off x="1371600" y="763588"/>
            <a:ext cx="5029200" cy="3771900"/>
          </a:xfrm>
          <a:solidFill>
            <a:srgbClr val="FFFFFF"/>
          </a:solidFill>
          <a:ln>
            <a:solidFill>
              <a:srgbClr val="000000"/>
            </a:solidFill>
            <a:miter lim="800000"/>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6148" name="Rectangle 2"/>
          <p:cNvSpPr>
            <a:spLocks noGrp="1" noChangeArrowheads="1"/>
          </p:cNvSpPr>
          <p:nvPr>
            <p:ph type="body" idx="1"/>
          </p:nvPr>
        </p:nvSpPr>
        <p:spPr>
          <a:xfrm>
            <a:off x="777875" y="4776788"/>
            <a:ext cx="6218238" cy="4525962"/>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ltLang="en-US">
              <a:latin typeface="Times New Roman" panose="02020603050405020304" pitchFamily="16" charset="0"/>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6146" name="Rectangle 8"/>
          <p:cNvSpPr>
            <a:spLocks noGrp="1" noChangeArrowheads="1"/>
          </p:cNvSpPr>
          <p:nvPr>
            <p:ph type="sldNum"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30000"/>
              </a:spcBef>
              <a:buClr>
                <a:srgbClr val="000000"/>
              </a:buClr>
              <a:buSzPct val="100000"/>
              <a:buFont typeface="Times New Roman" panose="02020603050405020304" pitchFamily="16"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6" charset="0"/>
              </a:defRPr>
            </a:lvl1pPr>
            <a:lvl2pPr>
              <a:spcBef>
                <a:spcPct val="30000"/>
              </a:spcBef>
              <a:buClr>
                <a:srgbClr val="000000"/>
              </a:buClr>
              <a:buSzPct val="100000"/>
              <a:buFont typeface="Times New Roman" panose="02020603050405020304" pitchFamily="16"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6" charset="0"/>
              </a:defRPr>
            </a:lvl2pPr>
            <a:lvl3pPr>
              <a:spcBef>
                <a:spcPct val="30000"/>
              </a:spcBef>
              <a:buClr>
                <a:srgbClr val="000000"/>
              </a:buClr>
              <a:buSzPct val="100000"/>
              <a:buFont typeface="Times New Roman" panose="02020603050405020304" pitchFamily="16"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6" charset="0"/>
              </a:defRPr>
            </a:lvl3pPr>
            <a:lvl4pPr>
              <a:spcBef>
                <a:spcPct val="30000"/>
              </a:spcBef>
              <a:buClr>
                <a:srgbClr val="000000"/>
              </a:buClr>
              <a:buSzPct val="100000"/>
              <a:buFont typeface="Times New Roman" panose="02020603050405020304" pitchFamily="16"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6" charset="0"/>
              </a:defRPr>
            </a:lvl4pPr>
            <a:lvl5pPr>
              <a:spcBef>
                <a:spcPct val="30000"/>
              </a:spcBef>
              <a:buClr>
                <a:srgbClr val="000000"/>
              </a:buClr>
              <a:buSzPct val="100000"/>
              <a:buFont typeface="Times New Roman" panose="02020603050405020304" pitchFamily="16"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6" charset="0"/>
              </a:defRPr>
            </a:lvl5pPr>
            <a:lvl6pPr marL="2514600" indent="-228600" defTabSz="457200" eaLnBrk="0" fontAlgn="base" hangingPunct="0">
              <a:spcBef>
                <a:spcPct val="30000"/>
              </a:spcBef>
              <a:spcAft>
                <a:spcPct val="0"/>
              </a:spcAft>
              <a:buClr>
                <a:srgbClr val="000000"/>
              </a:buClr>
              <a:buSzPct val="100000"/>
              <a:buFont typeface="Times New Roman" panose="02020603050405020304" pitchFamily="16"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6" charset="0"/>
              </a:defRPr>
            </a:lvl6pPr>
            <a:lvl7pPr marL="2971800" indent="-228600" defTabSz="457200" eaLnBrk="0" fontAlgn="base" hangingPunct="0">
              <a:spcBef>
                <a:spcPct val="30000"/>
              </a:spcBef>
              <a:spcAft>
                <a:spcPct val="0"/>
              </a:spcAft>
              <a:buClr>
                <a:srgbClr val="000000"/>
              </a:buClr>
              <a:buSzPct val="100000"/>
              <a:buFont typeface="Times New Roman" panose="02020603050405020304" pitchFamily="16"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6" charset="0"/>
              </a:defRPr>
            </a:lvl7pPr>
            <a:lvl8pPr marL="3429000" indent="-228600" defTabSz="457200" eaLnBrk="0" fontAlgn="base" hangingPunct="0">
              <a:spcBef>
                <a:spcPct val="30000"/>
              </a:spcBef>
              <a:spcAft>
                <a:spcPct val="0"/>
              </a:spcAft>
              <a:buClr>
                <a:srgbClr val="000000"/>
              </a:buClr>
              <a:buSzPct val="100000"/>
              <a:buFont typeface="Times New Roman" panose="02020603050405020304" pitchFamily="16"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6" charset="0"/>
              </a:defRPr>
            </a:lvl8pPr>
            <a:lvl9pPr marL="3886200" indent="-228600" defTabSz="457200" eaLnBrk="0" fontAlgn="base" hangingPunct="0">
              <a:spcBef>
                <a:spcPct val="30000"/>
              </a:spcBef>
              <a:spcAft>
                <a:spcPct val="0"/>
              </a:spcAft>
              <a:buClr>
                <a:srgbClr val="000000"/>
              </a:buClr>
              <a:buSzPct val="100000"/>
              <a:buFont typeface="Times New Roman" panose="02020603050405020304" pitchFamily="16"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6" charset="0"/>
              </a:defRPr>
            </a:lvl9pPr>
          </a:lstStyle>
          <a:p>
            <a:pPr>
              <a:spcBef>
                <a:spcPct val="0"/>
              </a:spcBef>
              <a:buClrTx/>
              <a:buFontTx/>
              <a:buNone/>
            </a:pPr>
            <a:fld id="{4A1BFD48-8F88-4458-84ED-D30BB0A71177}" type="slidenum">
              <a:rPr lang="en-US" altLang="en-US" sz="1400" smtClean="0"/>
            </a:fld>
            <a:endParaRPr lang="en-US" altLang="en-US" sz="1400"/>
          </a:p>
        </p:txBody>
      </p:sp>
      <p:sp>
        <p:nvSpPr>
          <p:cNvPr id="6147" name="Rectangle 1"/>
          <p:cNvSpPr>
            <a:spLocks noGrp="1" noRot="1" noChangeAspect="1" noChangeArrowheads="1" noTextEdit="1"/>
          </p:cNvSpPr>
          <p:nvPr>
            <p:ph type="sldImg"/>
          </p:nvPr>
        </p:nvSpPr>
        <p:spPr>
          <a:xfrm>
            <a:off x="1371600" y="763588"/>
            <a:ext cx="5029200" cy="3771900"/>
          </a:xfrm>
          <a:solidFill>
            <a:srgbClr val="FFFFFF"/>
          </a:solidFill>
          <a:ln>
            <a:solidFill>
              <a:srgbClr val="000000"/>
            </a:solidFill>
            <a:miter lim="800000"/>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6148" name="Rectangle 2"/>
          <p:cNvSpPr>
            <a:spLocks noGrp="1" noChangeArrowheads="1"/>
          </p:cNvSpPr>
          <p:nvPr>
            <p:ph type="body" idx="1"/>
          </p:nvPr>
        </p:nvSpPr>
        <p:spPr>
          <a:xfrm>
            <a:off x="777875" y="4776788"/>
            <a:ext cx="6218238" cy="4525962"/>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ltLang="en-US">
              <a:latin typeface="Times New Roman" panose="02020603050405020304" pitchFamily="16" charset="0"/>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6146" name="Rectangle 8"/>
          <p:cNvSpPr>
            <a:spLocks noGrp="1" noChangeArrowheads="1"/>
          </p:cNvSpPr>
          <p:nvPr>
            <p:ph type="sldNum"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30000"/>
              </a:spcBef>
              <a:buClr>
                <a:srgbClr val="000000"/>
              </a:buClr>
              <a:buSzPct val="100000"/>
              <a:buFont typeface="Times New Roman" panose="02020603050405020304" pitchFamily="16"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6" charset="0"/>
              </a:defRPr>
            </a:lvl1pPr>
            <a:lvl2pPr>
              <a:spcBef>
                <a:spcPct val="30000"/>
              </a:spcBef>
              <a:buClr>
                <a:srgbClr val="000000"/>
              </a:buClr>
              <a:buSzPct val="100000"/>
              <a:buFont typeface="Times New Roman" panose="02020603050405020304" pitchFamily="16"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6" charset="0"/>
              </a:defRPr>
            </a:lvl2pPr>
            <a:lvl3pPr>
              <a:spcBef>
                <a:spcPct val="30000"/>
              </a:spcBef>
              <a:buClr>
                <a:srgbClr val="000000"/>
              </a:buClr>
              <a:buSzPct val="100000"/>
              <a:buFont typeface="Times New Roman" panose="02020603050405020304" pitchFamily="16"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6" charset="0"/>
              </a:defRPr>
            </a:lvl3pPr>
            <a:lvl4pPr>
              <a:spcBef>
                <a:spcPct val="30000"/>
              </a:spcBef>
              <a:buClr>
                <a:srgbClr val="000000"/>
              </a:buClr>
              <a:buSzPct val="100000"/>
              <a:buFont typeface="Times New Roman" panose="02020603050405020304" pitchFamily="16"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6" charset="0"/>
              </a:defRPr>
            </a:lvl4pPr>
            <a:lvl5pPr>
              <a:spcBef>
                <a:spcPct val="30000"/>
              </a:spcBef>
              <a:buClr>
                <a:srgbClr val="000000"/>
              </a:buClr>
              <a:buSzPct val="100000"/>
              <a:buFont typeface="Times New Roman" panose="02020603050405020304" pitchFamily="16"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6" charset="0"/>
              </a:defRPr>
            </a:lvl5pPr>
            <a:lvl6pPr marL="2514600" indent="-228600" defTabSz="457200" eaLnBrk="0" fontAlgn="base" hangingPunct="0">
              <a:spcBef>
                <a:spcPct val="30000"/>
              </a:spcBef>
              <a:spcAft>
                <a:spcPct val="0"/>
              </a:spcAft>
              <a:buClr>
                <a:srgbClr val="000000"/>
              </a:buClr>
              <a:buSzPct val="100000"/>
              <a:buFont typeface="Times New Roman" panose="02020603050405020304" pitchFamily="16"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6" charset="0"/>
              </a:defRPr>
            </a:lvl6pPr>
            <a:lvl7pPr marL="2971800" indent="-228600" defTabSz="457200" eaLnBrk="0" fontAlgn="base" hangingPunct="0">
              <a:spcBef>
                <a:spcPct val="30000"/>
              </a:spcBef>
              <a:spcAft>
                <a:spcPct val="0"/>
              </a:spcAft>
              <a:buClr>
                <a:srgbClr val="000000"/>
              </a:buClr>
              <a:buSzPct val="100000"/>
              <a:buFont typeface="Times New Roman" panose="02020603050405020304" pitchFamily="16"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6" charset="0"/>
              </a:defRPr>
            </a:lvl7pPr>
            <a:lvl8pPr marL="3429000" indent="-228600" defTabSz="457200" eaLnBrk="0" fontAlgn="base" hangingPunct="0">
              <a:spcBef>
                <a:spcPct val="30000"/>
              </a:spcBef>
              <a:spcAft>
                <a:spcPct val="0"/>
              </a:spcAft>
              <a:buClr>
                <a:srgbClr val="000000"/>
              </a:buClr>
              <a:buSzPct val="100000"/>
              <a:buFont typeface="Times New Roman" panose="02020603050405020304" pitchFamily="16"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6" charset="0"/>
              </a:defRPr>
            </a:lvl8pPr>
            <a:lvl9pPr marL="3886200" indent="-228600" defTabSz="457200" eaLnBrk="0" fontAlgn="base" hangingPunct="0">
              <a:spcBef>
                <a:spcPct val="30000"/>
              </a:spcBef>
              <a:spcAft>
                <a:spcPct val="0"/>
              </a:spcAft>
              <a:buClr>
                <a:srgbClr val="000000"/>
              </a:buClr>
              <a:buSzPct val="100000"/>
              <a:buFont typeface="Times New Roman" panose="02020603050405020304" pitchFamily="16"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6" charset="0"/>
              </a:defRPr>
            </a:lvl9pPr>
          </a:lstStyle>
          <a:p>
            <a:pPr>
              <a:spcBef>
                <a:spcPct val="0"/>
              </a:spcBef>
              <a:buClrTx/>
              <a:buFontTx/>
              <a:buNone/>
            </a:pPr>
            <a:fld id="{4A1BFD48-8F88-4458-84ED-D30BB0A71177}" type="slidenum">
              <a:rPr lang="en-US" altLang="en-US" sz="1400" smtClean="0"/>
            </a:fld>
            <a:endParaRPr lang="en-US" altLang="en-US" sz="1400"/>
          </a:p>
        </p:txBody>
      </p:sp>
      <p:sp>
        <p:nvSpPr>
          <p:cNvPr id="6147" name="Rectangle 1"/>
          <p:cNvSpPr>
            <a:spLocks noGrp="1" noRot="1" noChangeAspect="1" noChangeArrowheads="1" noTextEdit="1"/>
          </p:cNvSpPr>
          <p:nvPr>
            <p:ph type="sldImg"/>
          </p:nvPr>
        </p:nvSpPr>
        <p:spPr>
          <a:xfrm>
            <a:off x="1371600" y="763588"/>
            <a:ext cx="5029200" cy="3771900"/>
          </a:xfrm>
          <a:solidFill>
            <a:srgbClr val="FFFFFF"/>
          </a:solidFill>
          <a:ln>
            <a:solidFill>
              <a:srgbClr val="000000"/>
            </a:solidFill>
            <a:miter lim="800000"/>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6148" name="Rectangle 2"/>
          <p:cNvSpPr>
            <a:spLocks noGrp="1" noChangeArrowheads="1"/>
          </p:cNvSpPr>
          <p:nvPr>
            <p:ph type="body" idx="1"/>
          </p:nvPr>
        </p:nvSpPr>
        <p:spPr>
          <a:xfrm>
            <a:off x="777875" y="4776788"/>
            <a:ext cx="6218238" cy="4525962"/>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ltLang="en-US">
              <a:latin typeface="Times New Roman" panose="02020603050405020304" pitchFamily="16" charset="0"/>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6146" name="Rectangle 8"/>
          <p:cNvSpPr>
            <a:spLocks noGrp="1" noChangeArrowheads="1"/>
          </p:cNvSpPr>
          <p:nvPr>
            <p:ph type="sldNum"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30000"/>
              </a:spcBef>
              <a:buClr>
                <a:srgbClr val="000000"/>
              </a:buClr>
              <a:buSzPct val="100000"/>
              <a:buFont typeface="Times New Roman" panose="02020603050405020304" pitchFamily="16"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6" charset="0"/>
              </a:defRPr>
            </a:lvl1pPr>
            <a:lvl2pPr>
              <a:spcBef>
                <a:spcPct val="30000"/>
              </a:spcBef>
              <a:buClr>
                <a:srgbClr val="000000"/>
              </a:buClr>
              <a:buSzPct val="100000"/>
              <a:buFont typeface="Times New Roman" panose="02020603050405020304" pitchFamily="16"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6" charset="0"/>
              </a:defRPr>
            </a:lvl2pPr>
            <a:lvl3pPr>
              <a:spcBef>
                <a:spcPct val="30000"/>
              </a:spcBef>
              <a:buClr>
                <a:srgbClr val="000000"/>
              </a:buClr>
              <a:buSzPct val="100000"/>
              <a:buFont typeface="Times New Roman" panose="02020603050405020304" pitchFamily="16"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6" charset="0"/>
              </a:defRPr>
            </a:lvl3pPr>
            <a:lvl4pPr>
              <a:spcBef>
                <a:spcPct val="30000"/>
              </a:spcBef>
              <a:buClr>
                <a:srgbClr val="000000"/>
              </a:buClr>
              <a:buSzPct val="100000"/>
              <a:buFont typeface="Times New Roman" panose="02020603050405020304" pitchFamily="16"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6" charset="0"/>
              </a:defRPr>
            </a:lvl4pPr>
            <a:lvl5pPr>
              <a:spcBef>
                <a:spcPct val="30000"/>
              </a:spcBef>
              <a:buClr>
                <a:srgbClr val="000000"/>
              </a:buClr>
              <a:buSzPct val="100000"/>
              <a:buFont typeface="Times New Roman" panose="02020603050405020304" pitchFamily="16"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6" charset="0"/>
              </a:defRPr>
            </a:lvl5pPr>
            <a:lvl6pPr marL="2514600" indent="-228600" defTabSz="457200" eaLnBrk="0" fontAlgn="base" hangingPunct="0">
              <a:spcBef>
                <a:spcPct val="30000"/>
              </a:spcBef>
              <a:spcAft>
                <a:spcPct val="0"/>
              </a:spcAft>
              <a:buClr>
                <a:srgbClr val="000000"/>
              </a:buClr>
              <a:buSzPct val="100000"/>
              <a:buFont typeface="Times New Roman" panose="02020603050405020304" pitchFamily="16"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6" charset="0"/>
              </a:defRPr>
            </a:lvl6pPr>
            <a:lvl7pPr marL="2971800" indent="-228600" defTabSz="457200" eaLnBrk="0" fontAlgn="base" hangingPunct="0">
              <a:spcBef>
                <a:spcPct val="30000"/>
              </a:spcBef>
              <a:spcAft>
                <a:spcPct val="0"/>
              </a:spcAft>
              <a:buClr>
                <a:srgbClr val="000000"/>
              </a:buClr>
              <a:buSzPct val="100000"/>
              <a:buFont typeface="Times New Roman" panose="02020603050405020304" pitchFamily="16"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6" charset="0"/>
              </a:defRPr>
            </a:lvl7pPr>
            <a:lvl8pPr marL="3429000" indent="-228600" defTabSz="457200" eaLnBrk="0" fontAlgn="base" hangingPunct="0">
              <a:spcBef>
                <a:spcPct val="30000"/>
              </a:spcBef>
              <a:spcAft>
                <a:spcPct val="0"/>
              </a:spcAft>
              <a:buClr>
                <a:srgbClr val="000000"/>
              </a:buClr>
              <a:buSzPct val="100000"/>
              <a:buFont typeface="Times New Roman" panose="02020603050405020304" pitchFamily="16"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6" charset="0"/>
              </a:defRPr>
            </a:lvl8pPr>
            <a:lvl9pPr marL="3886200" indent="-228600" defTabSz="457200" eaLnBrk="0" fontAlgn="base" hangingPunct="0">
              <a:spcBef>
                <a:spcPct val="30000"/>
              </a:spcBef>
              <a:spcAft>
                <a:spcPct val="0"/>
              </a:spcAft>
              <a:buClr>
                <a:srgbClr val="000000"/>
              </a:buClr>
              <a:buSzPct val="100000"/>
              <a:buFont typeface="Times New Roman" panose="02020603050405020304" pitchFamily="16"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6" charset="0"/>
              </a:defRPr>
            </a:lvl9pPr>
          </a:lstStyle>
          <a:p>
            <a:pPr>
              <a:spcBef>
                <a:spcPct val="0"/>
              </a:spcBef>
              <a:buClrTx/>
              <a:buFontTx/>
              <a:buNone/>
            </a:pPr>
            <a:fld id="{4A1BFD48-8F88-4458-84ED-D30BB0A71177}" type="slidenum">
              <a:rPr lang="en-US" altLang="en-US" sz="1400" smtClean="0"/>
            </a:fld>
            <a:endParaRPr lang="en-US" altLang="en-US" sz="1400"/>
          </a:p>
        </p:txBody>
      </p:sp>
      <p:sp>
        <p:nvSpPr>
          <p:cNvPr id="6147" name="Rectangle 1"/>
          <p:cNvSpPr>
            <a:spLocks noGrp="1" noRot="1" noChangeAspect="1" noChangeArrowheads="1" noTextEdit="1"/>
          </p:cNvSpPr>
          <p:nvPr>
            <p:ph type="sldImg"/>
          </p:nvPr>
        </p:nvSpPr>
        <p:spPr>
          <a:xfrm>
            <a:off x="1371600" y="763588"/>
            <a:ext cx="5029200" cy="3771900"/>
          </a:xfrm>
          <a:solidFill>
            <a:srgbClr val="FFFFFF"/>
          </a:solidFill>
          <a:ln>
            <a:solidFill>
              <a:srgbClr val="000000"/>
            </a:solidFill>
            <a:miter lim="800000"/>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6148" name="Rectangle 2"/>
          <p:cNvSpPr>
            <a:spLocks noGrp="1" noChangeArrowheads="1"/>
          </p:cNvSpPr>
          <p:nvPr>
            <p:ph type="body" idx="1"/>
          </p:nvPr>
        </p:nvSpPr>
        <p:spPr>
          <a:xfrm>
            <a:off x="777875" y="4776788"/>
            <a:ext cx="6218238" cy="4525962"/>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ltLang="en-US">
              <a:latin typeface="Times New Roman" panose="02020603050405020304" pitchFamily="16" charset="0"/>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6146" name="Rectangle 8"/>
          <p:cNvSpPr>
            <a:spLocks noGrp="1" noChangeArrowheads="1"/>
          </p:cNvSpPr>
          <p:nvPr>
            <p:ph type="sldNum"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30000"/>
              </a:spcBef>
              <a:buClr>
                <a:srgbClr val="000000"/>
              </a:buClr>
              <a:buSzPct val="100000"/>
              <a:buFont typeface="Times New Roman" panose="02020603050405020304" pitchFamily="16"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6" charset="0"/>
              </a:defRPr>
            </a:lvl1pPr>
            <a:lvl2pPr>
              <a:spcBef>
                <a:spcPct val="30000"/>
              </a:spcBef>
              <a:buClr>
                <a:srgbClr val="000000"/>
              </a:buClr>
              <a:buSzPct val="100000"/>
              <a:buFont typeface="Times New Roman" panose="02020603050405020304" pitchFamily="16"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6" charset="0"/>
              </a:defRPr>
            </a:lvl2pPr>
            <a:lvl3pPr>
              <a:spcBef>
                <a:spcPct val="30000"/>
              </a:spcBef>
              <a:buClr>
                <a:srgbClr val="000000"/>
              </a:buClr>
              <a:buSzPct val="100000"/>
              <a:buFont typeface="Times New Roman" panose="02020603050405020304" pitchFamily="16"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6" charset="0"/>
              </a:defRPr>
            </a:lvl3pPr>
            <a:lvl4pPr>
              <a:spcBef>
                <a:spcPct val="30000"/>
              </a:spcBef>
              <a:buClr>
                <a:srgbClr val="000000"/>
              </a:buClr>
              <a:buSzPct val="100000"/>
              <a:buFont typeface="Times New Roman" panose="02020603050405020304" pitchFamily="16"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6" charset="0"/>
              </a:defRPr>
            </a:lvl4pPr>
            <a:lvl5pPr>
              <a:spcBef>
                <a:spcPct val="30000"/>
              </a:spcBef>
              <a:buClr>
                <a:srgbClr val="000000"/>
              </a:buClr>
              <a:buSzPct val="100000"/>
              <a:buFont typeface="Times New Roman" panose="02020603050405020304" pitchFamily="16"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6" charset="0"/>
              </a:defRPr>
            </a:lvl5pPr>
            <a:lvl6pPr marL="2514600" indent="-228600" defTabSz="457200" eaLnBrk="0" fontAlgn="base" hangingPunct="0">
              <a:spcBef>
                <a:spcPct val="30000"/>
              </a:spcBef>
              <a:spcAft>
                <a:spcPct val="0"/>
              </a:spcAft>
              <a:buClr>
                <a:srgbClr val="000000"/>
              </a:buClr>
              <a:buSzPct val="100000"/>
              <a:buFont typeface="Times New Roman" panose="02020603050405020304" pitchFamily="16"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6" charset="0"/>
              </a:defRPr>
            </a:lvl6pPr>
            <a:lvl7pPr marL="2971800" indent="-228600" defTabSz="457200" eaLnBrk="0" fontAlgn="base" hangingPunct="0">
              <a:spcBef>
                <a:spcPct val="30000"/>
              </a:spcBef>
              <a:spcAft>
                <a:spcPct val="0"/>
              </a:spcAft>
              <a:buClr>
                <a:srgbClr val="000000"/>
              </a:buClr>
              <a:buSzPct val="100000"/>
              <a:buFont typeface="Times New Roman" panose="02020603050405020304" pitchFamily="16"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6" charset="0"/>
              </a:defRPr>
            </a:lvl7pPr>
            <a:lvl8pPr marL="3429000" indent="-228600" defTabSz="457200" eaLnBrk="0" fontAlgn="base" hangingPunct="0">
              <a:spcBef>
                <a:spcPct val="30000"/>
              </a:spcBef>
              <a:spcAft>
                <a:spcPct val="0"/>
              </a:spcAft>
              <a:buClr>
                <a:srgbClr val="000000"/>
              </a:buClr>
              <a:buSzPct val="100000"/>
              <a:buFont typeface="Times New Roman" panose="02020603050405020304" pitchFamily="16"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6" charset="0"/>
              </a:defRPr>
            </a:lvl8pPr>
            <a:lvl9pPr marL="3886200" indent="-228600" defTabSz="457200" eaLnBrk="0" fontAlgn="base" hangingPunct="0">
              <a:spcBef>
                <a:spcPct val="30000"/>
              </a:spcBef>
              <a:spcAft>
                <a:spcPct val="0"/>
              </a:spcAft>
              <a:buClr>
                <a:srgbClr val="000000"/>
              </a:buClr>
              <a:buSzPct val="100000"/>
              <a:buFont typeface="Times New Roman" panose="02020603050405020304" pitchFamily="16"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6" charset="0"/>
              </a:defRPr>
            </a:lvl9pPr>
          </a:lstStyle>
          <a:p>
            <a:pPr>
              <a:spcBef>
                <a:spcPct val="0"/>
              </a:spcBef>
              <a:buClrTx/>
              <a:buFontTx/>
              <a:buNone/>
            </a:pPr>
            <a:fld id="{4A1BFD48-8F88-4458-84ED-D30BB0A71177}" type="slidenum">
              <a:rPr lang="en-US" altLang="en-US" sz="1400" smtClean="0"/>
            </a:fld>
            <a:endParaRPr lang="en-US" altLang="en-US" sz="1400"/>
          </a:p>
        </p:txBody>
      </p:sp>
      <p:sp>
        <p:nvSpPr>
          <p:cNvPr id="6147" name="Rectangle 1"/>
          <p:cNvSpPr>
            <a:spLocks noGrp="1" noRot="1" noChangeAspect="1" noChangeArrowheads="1" noTextEdit="1"/>
          </p:cNvSpPr>
          <p:nvPr>
            <p:ph type="sldImg"/>
          </p:nvPr>
        </p:nvSpPr>
        <p:spPr>
          <a:xfrm>
            <a:off x="1371600" y="763588"/>
            <a:ext cx="5029200" cy="3771900"/>
          </a:xfrm>
          <a:solidFill>
            <a:srgbClr val="FFFFFF"/>
          </a:solidFill>
          <a:ln>
            <a:solidFill>
              <a:srgbClr val="000000"/>
            </a:solidFill>
            <a:miter lim="800000"/>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6148" name="Rectangle 2"/>
          <p:cNvSpPr>
            <a:spLocks noGrp="1" noChangeArrowheads="1"/>
          </p:cNvSpPr>
          <p:nvPr>
            <p:ph type="body" idx="1"/>
          </p:nvPr>
        </p:nvSpPr>
        <p:spPr>
          <a:xfrm>
            <a:off x="777875" y="4776788"/>
            <a:ext cx="6218238" cy="4525962"/>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ltLang="en-US">
              <a:latin typeface="Times New Roman" panose="02020603050405020304" pitchFamily="16" charset="0"/>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6146" name="Rectangle 8"/>
          <p:cNvSpPr>
            <a:spLocks noGrp="1" noChangeArrowheads="1"/>
          </p:cNvSpPr>
          <p:nvPr>
            <p:ph type="sldNum"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30000"/>
              </a:spcBef>
              <a:buClr>
                <a:srgbClr val="000000"/>
              </a:buClr>
              <a:buSzPct val="100000"/>
              <a:buFont typeface="Times New Roman" panose="02020603050405020304" pitchFamily="16"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6" charset="0"/>
              </a:defRPr>
            </a:lvl1pPr>
            <a:lvl2pPr>
              <a:spcBef>
                <a:spcPct val="30000"/>
              </a:spcBef>
              <a:buClr>
                <a:srgbClr val="000000"/>
              </a:buClr>
              <a:buSzPct val="100000"/>
              <a:buFont typeface="Times New Roman" panose="02020603050405020304" pitchFamily="16"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6" charset="0"/>
              </a:defRPr>
            </a:lvl2pPr>
            <a:lvl3pPr>
              <a:spcBef>
                <a:spcPct val="30000"/>
              </a:spcBef>
              <a:buClr>
                <a:srgbClr val="000000"/>
              </a:buClr>
              <a:buSzPct val="100000"/>
              <a:buFont typeface="Times New Roman" panose="02020603050405020304" pitchFamily="16"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6" charset="0"/>
              </a:defRPr>
            </a:lvl3pPr>
            <a:lvl4pPr>
              <a:spcBef>
                <a:spcPct val="30000"/>
              </a:spcBef>
              <a:buClr>
                <a:srgbClr val="000000"/>
              </a:buClr>
              <a:buSzPct val="100000"/>
              <a:buFont typeface="Times New Roman" panose="02020603050405020304" pitchFamily="16"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6" charset="0"/>
              </a:defRPr>
            </a:lvl4pPr>
            <a:lvl5pPr>
              <a:spcBef>
                <a:spcPct val="30000"/>
              </a:spcBef>
              <a:buClr>
                <a:srgbClr val="000000"/>
              </a:buClr>
              <a:buSzPct val="100000"/>
              <a:buFont typeface="Times New Roman" panose="02020603050405020304" pitchFamily="16"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6" charset="0"/>
              </a:defRPr>
            </a:lvl5pPr>
            <a:lvl6pPr marL="2514600" indent="-228600" defTabSz="457200" eaLnBrk="0" fontAlgn="base" hangingPunct="0">
              <a:spcBef>
                <a:spcPct val="30000"/>
              </a:spcBef>
              <a:spcAft>
                <a:spcPct val="0"/>
              </a:spcAft>
              <a:buClr>
                <a:srgbClr val="000000"/>
              </a:buClr>
              <a:buSzPct val="100000"/>
              <a:buFont typeface="Times New Roman" panose="02020603050405020304" pitchFamily="16"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6" charset="0"/>
              </a:defRPr>
            </a:lvl6pPr>
            <a:lvl7pPr marL="2971800" indent="-228600" defTabSz="457200" eaLnBrk="0" fontAlgn="base" hangingPunct="0">
              <a:spcBef>
                <a:spcPct val="30000"/>
              </a:spcBef>
              <a:spcAft>
                <a:spcPct val="0"/>
              </a:spcAft>
              <a:buClr>
                <a:srgbClr val="000000"/>
              </a:buClr>
              <a:buSzPct val="100000"/>
              <a:buFont typeface="Times New Roman" panose="02020603050405020304" pitchFamily="16"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6" charset="0"/>
              </a:defRPr>
            </a:lvl7pPr>
            <a:lvl8pPr marL="3429000" indent="-228600" defTabSz="457200" eaLnBrk="0" fontAlgn="base" hangingPunct="0">
              <a:spcBef>
                <a:spcPct val="30000"/>
              </a:spcBef>
              <a:spcAft>
                <a:spcPct val="0"/>
              </a:spcAft>
              <a:buClr>
                <a:srgbClr val="000000"/>
              </a:buClr>
              <a:buSzPct val="100000"/>
              <a:buFont typeface="Times New Roman" panose="02020603050405020304" pitchFamily="16"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6" charset="0"/>
              </a:defRPr>
            </a:lvl8pPr>
            <a:lvl9pPr marL="3886200" indent="-228600" defTabSz="457200" eaLnBrk="0" fontAlgn="base" hangingPunct="0">
              <a:spcBef>
                <a:spcPct val="30000"/>
              </a:spcBef>
              <a:spcAft>
                <a:spcPct val="0"/>
              </a:spcAft>
              <a:buClr>
                <a:srgbClr val="000000"/>
              </a:buClr>
              <a:buSzPct val="100000"/>
              <a:buFont typeface="Times New Roman" panose="02020603050405020304" pitchFamily="16"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6" charset="0"/>
              </a:defRPr>
            </a:lvl9pPr>
          </a:lstStyle>
          <a:p>
            <a:pPr>
              <a:spcBef>
                <a:spcPct val="0"/>
              </a:spcBef>
              <a:buClrTx/>
              <a:buFontTx/>
              <a:buNone/>
            </a:pPr>
            <a:fld id="{4A1BFD48-8F88-4458-84ED-D30BB0A71177}" type="slidenum">
              <a:rPr lang="en-US" altLang="en-US" sz="1400" smtClean="0"/>
            </a:fld>
            <a:endParaRPr lang="en-US" altLang="en-US" sz="1400"/>
          </a:p>
        </p:txBody>
      </p:sp>
      <p:sp>
        <p:nvSpPr>
          <p:cNvPr id="6147" name="Rectangle 1"/>
          <p:cNvSpPr>
            <a:spLocks noGrp="1" noRot="1" noChangeAspect="1" noChangeArrowheads="1" noTextEdit="1"/>
          </p:cNvSpPr>
          <p:nvPr>
            <p:ph type="sldImg"/>
          </p:nvPr>
        </p:nvSpPr>
        <p:spPr>
          <a:xfrm>
            <a:off x="1371600" y="763588"/>
            <a:ext cx="5029200" cy="3771900"/>
          </a:xfrm>
          <a:solidFill>
            <a:srgbClr val="FFFFFF"/>
          </a:solidFill>
          <a:ln>
            <a:solidFill>
              <a:srgbClr val="000000"/>
            </a:solidFill>
            <a:miter lim="800000"/>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6148" name="Rectangle 2"/>
          <p:cNvSpPr>
            <a:spLocks noGrp="1" noChangeArrowheads="1"/>
          </p:cNvSpPr>
          <p:nvPr>
            <p:ph type="body" idx="1"/>
          </p:nvPr>
        </p:nvSpPr>
        <p:spPr>
          <a:xfrm>
            <a:off x="777875" y="4776788"/>
            <a:ext cx="6218238" cy="4525962"/>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ltLang="en-US">
              <a:latin typeface="Times New Roman" panose="02020603050405020304" pitchFamily="16" charset="0"/>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6146" name="Rectangle 8"/>
          <p:cNvSpPr>
            <a:spLocks noGrp="1" noChangeArrowheads="1"/>
          </p:cNvSpPr>
          <p:nvPr>
            <p:ph type="sldNum"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30000"/>
              </a:spcBef>
              <a:buClr>
                <a:srgbClr val="000000"/>
              </a:buClr>
              <a:buSzPct val="100000"/>
              <a:buFont typeface="Times New Roman" panose="02020603050405020304" pitchFamily="16"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6" charset="0"/>
              </a:defRPr>
            </a:lvl1pPr>
            <a:lvl2pPr>
              <a:spcBef>
                <a:spcPct val="30000"/>
              </a:spcBef>
              <a:buClr>
                <a:srgbClr val="000000"/>
              </a:buClr>
              <a:buSzPct val="100000"/>
              <a:buFont typeface="Times New Roman" panose="02020603050405020304" pitchFamily="16"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6" charset="0"/>
              </a:defRPr>
            </a:lvl2pPr>
            <a:lvl3pPr>
              <a:spcBef>
                <a:spcPct val="30000"/>
              </a:spcBef>
              <a:buClr>
                <a:srgbClr val="000000"/>
              </a:buClr>
              <a:buSzPct val="100000"/>
              <a:buFont typeface="Times New Roman" panose="02020603050405020304" pitchFamily="16"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6" charset="0"/>
              </a:defRPr>
            </a:lvl3pPr>
            <a:lvl4pPr>
              <a:spcBef>
                <a:spcPct val="30000"/>
              </a:spcBef>
              <a:buClr>
                <a:srgbClr val="000000"/>
              </a:buClr>
              <a:buSzPct val="100000"/>
              <a:buFont typeface="Times New Roman" panose="02020603050405020304" pitchFamily="16"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6" charset="0"/>
              </a:defRPr>
            </a:lvl4pPr>
            <a:lvl5pPr>
              <a:spcBef>
                <a:spcPct val="30000"/>
              </a:spcBef>
              <a:buClr>
                <a:srgbClr val="000000"/>
              </a:buClr>
              <a:buSzPct val="100000"/>
              <a:buFont typeface="Times New Roman" panose="02020603050405020304" pitchFamily="16"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6" charset="0"/>
              </a:defRPr>
            </a:lvl5pPr>
            <a:lvl6pPr marL="2514600" indent="-228600" defTabSz="457200" eaLnBrk="0" fontAlgn="base" hangingPunct="0">
              <a:spcBef>
                <a:spcPct val="30000"/>
              </a:spcBef>
              <a:spcAft>
                <a:spcPct val="0"/>
              </a:spcAft>
              <a:buClr>
                <a:srgbClr val="000000"/>
              </a:buClr>
              <a:buSzPct val="100000"/>
              <a:buFont typeface="Times New Roman" panose="02020603050405020304" pitchFamily="16"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6" charset="0"/>
              </a:defRPr>
            </a:lvl6pPr>
            <a:lvl7pPr marL="2971800" indent="-228600" defTabSz="457200" eaLnBrk="0" fontAlgn="base" hangingPunct="0">
              <a:spcBef>
                <a:spcPct val="30000"/>
              </a:spcBef>
              <a:spcAft>
                <a:spcPct val="0"/>
              </a:spcAft>
              <a:buClr>
                <a:srgbClr val="000000"/>
              </a:buClr>
              <a:buSzPct val="100000"/>
              <a:buFont typeface="Times New Roman" panose="02020603050405020304" pitchFamily="16"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6" charset="0"/>
              </a:defRPr>
            </a:lvl7pPr>
            <a:lvl8pPr marL="3429000" indent="-228600" defTabSz="457200" eaLnBrk="0" fontAlgn="base" hangingPunct="0">
              <a:spcBef>
                <a:spcPct val="30000"/>
              </a:spcBef>
              <a:spcAft>
                <a:spcPct val="0"/>
              </a:spcAft>
              <a:buClr>
                <a:srgbClr val="000000"/>
              </a:buClr>
              <a:buSzPct val="100000"/>
              <a:buFont typeface="Times New Roman" panose="02020603050405020304" pitchFamily="16"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6" charset="0"/>
              </a:defRPr>
            </a:lvl8pPr>
            <a:lvl9pPr marL="3886200" indent="-228600" defTabSz="457200" eaLnBrk="0" fontAlgn="base" hangingPunct="0">
              <a:spcBef>
                <a:spcPct val="30000"/>
              </a:spcBef>
              <a:spcAft>
                <a:spcPct val="0"/>
              </a:spcAft>
              <a:buClr>
                <a:srgbClr val="000000"/>
              </a:buClr>
              <a:buSzPct val="100000"/>
              <a:buFont typeface="Times New Roman" panose="02020603050405020304" pitchFamily="16"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6" charset="0"/>
              </a:defRPr>
            </a:lvl9pPr>
          </a:lstStyle>
          <a:p>
            <a:pPr>
              <a:spcBef>
                <a:spcPct val="0"/>
              </a:spcBef>
              <a:buClrTx/>
              <a:buFontTx/>
              <a:buNone/>
            </a:pPr>
            <a:fld id="{4A1BFD48-8F88-4458-84ED-D30BB0A71177}" type="slidenum">
              <a:rPr lang="en-US" altLang="en-US" sz="1400" smtClean="0"/>
            </a:fld>
            <a:endParaRPr lang="en-US" altLang="en-US" sz="1400"/>
          </a:p>
        </p:txBody>
      </p:sp>
      <p:sp>
        <p:nvSpPr>
          <p:cNvPr id="6147" name="Rectangle 1"/>
          <p:cNvSpPr>
            <a:spLocks noGrp="1" noRot="1" noChangeAspect="1" noChangeArrowheads="1" noTextEdit="1"/>
          </p:cNvSpPr>
          <p:nvPr>
            <p:ph type="sldImg"/>
          </p:nvPr>
        </p:nvSpPr>
        <p:spPr>
          <a:xfrm>
            <a:off x="1371600" y="763588"/>
            <a:ext cx="5029200" cy="3771900"/>
          </a:xfrm>
          <a:solidFill>
            <a:srgbClr val="FFFFFF"/>
          </a:solidFill>
          <a:ln>
            <a:solidFill>
              <a:srgbClr val="000000"/>
            </a:solidFill>
            <a:miter lim="800000"/>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6148" name="Rectangle 2"/>
          <p:cNvSpPr>
            <a:spLocks noGrp="1" noChangeArrowheads="1"/>
          </p:cNvSpPr>
          <p:nvPr>
            <p:ph type="body" idx="1"/>
          </p:nvPr>
        </p:nvSpPr>
        <p:spPr>
          <a:xfrm>
            <a:off x="777875" y="4776788"/>
            <a:ext cx="6218238" cy="4525962"/>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ltLang="en-US">
              <a:latin typeface="Times New Roman" panose="02020603050405020304" pitchFamily="16" charset="0"/>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6146" name="Rectangle 8"/>
          <p:cNvSpPr>
            <a:spLocks noGrp="1" noChangeArrowheads="1"/>
          </p:cNvSpPr>
          <p:nvPr>
            <p:ph type="sldNum"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30000"/>
              </a:spcBef>
              <a:buClr>
                <a:srgbClr val="000000"/>
              </a:buClr>
              <a:buSzPct val="100000"/>
              <a:buFont typeface="Times New Roman" panose="02020603050405020304" pitchFamily="16"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6" charset="0"/>
              </a:defRPr>
            </a:lvl1pPr>
            <a:lvl2pPr>
              <a:spcBef>
                <a:spcPct val="30000"/>
              </a:spcBef>
              <a:buClr>
                <a:srgbClr val="000000"/>
              </a:buClr>
              <a:buSzPct val="100000"/>
              <a:buFont typeface="Times New Roman" panose="02020603050405020304" pitchFamily="16"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6" charset="0"/>
              </a:defRPr>
            </a:lvl2pPr>
            <a:lvl3pPr>
              <a:spcBef>
                <a:spcPct val="30000"/>
              </a:spcBef>
              <a:buClr>
                <a:srgbClr val="000000"/>
              </a:buClr>
              <a:buSzPct val="100000"/>
              <a:buFont typeface="Times New Roman" panose="02020603050405020304" pitchFamily="16"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6" charset="0"/>
              </a:defRPr>
            </a:lvl3pPr>
            <a:lvl4pPr>
              <a:spcBef>
                <a:spcPct val="30000"/>
              </a:spcBef>
              <a:buClr>
                <a:srgbClr val="000000"/>
              </a:buClr>
              <a:buSzPct val="100000"/>
              <a:buFont typeface="Times New Roman" panose="02020603050405020304" pitchFamily="16"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6" charset="0"/>
              </a:defRPr>
            </a:lvl4pPr>
            <a:lvl5pPr>
              <a:spcBef>
                <a:spcPct val="30000"/>
              </a:spcBef>
              <a:buClr>
                <a:srgbClr val="000000"/>
              </a:buClr>
              <a:buSzPct val="100000"/>
              <a:buFont typeface="Times New Roman" panose="02020603050405020304" pitchFamily="16"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6" charset="0"/>
              </a:defRPr>
            </a:lvl5pPr>
            <a:lvl6pPr marL="2514600" indent="-228600" defTabSz="457200" eaLnBrk="0" fontAlgn="base" hangingPunct="0">
              <a:spcBef>
                <a:spcPct val="30000"/>
              </a:spcBef>
              <a:spcAft>
                <a:spcPct val="0"/>
              </a:spcAft>
              <a:buClr>
                <a:srgbClr val="000000"/>
              </a:buClr>
              <a:buSzPct val="100000"/>
              <a:buFont typeface="Times New Roman" panose="02020603050405020304" pitchFamily="16"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6" charset="0"/>
              </a:defRPr>
            </a:lvl6pPr>
            <a:lvl7pPr marL="2971800" indent="-228600" defTabSz="457200" eaLnBrk="0" fontAlgn="base" hangingPunct="0">
              <a:spcBef>
                <a:spcPct val="30000"/>
              </a:spcBef>
              <a:spcAft>
                <a:spcPct val="0"/>
              </a:spcAft>
              <a:buClr>
                <a:srgbClr val="000000"/>
              </a:buClr>
              <a:buSzPct val="100000"/>
              <a:buFont typeface="Times New Roman" panose="02020603050405020304" pitchFamily="16"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6" charset="0"/>
              </a:defRPr>
            </a:lvl7pPr>
            <a:lvl8pPr marL="3429000" indent="-228600" defTabSz="457200" eaLnBrk="0" fontAlgn="base" hangingPunct="0">
              <a:spcBef>
                <a:spcPct val="30000"/>
              </a:spcBef>
              <a:spcAft>
                <a:spcPct val="0"/>
              </a:spcAft>
              <a:buClr>
                <a:srgbClr val="000000"/>
              </a:buClr>
              <a:buSzPct val="100000"/>
              <a:buFont typeface="Times New Roman" panose="02020603050405020304" pitchFamily="16"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6" charset="0"/>
              </a:defRPr>
            </a:lvl8pPr>
            <a:lvl9pPr marL="3886200" indent="-228600" defTabSz="457200" eaLnBrk="0" fontAlgn="base" hangingPunct="0">
              <a:spcBef>
                <a:spcPct val="30000"/>
              </a:spcBef>
              <a:spcAft>
                <a:spcPct val="0"/>
              </a:spcAft>
              <a:buClr>
                <a:srgbClr val="000000"/>
              </a:buClr>
              <a:buSzPct val="100000"/>
              <a:buFont typeface="Times New Roman" panose="02020603050405020304" pitchFamily="16"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6" charset="0"/>
              </a:defRPr>
            </a:lvl9pPr>
          </a:lstStyle>
          <a:p>
            <a:pPr>
              <a:spcBef>
                <a:spcPct val="0"/>
              </a:spcBef>
              <a:buClrTx/>
              <a:buFontTx/>
              <a:buNone/>
            </a:pPr>
            <a:fld id="{4A1BFD48-8F88-4458-84ED-D30BB0A71177}" type="slidenum">
              <a:rPr lang="en-US" altLang="en-US" sz="1400" smtClean="0"/>
            </a:fld>
            <a:endParaRPr lang="en-US" altLang="en-US" sz="1400"/>
          </a:p>
        </p:txBody>
      </p:sp>
      <p:sp>
        <p:nvSpPr>
          <p:cNvPr id="6147" name="Rectangle 1"/>
          <p:cNvSpPr>
            <a:spLocks noGrp="1" noRot="1" noChangeAspect="1" noChangeArrowheads="1" noTextEdit="1"/>
          </p:cNvSpPr>
          <p:nvPr>
            <p:ph type="sldImg"/>
          </p:nvPr>
        </p:nvSpPr>
        <p:spPr>
          <a:xfrm>
            <a:off x="1371600" y="763588"/>
            <a:ext cx="5029200" cy="3771900"/>
          </a:xfrm>
          <a:solidFill>
            <a:srgbClr val="FFFFFF"/>
          </a:solidFill>
          <a:ln>
            <a:solidFill>
              <a:srgbClr val="000000"/>
            </a:solidFill>
            <a:miter lim="800000"/>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6148" name="Rectangle 2"/>
          <p:cNvSpPr>
            <a:spLocks noGrp="1" noChangeArrowheads="1"/>
          </p:cNvSpPr>
          <p:nvPr>
            <p:ph type="body" idx="1"/>
          </p:nvPr>
        </p:nvSpPr>
        <p:spPr>
          <a:xfrm>
            <a:off x="777875" y="4776788"/>
            <a:ext cx="6218238" cy="4525962"/>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ltLang="en-US">
              <a:latin typeface="Times New Roman" panose="02020603050405020304" pitchFamily="16" charset="0"/>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6146" name="Rectangle 8"/>
          <p:cNvSpPr>
            <a:spLocks noGrp="1" noChangeArrowheads="1"/>
          </p:cNvSpPr>
          <p:nvPr>
            <p:ph type="sldNum"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30000"/>
              </a:spcBef>
              <a:buClr>
                <a:srgbClr val="000000"/>
              </a:buClr>
              <a:buSzPct val="100000"/>
              <a:buFont typeface="Times New Roman" panose="02020603050405020304" pitchFamily="16"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6" charset="0"/>
              </a:defRPr>
            </a:lvl1pPr>
            <a:lvl2pPr>
              <a:spcBef>
                <a:spcPct val="30000"/>
              </a:spcBef>
              <a:buClr>
                <a:srgbClr val="000000"/>
              </a:buClr>
              <a:buSzPct val="100000"/>
              <a:buFont typeface="Times New Roman" panose="02020603050405020304" pitchFamily="16"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6" charset="0"/>
              </a:defRPr>
            </a:lvl2pPr>
            <a:lvl3pPr>
              <a:spcBef>
                <a:spcPct val="30000"/>
              </a:spcBef>
              <a:buClr>
                <a:srgbClr val="000000"/>
              </a:buClr>
              <a:buSzPct val="100000"/>
              <a:buFont typeface="Times New Roman" panose="02020603050405020304" pitchFamily="16"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6" charset="0"/>
              </a:defRPr>
            </a:lvl3pPr>
            <a:lvl4pPr>
              <a:spcBef>
                <a:spcPct val="30000"/>
              </a:spcBef>
              <a:buClr>
                <a:srgbClr val="000000"/>
              </a:buClr>
              <a:buSzPct val="100000"/>
              <a:buFont typeface="Times New Roman" panose="02020603050405020304" pitchFamily="16"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6" charset="0"/>
              </a:defRPr>
            </a:lvl4pPr>
            <a:lvl5pPr>
              <a:spcBef>
                <a:spcPct val="30000"/>
              </a:spcBef>
              <a:buClr>
                <a:srgbClr val="000000"/>
              </a:buClr>
              <a:buSzPct val="100000"/>
              <a:buFont typeface="Times New Roman" panose="02020603050405020304" pitchFamily="16"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6" charset="0"/>
              </a:defRPr>
            </a:lvl5pPr>
            <a:lvl6pPr marL="2514600" indent="-228600" defTabSz="457200" eaLnBrk="0" fontAlgn="base" hangingPunct="0">
              <a:spcBef>
                <a:spcPct val="30000"/>
              </a:spcBef>
              <a:spcAft>
                <a:spcPct val="0"/>
              </a:spcAft>
              <a:buClr>
                <a:srgbClr val="000000"/>
              </a:buClr>
              <a:buSzPct val="100000"/>
              <a:buFont typeface="Times New Roman" panose="02020603050405020304" pitchFamily="16"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6" charset="0"/>
              </a:defRPr>
            </a:lvl6pPr>
            <a:lvl7pPr marL="2971800" indent="-228600" defTabSz="457200" eaLnBrk="0" fontAlgn="base" hangingPunct="0">
              <a:spcBef>
                <a:spcPct val="30000"/>
              </a:spcBef>
              <a:spcAft>
                <a:spcPct val="0"/>
              </a:spcAft>
              <a:buClr>
                <a:srgbClr val="000000"/>
              </a:buClr>
              <a:buSzPct val="100000"/>
              <a:buFont typeface="Times New Roman" panose="02020603050405020304" pitchFamily="16"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6" charset="0"/>
              </a:defRPr>
            </a:lvl7pPr>
            <a:lvl8pPr marL="3429000" indent="-228600" defTabSz="457200" eaLnBrk="0" fontAlgn="base" hangingPunct="0">
              <a:spcBef>
                <a:spcPct val="30000"/>
              </a:spcBef>
              <a:spcAft>
                <a:spcPct val="0"/>
              </a:spcAft>
              <a:buClr>
                <a:srgbClr val="000000"/>
              </a:buClr>
              <a:buSzPct val="100000"/>
              <a:buFont typeface="Times New Roman" panose="02020603050405020304" pitchFamily="16"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6" charset="0"/>
              </a:defRPr>
            </a:lvl8pPr>
            <a:lvl9pPr marL="3886200" indent="-228600" defTabSz="457200" eaLnBrk="0" fontAlgn="base" hangingPunct="0">
              <a:spcBef>
                <a:spcPct val="30000"/>
              </a:spcBef>
              <a:spcAft>
                <a:spcPct val="0"/>
              </a:spcAft>
              <a:buClr>
                <a:srgbClr val="000000"/>
              </a:buClr>
              <a:buSzPct val="100000"/>
              <a:buFont typeface="Times New Roman" panose="02020603050405020304" pitchFamily="16"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6" charset="0"/>
              </a:defRPr>
            </a:lvl9pPr>
          </a:lstStyle>
          <a:p>
            <a:pPr>
              <a:spcBef>
                <a:spcPct val="0"/>
              </a:spcBef>
              <a:buClrTx/>
              <a:buFontTx/>
              <a:buNone/>
            </a:pPr>
            <a:fld id="{4A1BFD48-8F88-4458-84ED-D30BB0A71177}" type="slidenum">
              <a:rPr lang="en-US" altLang="en-US" sz="1400" smtClean="0"/>
            </a:fld>
            <a:endParaRPr lang="en-US" altLang="en-US" sz="1400"/>
          </a:p>
        </p:txBody>
      </p:sp>
      <p:sp>
        <p:nvSpPr>
          <p:cNvPr id="6147" name="Rectangle 1"/>
          <p:cNvSpPr>
            <a:spLocks noGrp="1" noRot="1" noChangeAspect="1" noChangeArrowheads="1" noTextEdit="1"/>
          </p:cNvSpPr>
          <p:nvPr>
            <p:ph type="sldImg"/>
          </p:nvPr>
        </p:nvSpPr>
        <p:spPr>
          <a:xfrm>
            <a:off x="1371600" y="763588"/>
            <a:ext cx="5029200" cy="3771900"/>
          </a:xfrm>
          <a:solidFill>
            <a:srgbClr val="FFFFFF"/>
          </a:solidFill>
          <a:ln>
            <a:solidFill>
              <a:srgbClr val="000000"/>
            </a:solidFill>
            <a:miter lim="800000"/>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6148" name="Rectangle 2"/>
          <p:cNvSpPr>
            <a:spLocks noGrp="1" noChangeArrowheads="1"/>
          </p:cNvSpPr>
          <p:nvPr>
            <p:ph type="body" idx="1"/>
          </p:nvPr>
        </p:nvSpPr>
        <p:spPr>
          <a:xfrm>
            <a:off x="777875" y="4776788"/>
            <a:ext cx="6218238" cy="4525962"/>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ltLang="en-US">
              <a:latin typeface="Times New Roman" panose="02020603050405020304" pitchFamily="16" charset="0"/>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6146" name="Rectangle 8"/>
          <p:cNvSpPr>
            <a:spLocks noGrp="1" noChangeArrowheads="1"/>
          </p:cNvSpPr>
          <p:nvPr>
            <p:ph type="sldNum"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30000"/>
              </a:spcBef>
              <a:buClr>
                <a:srgbClr val="000000"/>
              </a:buClr>
              <a:buSzPct val="100000"/>
              <a:buFont typeface="Times New Roman" panose="02020603050405020304" pitchFamily="16"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6" charset="0"/>
              </a:defRPr>
            </a:lvl1pPr>
            <a:lvl2pPr>
              <a:spcBef>
                <a:spcPct val="30000"/>
              </a:spcBef>
              <a:buClr>
                <a:srgbClr val="000000"/>
              </a:buClr>
              <a:buSzPct val="100000"/>
              <a:buFont typeface="Times New Roman" panose="02020603050405020304" pitchFamily="16"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6" charset="0"/>
              </a:defRPr>
            </a:lvl2pPr>
            <a:lvl3pPr>
              <a:spcBef>
                <a:spcPct val="30000"/>
              </a:spcBef>
              <a:buClr>
                <a:srgbClr val="000000"/>
              </a:buClr>
              <a:buSzPct val="100000"/>
              <a:buFont typeface="Times New Roman" panose="02020603050405020304" pitchFamily="16"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6" charset="0"/>
              </a:defRPr>
            </a:lvl3pPr>
            <a:lvl4pPr>
              <a:spcBef>
                <a:spcPct val="30000"/>
              </a:spcBef>
              <a:buClr>
                <a:srgbClr val="000000"/>
              </a:buClr>
              <a:buSzPct val="100000"/>
              <a:buFont typeface="Times New Roman" panose="02020603050405020304" pitchFamily="16"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6" charset="0"/>
              </a:defRPr>
            </a:lvl4pPr>
            <a:lvl5pPr>
              <a:spcBef>
                <a:spcPct val="30000"/>
              </a:spcBef>
              <a:buClr>
                <a:srgbClr val="000000"/>
              </a:buClr>
              <a:buSzPct val="100000"/>
              <a:buFont typeface="Times New Roman" panose="02020603050405020304" pitchFamily="16"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6" charset="0"/>
              </a:defRPr>
            </a:lvl5pPr>
            <a:lvl6pPr marL="2514600" indent="-228600" defTabSz="457200" eaLnBrk="0" fontAlgn="base" hangingPunct="0">
              <a:spcBef>
                <a:spcPct val="30000"/>
              </a:spcBef>
              <a:spcAft>
                <a:spcPct val="0"/>
              </a:spcAft>
              <a:buClr>
                <a:srgbClr val="000000"/>
              </a:buClr>
              <a:buSzPct val="100000"/>
              <a:buFont typeface="Times New Roman" panose="02020603050405020304" pitchFamily="16"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6" charset="0"/>
              </a:defRPr>
            </a:lvl6pPr>
            <a:lvl7pPr marL="2971800" indent="-228600" defTabSz="457200" eaLnBrk="0" fontAlgn="base" hangingPunct="0">
              <a:spcBef>
                <a:spcPct val="30000"/>
              </a:spcBef>
              <a:spcAft>
                <a:spcPct val="0"/>
              </a:spcAft>
              <a:buClr>
                <a:srgbClr val="000000"/>
              </a:buClr>
              <a:buSzPct val="100000"/>
              <a:buFont typeface="Times New Roman" panose="02020603050405020304" pitchFamily="16"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6" charset="0"/>
              </a:defRPr>
            </a:lvl7pPr>
            <a:lvl8pPr marL="3429000" indent="-228600" defTabSz="457200" eaLnBrk="0" fontAlgn="base" hangingPunct="0">
              <a:spcBef>
                <a:spcPct val="30000"/>
              </a:spcBef>
              <a:spcAft>
                <a:spcPct val="0"/>
              </a:spcAft>
              <a:buClr>
                <a:srgbClr val="000000"/>
              </a:buClr>
              <a:buSzPct val="100000"/>
              <a:buFont typeface="Times New Roman" panose="02020603050405020304" pitchFamily="16"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6" charset="0"/>
              </a:defRPr>
            </a:lvl8pPr>
            <a:lvl9pPr marL="3886200" indent="-228600" defTabSz="457200" eaLnBrk="0" fontAlgn="base" hangingPunct="0">
              <a:spcBef>
                <a:spcPct val="30000"/>
              </a:spcBef>
              <a:spcAft>
                <a:spcPct val="0"/>
              </a:spcAft>
              <a:buClr>
                <a:srgbClr val="000000"/>
              </a:buClr>
              <a:buSzPct val="100000"/>
              <a:buFont typeface="Times New Roman" panose="02020603050405020304" pitchFamily="16"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6" charset="0"/>
              </a:defRPr>
            </a:lvl9pPr>
          </a:lstStyle>
          <a:p>
            <a:pPr>
              <a:spcBef>
                <a:spcPct val="0"/>
              </a:spcBef>
              <a:buClrTx/>
              <a:buFontTx/>
              <a:buNone/>
            </a:pPr>
            <a:fld id="{4A1BFD48-8F88-4458-84ED-D30BB0A71177}" type="slidenum">
              <a:rPr lang="en-US" altLang="en-US" sz="1400" smtClean="0"/>
            </a:fld>
            <a:endParaRPr lang="en-US" altLang="en-US" sz="1400"/>
          </a:p>
        </p:txBody>
      </p:sp>
      <p:sp>
        <p:nvSpPr>
          <p:cNvPr id="6147" name="Rectangle 1"/>
          <p:cNvSpPr>
            <a:spLocks noGrp="1" noRot="1" noChangeAspect="1" noChangeArrowheads="1" noTextEdit="1"/>
          </p:cNvSpPr>
          <p:nvPr>
            <p:ph type="sldImg"/>
          </p:nvPr>
        </p:nvSpPr>
        <p:spPr>
          <a:xfrm>
            <a:off x="1371600" y="763588"/>
            <a:ext cx="5029200" cy="3771900"/>
          </a:xfrm>
          <a:solidFill>
            <a:srgbClr val="FFFFFF"/>
          </a:solidFill>
          <a:ln>
            <a:solidFill>
              <a:srgbClr val="000000"/>
            </a:solidFill>
            <a:miter lim="800000"/>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6148" name="Rectangle 2"/>
          <p:cNvSpPr>
            <a:spLocks noGrp="1" noChangeArrowheads="1"/>
          </p:cNvSpPr>
          <p:nvPr>
            <p:ph type="body" idx="1"/>
          </p:nvPr>
        </p:nvSpPr>
        <p:spPr>
          <a:xfrm>
            <a:off x="777875" y="4776788"/>
            <a:ext cx="6218238" cy="4525962"/>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ltLang="en-US">
              <a:latin typeface="Times New Roman" panose="02020603050405020304" pitchFamily="16" charset="0"/>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6146" name="Rectangle 8"/>
          <p:cNvSpPr>
            <a:spLocks noGrp="1" noChangeArrowheads="1"/>
          </p:cNvSpPr>
          <p:nvPr>
            <p:ph type="sldNum"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30000"/>
              </a:spcBef>
              <a:buClr>
                <a:srgbClr val="000000"/>
              </a:buClr>
              <a:buSzPct val="100000"/>
              <a:buFont typeface="Times New Roman" panose="02020603050405020304" pitchFamily="16"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6" charset="0"/>
              </a:defRPr>
            </a:lvl1pPr>
            <a:lvl2pPr>
              <a:spcBef>
                <a:spcPct val="30000"/>
              </a:spcBef>
              <a:buClr>
                <a:srgbClr val="000000"/>
              </a:buClr>
              <a:buSzPct val="100000"/>
              <a:buFont typeface="Times New Roman" panose="02020603050405020304" pitchFamily="16"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6" charset="0"/>
              </a:defRPr>
            </a:lvl2pPr>
            <a:lvl3pPr>
              <a:spcBef>
                <a:spcPct val="30000"/>
              </a:spcBef>
              <a:buClr>
                <a:srgbClr val="000000"/>
              </a:buClr>
              <a:buSzPct val="100000"/>
              <a:buFont typeface="Times New Roman" panose="02020603050405020304" pitchFamily="16"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6" charset="0"/>
              </a:defRPr>
            </a:lvl3pPr>
            <a:lvl4pPr>
              <a:spcBef>
                <a:spcPct val="30000"/>
              </a:spcBef>
              <a:buClr>
                <a:srgbClr val="000000"/>
              </a:buClr>
              <a:buSzPct val="100000"/>
              <a:buFont typeface="Times New Roman" panose="02020603050405020304" pitchFamily="16"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6" charset="0"/>
              </a:defRPr>
            </a:lvl4pPr>
            <a:lvl5pPr>
              <a:spcBef>
                <a:spcPct val="30000"/>
              </a:spcBef>
              <a:buClr>
                <a:srgbClr val="000000"/>
              </a:buClr>
              <a:buSzPct val="100000"/>
              <a:buFont typeface="Times New Roman" panose="02020603050405020304" pitchFamily="16"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6" charset="0"/>
              </a:defRPr>
            </a:lvl5pPr>
            <a:lvl6pPr marL="2514600" indent="-228600" defTabSz="457200" eaLnBrk="0" fontAlgn="base" hangingPunct="0">
              <a:spcBef>
                <a:spcPct val="30000"/>
              </a:spcBef>
              <a:spcAft>
                <a:spcPct val="0"/>
              </a:spcAft>
              <a:buClr>
                <a:srgbClr val="000000"/>
              </a:buClr>
              <a:buSzPct val="100000"/>
              <a:buFont typeface="Times New Roman" panose="02020603050405020304" pitchFamily="16"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6" charset="0"/>
              </a:defRPr>
            </a:lvl6pPr>
            <a:lvl7pPr marL="2971800" indent="-228600" defTabSz="457200" eaLnBrk="0" fontAlgn="base" hangingPunct="0">
              <a:spcBef>
                <a:spcPct val="30000"/>
              </a:spcBef>
              <a:spcAft>
                <a:spcPct val="0"/>
              </a:spcAft>
              <a:buClr>
                <a:srgbClr val="000000"/>
              </a:buClr>
              <a:buSzPct val="100000"/>
              <a:buFont typeface="Times New Roman" panose="02020603050405020304" pitchFamily="16"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6" charset="0"/>
              </a:defRPr>
            </a:lvl7pPr>
            <a:lvl8pPr marL="3429000" indent="-228600" defTabSz="457200" eaLnBrk="0" fontAlgn="base" hangingPunct="0">
              <a:spcBef>
                <a:spcPct val="30000"/>
              </a:spcBef>
              <a:spcAft>
                <a:spcPct val="0"/>
              </a:spcAft>
              <a:buClr>
                <a:srgbClr val="000000"/>
              </a:buClr>
              <a:buSzPct val="100000"/>
              <a:buFont typeface="Times New Roman" panose="02020603050405020304" pitchFamily="16"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6" charset="0"/>
              </a:defRPr>
            </a:lvl8pPr>
            <a:lvl9pPr marL="3886200" indent="-228600" defTabSz="457200" eaLnBrk="0" fontAlgn="base" hangingPunct="0">
              <a:spcBef>
                <a:spcPct val="30000"/>
              </a:spcBef>
              <a:spcAft>
                <a:spcPct val="0"/>
              </a:spcAft>
              <a:buClr>
                <a:srgbClr val="000000"/>
              </a:buClr>
              <a:buSzPct val="100000"/>
              <a:buFont typeface="Times New Roman" panose="02020603050405020304" pitchFamily="16"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6" charset="0"/>
              </a:defRPr>
            </a:lvl9pPr>
          </a:lstStyle>
          <a:p>
            <a:pPr>
              <a:spcBef>
                <a:spcPct val="0"/>
              </a:spcBef>
              <a:buClrTx/>
              <a:buFontTx/>
              <a:buNone/>
            </a:pPr>
            <a:fld id="{4A1BFD48-8F88-4458-84ED-D30BB0A71177}" type="slidenum">
              <a:rPr lang="en-US" altLang="en-US" sz="1400" smtClean="0"/>
            </a:fld>
            <a:endParaRPr lang="en-US" altLang="en-US" sz="1400"/>
          </a:p>
        </p:txBody>
      </p:sp>
      <p:sp>
        <p:nvSpPr>
          <p:cNvPr id="6147" name="Rectangle 1"/>
          <p:cNvSpPr>
            <a:spLocks noGrp="1" noRot="1" noChangeAspect="1" noChangeArrowheads="1" noTextEdit="1"/>
          </p:cNvSpPr>
          <p:nvPr>
            <p:ph type="sldImg"/>
          </p:nvPr>
        </p:nvSpPr>
        <p:spPr>
          <a:xfrm>
            <a:off x="1371600" y="763588"/>
            <a:ext cx="5029200" cy="3771900"/>
          </a:xfrm>
          <a:solidFill>
            <a:srgbClr val="FFFFFF"/>
          </a:solidFill>
          <a:ln>
            <a:solidFill>
              <a:srgbClr val="000000"/>
            </a:solidFill>
            <a:miter lim="800000"/>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6148" name="Rectangle 2"/>
          <p:cNvSpPr>
            <a:spLocks noGrp="1" noChangeArrowheads="1"/>
          </p:cNvSpPr>
          <p:nvPr>
            <p:ph type="body" idx="1"/>
          </p:nvPr>
        </p:nvSpPr>
        <p:spPr>
          <a:xfrm>
            <a:off x="777875" y="4776788"/>
            <a:ext cx="6218238" cy="4525962"/>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ltLang="en-US">
              <a:latin typeface="Times New Roman" panose="02020603050405020304" pitchFamily="16" charset="0"/>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6146" name="Rectangle 8"/>
          <p:cNvSpPr>
            <a:spLocks noGrp="1" noChangeArrowheads="1"/>
          </p:cNvSpPr>
          <p:nvPr>
            <p:ph type="sldNum"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30000"/>
              </a:spcBef>
              <a:buClr>
                <a:srgbClr val="000000"/>
              </a:buClr>
              <a:buSzPct val="100000"/>
              <a:buFont typeface="Times New Roman" panose="02020603050405020304" pitchFamily="16"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6" charset="0"/>
              </a:defRPr>
            </a:lvl1pPr>
            <a:lvl2pPr>
              <a:spcBef>
                <a:spcPct val="30000"/>
              </a:spcBef>
              <a:buClr>
                <a:srgbClr val="000000"/>
              </a:buClr>
              <a:buSzPct val="100000"/>
              <a:buFont typeface="Times New Roman" panose="02020603050405020304" pitchFamily="16"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6" charset="0"/>
              </a:defRPr>
            </a:lvl2pPr>
            <a:lvl3pPr>
              <a:spcBef>
                <a:spcPct val="30000"/>
              </a:spcBef>
              <a:buClr>
                <a:srgbClr val="000000"/>
              </a:buClr>
              <a:buSzPct val="100000"/>
              <a:buFont typeface="Times New Roman" panose="02020603050405020304" pitchFamily="16"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6" charset="0"/>
              </a:defRPr>
            </a:lvl3pPr>
            <a:lvl4pPr>
              <a:spcBef>
                <a:spcPct val="30000"/>
              </a:spcBef>
              <a:buClr>
                <a:srgbClr val="000000"/>
              </a:buClr>
              <a:buSzPct val="100000"/>
              <a:buFont typeface="Times New Roman" panose="02020603050405020304" pitchFamily="16"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6" charset="0"/>
              </a:defRPr>
            </a:lvl4pPr>
            <a:lvl5pPr>
              <a:spcBef>
                <a:spcPct val="30000"/>
              </a:spcBef>
              <a:buClr>
                <a:srgbClr val="000000"/>
              </a:buClr>
              <a:buSzPct val="100000"/>
              <a:buFont typeface="Times New Roman" panose="02020603050405020304" pitchFamily="16"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6" charset="0"/>
              </a:defRPr>
            </a:lvl5pPr>
            <a:lvl6pPr marL="2514600" indent="-228600" defTabSz="457200" eaLnBrk="0" fontAlgn="base" hangingPunct="0">
              <a:spcBef>
                <a:spcPct val="30000"/>
              </a:spcBef>
              <a:spcAft>
                <a:spcPct val="0"/>
              </a:spcAft>
              <a:buClr>
                <a:srgbClr val="000000"/>
              </a:buClr>
              <a:buSzPct val="100000"/>
              <a:buFont typeface="Times New Roman" panose="02020603050405020304" pitchFamily="16"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6" charset="0"/>
              </a:defRPr>
            </a:lvl6pPr>
            <a:lvl7pPr marL="2971800" indent="-228600" defTabSz="457200" eaLnBrk="0" fontAlgn="base" hangingPunct="0">
              <a:spcBef>
                <a:spcPct val="30000"/>
              </a:spcBef>
              <a:spcAft>
                <a:spcPct val="0"/>
              </a:spcAft>
              <a:buClr>
                <a:srgbClr val="000000"/>
              </a:buClr>
              <a:buSzPct val="100000"/>
              <a:buFont typeface="Times New Roman" panose="02020603050405020304" pitchFamily="16"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6" charset="0"/>
              </a:defRPr>
            </a:lvl7pPr>
            <a:lvl8pPr marL="3429000" indent="-228600" defTabSz="457200" eaLnBrk="0" fontAlgn="base" hangingPunct="0">
              <a:spcBef>
                <a:spcPct val="30000"/>
              </a:spcBef>
              <a:spcAft>
                <a:spcPct val="0"/>
              </a:spcAft>
              <a:buClr>
                <a:srgbClr val="000000"/>
              </a:buClr>
              <a:buSzPct val="100000"/>
              <a:buFont typeface="Times New Roman" panose="02020603050405020304" pitchFamily="16"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6" charset="0"/>
              </a:defRPr>
            </a:lvl8pPr>
            <a:lvl9pPr marL="3886200" indent="-228600" defTabSz="457200" eaLnBrk="0" fontAlgn="base" hangingPunct="0">
              <a:spcBef>
                <a:spcPct val="30000"/>
              </a:spcBef>
              <a:spcAft>
                <a:spcPct val="0"/>
              </a:spcAft>
              <a:buClr>
                <a:srgbClr val="000000"/>
              </a:buClr>
              <a:buSzPct val="100000"/>
              <a:buFont typeface="Times New Roman" panose="02020603050405020304" pitchFamily="16"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6" charset="0"/>
              </a:defRPr>
            </a:lvl9pPr>
          </a:lstStyle>
          <a:p>
            <a:pPr>
              <a:spcBef>
                <a:spcPct val="0"/>
              </a:spcBef>
              <a:buClrTx/>
              <a:buFontTx/>
              <a:buNone/>
            </a:pPr>
            <a:fld id="{4A1BFD48-8F88-4458-84ED-D30BB0A71177}" type="slidenum">
              <a:rPr lang="en-US" altLang="en-US" sz="1400" smtClean="0"/>
            </a:fld>
            <a:endParaRPr lang="en-US" altLang="en-US" sz="1400"/>
          </a:p>
        </p:txBody>
      </p:sp>
      <p:sp>
        <p:nvSpPr>
          <p:cNvPr id="6147" name="Rectangle 1"/>
          <p:cNvSpPr>
            <a:spLocks noGrp="1" noRot="1" noChangeAspect="1" noChangeArrowheads="1" noTextEdit="1"/>
          </p:cNvSpPr>
          <p:nvPr>
            <p:ph type="sldImg"/>
          </p:nvPr>
        </p:nvSpPr>
        <p:spPr>
          <a:xfrm>
            <a:off x="1371600" y="763588"/>
            <a:ext cx="5029200" cy="3771900"/>
          </a:xfrm>
          <a:solidFill>
            <a:srgbClr val="FFFFFF"/>
          </a:solidFill>
          <a:ln>
            <a:solidFill>
              <a:srgbClr val="000000"/>
            </a:solidFill>
            <a:miter lim="800000"/>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6148" name="Rectangle 2"/>
          <p:cNvSpPr>
            <a:spLocks noGrp="1" noChangeArrowheads="1"/>
          </p:cNvSpPr>
          <p:nvPr>
            <p:ph type="body" idx="1"/>
          </p:nvPr>
        </p:nvSpPr>
        <p:spPr>
          <a:xfrm>
            <a:off x="777875" y="4776788"/>
            <a:ext cx="6218238" cy="4525962"/>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ltLang="en-US">
              <a:latin typeface="Times New Roman" panose="02020603050405020304" pitchFamily="16" charset="0"/>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6146" name="Rectangle 8"/>
          <p:cNvSpPr>
            <a:spLocks noGrp="1" noChangeArrowheads="1"/>
          </p:cNvSpPr>
          <p:nvPr>
            <p:ph type="sldNum"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30000"/>
              </a:spcBef>
              <a:buClr>
                <a:srgbClr val="000000"/>
              </a:buClr>
              <a:buSzPct val="100000"/>
              <a:buFont typeface="Times New Roman" panose="02020603050405020304" pitchFamily="16"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6" charset="0"/>
              </a:defRPr>
            </a:lvl1pPr>
            <a:lvl2pPr>
              <a:spcBef>
                <a:spcPct val="30000"/>
              </a:spcBef>
              <a:buClr>
                <a:srgbClr val="000000"/>
              </a:buClr>
              <a:buSzPct val="100000"/>
              <a:buFont typeface="Times New Roman" panose="02020603050405020304" pitchFamily="16"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6" charset="0"/>
              </a:defRPr>
            </a:lvl2pPr>
            <a:lvl3pPr>
              <a:spcBef>
                <a:spcPct val="30000"/>
              </a:spcBef>
              <a:buClr>
                <a:srgbClr val="000000"/>
              </a:buClr>
              <a:buSzPct val="100000"/>
              <a:buFont typeface="Times New Roman" panose="02020603050405020304" pitchFamily="16"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6" charset="0"/>
              </a:defRPr>
            </a:lvl3pPr>
            <a:lvl4pPr>
              <a:spcBef>
                <a:spcPct val="30000"/>
              </a:spcBef>
              <a:buClr>
                <a:srgbClr val="000000"/>
              </a:buClr>
              <a:buSzPct val="100000"/>
              <a:buFont typeface="Times New Roman" panose="02020603050405020304" pitchFamily="16"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6" charset="0"/>
              </a:defRPr>
            </a:lvl4pPr>
            <a:lvl5pPr>
              <a:spcBef>
                <a:spcPct val="30000"/>
              </a:spcBef>
              <a:buClr>
                <a:srgbClr val="000000"/>
              </a:buClr>
              <a:buSzPct val="100000"/>
              <a:buFont typeface="Times New Roman" panose="02020603050405020304" pitchFamily="16"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6" charset="0"/>
              </a:defRPr>
            </a:lvl5pPr>
            <a:lvl6pPr marL="2514600" indent="-228600" defTabSz="457200" eaLnBrk="0" fontAlgn="base" hangingPunct="0">
              <a:spcBef>
                <a:spcPct val="30000"/>
              </a:spcBef>
              <a:spcAft>
                <a:spcPct val="0"/>
              </a:spcAft>
              <a:buClr>
                <a:srgbClr val="000000"/>
              </a:buClr>
              <a:buSzPct val="100000"/>
              <a:buFont typeface="Times New Roman" panose="02020603050405020304" pitchFamily="16"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6" charset="0"/>
              </a:defRPr>
            </a:lvl6pPr>
            <a:lvl7pPr marL="2971800" indent="-228600" defTabSz="457200" eaLnBrk="0" fontAlgn="base" hangingPunct="0">
              <a:spcBef>
                <a:spcPct val="30000"/>
              </a:spcBef>
              <a:spcAft>
                <a:spcPct val="0"/>
              </a:spcAft>
              <a:buClr>
                <a:srgbClr val="000000"/>
              </a:buClr>
              <a:buSzPct val="100000"/>
              <a:buFont typeface="Times New Roman" panose="02020603050405020304" pitchFamily="16"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6" charset="0"/>
              </a:defRPr>
            </a:lvl7pPr>
            <a:lvl8pPr marL="3429000" indent="-228600" defTabSz="457200" eaLnBrk="0" fontAlgn="base" hangingPunct="0">
              <a:spcBef>
                <a:spcPct val="30000"/>
              </a:spcBef>
              <a:spcAft>
                <a:spcPct val="0"/>
              </a:spcAft>
              <a:buClr>
                <a:srgbClr val="000000"/>
              </a:buClr>
              <a:buSzPct val="100000"/>
              <a:buFont typeface="Times New Roman" panose="02020603050405020304" pitchFamily="16"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6" charset="0"/>
              </a:defRPr>
            </a:lvl8pPr>
            <a:lvl9pPr marL="3886200" indent="-228600" defTabSz="457200" eaLnBrk="0" fontAlgn="base" hangingPunct="0">
              <a:spcBef>
                <a:spcPct val="30000"/>
              </a:spcBef>
              <a:spcAft>
                <a:spcPct val="0"/>
              </a:spcAft>
              <a:buClr>
                <a:srgbClr val="000000"/>
              </a:buClr>
              <a:buSzPct val="100000"/>
              <a:buFont typeface="Times New Roman" panose="02020603050405020304" pitchFamily="16"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6" charset="0"/>
              </a:defRPr>
            </a:lvl9pPr>
          </a:lstStyle>
          <a:p>
            <a:pPr>
              <a:spcBef>
                <a:spcPct val="0"/>
              </a:spcBef>
              <a:buClrTx/>
              <a:buFontTx/>
              <a:buNone/>
            </a:pPr>
            <a:fld id="{4A1BFD48-8F88-4458-84ED-D30BB0A71177}" type="slidenum">
              <a:rPr lang="en-US" altLang="en-US" sz="1400" smtClean="0"/>
            </a:fld>
            <a:endParaRPr lang="en-US" altLang="en-US" sz="1400"/>
          </a:p>
        </p:txBody>
      </p:sp>
      <p:sp>
        <p:nvSpPr>
          <p:cNvPr id="6147" name="Rectangle 1"/>
          <p:cNvSpPr>
            <a:spLocks noGrp="1" noRot="1" noChangeAspect="1" noChangeArrowheads="1" noTextEdit="1"/>
          </p:cNvSpPr>
          <p:nvPr>
            <p:ph type="sldImg"/>
          </p:nvPr>
        </p:nvSpPr>
        <p:spPr>
          <a:xfrm>
            <a:off x="1371600" y="763588"/>
            <a:ext cx="5029200" cy="3771900"/>
          </a:xfrm>
          <a:solidFill>
            <a:srgbClr val="FFFFFF"/>
          </a:solidFill>
          <a:ln>
            <a:solidFill>
              <a:srgbClr val="000000"/>
            </a:solidFill>
            <a:miter lim="800000"/>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6148" name="Rectangle 2"/>
          <p:cNvSpPr>
            <a:spLocks noGrp="1" noChangeArrowheads="1"/>
          </p:cNvSpPr>
          <p:nvPr>
            <p:ph type="body" idx="1"/>
          </p:nvPr>
        </p:nvSpPr>
        <p:spPr>
          <a:xfrm>
            <a:off x="777875" y="4776788"/>
            <a:ext cx="6218238" cy="4525962"/>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ltLang="en-US">
              <a:latin typeface="Times New Roman" panose="02020603050405020304" pitchFamily="16" charset="0"/>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6146" name="Rectangle 8"/>
          <p:cNvSpPr>
            <a:spLocks noGrp="1" noChangeArrowheads="1"/>
          </p:cNvSpPr>
          <p:nvPr>
            <p:ph type="sldNum"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30000"/>
              </a:spcBef>
              <a:buClr>
                <a:srgbClr val="000000"/>
              </a:buClr>
              <a:buSzPct val="100000"/>
              <a:buFont typeface="Times New Roman" panose="02020603050405020304" pitchFamily="16"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6" charset="0"/>
              </a:defRPr>
            </a:lvl1pPr>
            <a:lvl2pPr>
              <a:spcBef>
                <a:spcPct val="30000"/>
              </a:spcBef>
              <a:buClr>
                <a:srgbClr val="000000"/>
              </a:buClr>
              <a:buSzPct val="100000"/>
              <a:buFont typeface="Times New Roman" panose="02020603050405020304" pitchFamily="16"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6" charset="0"/>
              </a:defRPr>
            </a:lvl2pPr>
            <a:lvl3pPr>
              <a:spcBef>
                <a:spcPct val="30000"/>
              </a:spcBef>
              <a:buClr>
                <a:srgbClr val="000000"/>
              </a:buClr>
              <a:buSzPct val="100000"/>
              <a:buFont typeface="Times New Roman" panose="02020603050405020304" pitchFamily="16"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6" charset="0"/>
              </a:defRPr>
            </a:lvl3pPr>
            <a:lvl4pPr>
              <a:spcBef>
                <a:spcPct val="30000"/>
              </a:spcBef>
              <a:buClr>
                <a:srgbClr val="000000"/>
              </a:buClr>
              <a:buSzPct val="100000"/>
              <a:buFont typeface="Times New Roman" panose="02020603050405020304" pitchFamily="16"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6" charset="0"/>
              </a:defRPr>
            </a:lvl4pPr>
            <a:lvl5pPr>
              <a:spcBef>
                <a:spcPct val="30000"/>
              </a:spcBef>
              <a:buClr>
                <a:srgbClr val="000000"/>
              </a:buClr>
              <a:buSzPct val="100000"/>
              <a:buFont typeface="Times New Roman" panose="02020603050405020304" pitchFamily="16"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6" charset="0"/>
              </a:defRPr>
            </a:lvl5pPr>
            <a:lvl6pPr marL="2514600" indent="-228600" defTabSz="457200" eaLnBrk="0" fontAlgn="base" hangingPunct="0">
              <a:spcBef>
                <a:spcPct val="30000"/>
              </a:spcBef>
              <a:spcAft>
                <a:spcPct val="0"/>
              </a:spcAft>
              <a:buClr>
                <a:srgbClr val="000000"/>
              </a:buClr>
              <a:buSzPct val="100000"/>
              <a:buFont typeface="Times New Roman" panose="02020603050405020304" pitchFamily="16"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6" charset="0"/>
              </a:defRPr>
            </a:lvl6pPr>
            <a:lvl7pPr marL="2971800" indent="-228600" defTabSz="457200" eaLnBrk="0" fontAlgn="base" hangingPunct="0">
              <a:spcBef>
                <a:spcPct val="30000"/>
              </a:spcBef>
              <a:spcAft>
                <a:spcPct val="0"/>
              </a:spcAft>
              <a:buClr>
                <a:srgbClr val="000000"/>
              </a:buClr>
              <a:buSzPct val="100000"/>
              <a:buFont typeface="Times New Roman" panose="02020603050405020304" pitchFamily="16"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6" charset="0"/>
              </a:defRPr>
            </a:lvl7pPr>
            <a:lvl8pPr marL="3429000" indent="-228600" defTabSz="457200" eaLnBrk="0" fontAlgn="base" hangingPunct="0">
              <a:spcBef>
                <a:spcPct val="30000"/>
              </a:spcBef>
              <a:spcAft>
                <a:spcPct val="0"/>
              </a:spcAft>
              <a:buClr>
                <a:srgbClr val="000000"/>
              </a:buClr>
              <a:buSzPct val="100000"/>
              <a:buFont typeface="Times New Roman" panose="02020603050405020304" pitchFamily="16"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6" charset="0"/>
              </a:defRPr>
            </a:lvl8pPr>
            <a:lvl9pPr marL="3886200" indent="-228600" defTabSz="457200" eaLnBrk="0" fontAlgn="base" hangingPunct="0">
              <a:spcBef>
                <a:spcPct val="30000"/>
              </a:spcBef>
              <a:spcAft>
                <a:spcPct val="0"/>
              </a:spcAft>
              <a:buClr>
                <a:srgbClr val="000000"/>
              </a:buClr>
              <a:buSzPct val="100000"/>
              <a:buFont typeface="Times New Roman" panose="02020603050405020304" pitchFamily="16"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6" charset="0"/>
              </a:defRPr>
            </a:lvl9pPr>
          </a:lstStyle>
          <a:p>
            <a:pPr>
              <a:spcBef>
                <a:spcPct val="0"/>
              </a:spcBef>
              <a:buClrTx/>
              <a:buFontTx/>
              <a:buNone/>
            </a:pPr>
            <a:fld id="{4A1BFD48-8F88-4458-84ED-D30BB0A71177}" type="slidenum">
              <a:rPr lang="en-US" altLang="en-US" sz="1400" smtClean="0"/>
            </a:fld>
            <a:endParaRPr lang="en-US" altLang="en-US" sz="1400"/>
          </a:p>
        </p:txBody>
      </p:sp>
      <p:sp>
        <p:nvSpPr>
          <p:cNvPr id="6147" name="Rectangle 1"/>
          <p:cNvSpPr>
            <a:spLocks noGrp="1" noRot="1" noChangeAspect="1" noChangeArrowheads="1" noTextEdit="1"/>
          </p:cNvSpPr>
          <p:nvPr>
            <p:ph type="sldImg"/>
          </p:nvPr>
        </p:nvSpPr>
        <p:spPr>
          <a:xfrm>
            <a:off x="1371600" y="763588"/>
            <a:ext cx="5029200" cy="3771900"/>
          </a:xfrm>
          <a:solidFill>
            <a:srgbClr val="FFFFFF"/>
          </a:solidFill>
          <a:ln>
            <a:solidFill>
              <a:srgbClr val="000000"/>
            </a:solidFill>
            <a:miter lim="800000"/>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6148" name="Rectangle 2"/>
          <p:cNvSpPr>
            <a:spLocks noGrp="1" noChangeArrowheads="1"/>
          </p:cNvSpPr>
          <p:nvPr>
            <p:ph type="body" idx="1"/>
          </p:nvPr>
        </p:nvSpPr>
        <p:spPr>
          <a:xfrm>
            <a:off x="777875" y="4776788"/>
            <a:ext cx="6218238" cy="4525962"/>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ltLang="en-US">
              <a:latin typeface="Times New Roman" panose="02020603050405020304" pitchFamily="16" charset="0"/>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6146" name="Rectangle 8"/>
          <p:cNvSpPr>
            <a:spLocks noGrp="1" noChangeArrowheads="1"/>
          </p:cNvSpPr>
          <p:nvPr>
            <p:ph type="sldNum"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30000"/>
              </a:spcBef>
              <a:buClr>
                <a:srgbClr val="000000"/>
              </a:buClr>
              <a:buSzPct val="100000"/>
              <a:buFont typeface="Times New Roman" panose="02020603050405020304" pitchFamily="16"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6" charset="0"/>
              </a:defRPr>
            </a:lvl1pPr>
            <a:lvl2pPr>
              <a:spcBef>
                <a:spcPct val="30000"/>
              </a:spcBef>
              <a:buClr>
                <a:srgbClr val="000000"/>
              </a:buClr>
              <a:buSzPct val="100000"/>
              <a:buFont typeface="Times New Roman" panose="02020603050405020304" pitchFamily="16"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6" charset="0"/>
              </a:defRPr>
            </a:lvl2pPr>
            <a:lvl3pPr>
              <a:spcBef>
                <a:spcPct val="30000"/>
              </a:spcBef>
              <a:buClr>
                <a:srgbClr val="000000"/>
              </a:buClr>
              <a:buSzPct val="100000"/>
              <a:buFont typeface="Times New Roman" panose="02020603050405020304" pitchFamily="16"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6" charset="0"/>
              </a:defRPr>
            </a:lvl3pPr>
            <a:lvl4pPr>
              <a:spcBef>
                <a:spcPct val="30000"/>
              </a:spcBef>
              <a:buClr>
                <a:srgbClr val="000000"/>
              </a:buClr>
              <a:buSzPct val="100000"/>
              <a:buFont typeface="Times New Roman" panose="02020603050405020304" pitchFamily="16"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6" charset="0"/>
              </a:defRPr>
            </a:lvl4pPr>
            <a:lvl5pPr>
              <a:spcBef>
                <a:spcPct val="30000"/>
              </a:spcBef>
              <a:buClr>
                <a:srgbClr val="000000"/>
              </a:buClr>
              <a:buSzPct val="100000"/>
              <a:buFont typeface="Times New Roman" panose="02020603050405020304" pitchFamily="16"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6" charset="0"/>
              </a:defRPr>
            </a:lvl5pPr>
            <a:lvl6pPr marL="2514600" indent="-228600" defTabSz="457200" eaLnBrk="0" fontAlgn="base" hangingPunct="0">
              <a:spcBef>
                <a:spcPct val="30000"/>
              </a:spcBef>
              <a:spcAft>
                <a:spcPct val="0"/>
              </a:spcAft>
              <a:buClr>
                <a:srgbClr val="000000"/>
              </a:buClr>
              <a:buSzPct val="100000"/>
              <a:buFont typeface="Times New Roman" panose="02020603050405020304" pitchFamily="16"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6" charset="0"/>
              </a:defRPr>
            </a:lvl6pPr>
            <a:lvl7pPr marL="2971800" indent="-228600" defTabSz="457200" eaLnBrk="0" fontAlgn="base" hangingPunct="0">
              <a:spcBef>
                <a:spcPct val="30000"/>
              </a:spcBef>
              <a:spcAft>
                <a:spcPct val="0"/>
              </a:spcAft>
              <a:buClr>
                <a:srgbClr val="000000"/>
              </a:buClr>
              <a:buSzPct val="100000"/>
              <a:buFont typeface="Times New Roman" panose="02020603050405020304" pitchFamily="16"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6" charset="0"/>
              </a:defRPr>
            </a:lvl7pPr>
            <a:lvl8pPr marL="3429000" indent="-228600" defTabSz="457200" eaLnBrk="0" fontAlgn="base" hangingPunct="0">
              <a:spcBef>
                <a:spcPct val="30000"/>
              </a:spcBef>
              <a:spcAft>
                <a:spcPct val="0"/>
              </a:spcAft>
              <a:buClr>
                <a:srgbClr val="000000"/>
              </a:buClr>
              <a:buSzPct val="100000"/>
              <a:buFont typeface="Times New Roman" panose="02020603050405020304" pitchFamily="16"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6" charset="0"/>
              </a:defRPr>
            </a:lvl8pPr>
            <a:lvl9pPr marL="3886200" indent="-228600" defTabSz="457200" eaLnBrk="0" fontAlgn="base" hangingPunct="0">
              <a:spcBef>
                <a:spcPct val="30000"/>
              </a:spcBef>
              <a:spcAft>
                <a:spcPct val="0"/>
              </a:spcAft>
              <a:buClr>
                <a:srgbClr val="000000"/>
              </a:buClr>
              <a:buSzPct val="100000"/>
              <a:buFont typeface="Times New Roman" panose="02020603050405020304" pitchFamily="16"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6" charset="0"/>
              </a:defRPr>
            </a:lvl9pPr>
          </a:lstStyle>
          <a:p>
            <a:pPr>
              <a:spcBef>
                <a:spcPct val="0"/>
              </a:spcBef>
              <a:buClrTx/>
              <a:buFontTx/>
              <a:buNone/>
            </a:pPr>
            <a:fld id="{4A1BFD48-8F88-4458-84ED-D30BB0A71177}" type="slidenum">
              <a:rPr lang="en-US" altLang="en-US" sz="1400" smtClean="0"/>
            </a:fld>
            <a:endParaRPr lang="en-US" altLang="en-US" sz="1400"/>
          </a:p>
        </p:txBody>
      </p:sp>
      <p:sp>
        <p:nvSpPr>
          <p:cNvPr id="6147" name="Rectangle 1"/>
          <p:cNvSpPr>
            <a:spLocks noGrp="1" noRot="1" noChangeAspect="1" noChangeArrowheads="1" noTextEdit="1"/>
          </p:cNvSpPr>
          <p:nvPr>
            <p:ph type="sldImg"/>
          </p:nvPr>
        </p:nvSpPr>
        <p:spPr>
          <a:xfrm>
            <a:off x="1371600" y="763588"/>
            <a:ext cx="5029200" cy="3771900"/>
          </a:xfrm>
          <a:solidFill>
            <a:srgbClr val="FFFFFF"/>
          </a:solidFill>
          <a:ln>
            <a:solidFill>
              <a:srgbClr val="000000"/>
            </a:solidFill>
            <a:miter lim="800000"/>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6148" name="Rectangle 2"/>
          <p:cNvSpPr>
            <a:spLocks noGrp="1" noChangeArrowheads="1"/>
          </p:cNvSpPr>
          <p:nvPr>
            <p:ph type="body" idx="1"/>
          </p:nvPr>
        </p:nvSpPr>
        <p:spPr>
          <a:xfrm>
            <a:off x="777875" y="4776788"/>
            <a:ext cx="6218238" cy="4525962"/>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ltLang="en-US">
              <a:latin typeface="Times New Roman" panose="02020603050405020304" pitchFamily="16" charset="0"/>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6146" name="Rectangle 8"/>
          <p:cNvSpPr>
            <a:spLocks noGrp="1" noChangeArrowheads="1"/>
          </p:cNvSpPr>
          <p:nvPr>
            <p:ph type="sldNum"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30000"/>
              </a:spcBef>
              <a:buClr>
                <a:srgbClr val="000000"/>
              </a:buClr>
              <a:buSzPct val="100000"/>
              <a:buFont typeface="Times New Roman" panose="02020603050405020304" pitchFamily="16"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6" charset="0"/>
              </a:defRPr>
            </a:lvl1pPr>
            <a:lvl2pPr>
              <a:spcBef>
                <a:spcPct val="30000"/>
              </a:spcBef>
              <a:buClr>
                <a:srgbClr val="000000"/>
              </a:buClr>
              <a:buSzPct val="100000"/>
              <a:buFont typeface="Times New Roman" panose="02020603050405020304" pitchFamily="16"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6" charset="0"/>
              </a:defRPr>
            </a:lvl2pPr>
            <a:lvl3pPr>
              <a:spcBef>
                <a:spcPct val="30000"/>
              </a:spcBef>
              <a:buClr>
                <a:srgbClr val="000000"/>
              </a:buClr>
              <a:buSzPct val="100000"/>
              <a:buFont typeface="Times New Roman" panose="02020603050405020304" pitchFamily="16"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6" charset="0"/>
              </a:defRPr>
            </a:lvl3pPr>
            <a:lvl4pPr>
              <a:spcBef>
                <a:spcPct val="30000"/>
              </a:spcBef>
              <a:buClr>
                <a:srgbClr val="000000"/>
              </a:buClr>
              <a:buSzPct val="100000"/>
              <a:buFont typeface="Times New Roman" panose="02020603050405020304" pitchFamily="16"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6" charset="0"/>
              </a:defRPr>
            </a:lvl4pPr>
            <a:lvl5pPr>
              <a:spcBef>
                <a:spcPct val="30000"/>
              </a:spcBef>
              <a:buClr>
                <a:srgbClr val="000000"/>
              </a:buClr>
              <a:buSzPct val="100000"/>
              <a:buFont typeface="Times New Roman" panose="02020603050405020304" pitchFamily="16"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6" charset="0"/>
              </a:defRPr>
            </a:lvl5pPr>
            <a:lvl6pPr marL="2514600" indent="-228600" defTabSz="457200" eaLnBrk="0" fontAlgn="base" hangingPunct="0">
              <a:spcBef>
                <a:spcPct val="30000"/>
              </a:spcBef>
              <a:spcAft>
                <a:spcPct val="0"/>
              </a:spcAft>
              <a:buClr>
                <a:srgbClr val="000000"/>
              </a:buClr>
              <a:buSzPct val="100000"/>
              <a:buFont typeface="Times New Roman" panose="02020603050405020304" pitchFamily="16"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6" charset="0"/>
              </a:defRPr>
            </a:lvl6pPr>
            <a:lvl7pPr marL="2971800" indent="-228600" defTabSz="457200" eaLnBrk="0" fontAlgn="base" hangingPunct="0">
              <a:spcBef>
                <a:spcPct val="30000"/>
              </a:spcBef>
              <a:spcAft>
                <a:spcPct val="0"/>
              </a:spcAft>
              <a:buClr>
                <a:srgbClr val="000000"/>
              </a:buClr>
              <a:buSzPct val="100000"/>
              <a:buFont typeface="Times New Roman" panose="02020603050405020304" pitchFamily="16"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6" charset="0"/>
              </a:defRPr>
            </a:lvl7pPr>
            <a:lvl8pPr marL="3429000" indent="-228600" defTabSz="457200" eaLnBrk="0" fontAlgn="base" hangingPunct="0">
              <a:spcBef>
                <a:spcPct val="30000"/>
              </a:spcBef>
              <a:spcAft>
                <a:spcPct val="0"/>
              </a:spcAft>
              <a:buClr>
                <a:srgbClr val="000000"/>
              </a:buClr>
              <a:buSzPct val="100000"/>
              <a:buFont typeface="Times New Roman" panose="02020603050405020304" pitchFamily="16"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6" charset="0"/>
              </a:defRPr>
            </a:lvl8pPr>
            <a:lvl9pPr marL="3886200" indent="-228600" defTabSz="457200" eaLnBrk="0" fontAlgn="base" hangingPunct="0">
              <a:spcBef>
                <a:spcPct val="30000"/>
              </a:spcBef>
              <a:spcAft>
                <a:spcPct val="0"/>
              </a:spcAft>
              <a:buClr>
                <a:srgbClr val="000000"/>
              </a:buClr>
              <a:buSzPct val="100000"/>
              <a:buFont typeface="Times New Roman" panose="02020603050405020304" pitchFamily="16"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6" charset="0"/>
              </a:defRPr>
            </a:lvl9pPr>
          </a:lstStyle>
          <a:p>
            <a:pPr>
              <a:spcBef>
                <a:spcPct val="0"/>
              </a:spcBef>
              <a:buClrTx/>
              <a:buFontTx/>
              <a:buNone/>
            </a:pPr>
            <a:fld id="{4A1BFD48-8F88-4458-84ED-D30BB0A71177}" type="slidenum">
              <a:rPr lang="en-US" altLang="en-US" sz="1400" smtClean="0"/>
            </a:fld>
            <a:endParaRPr lang="en-US" altLang="en-US" sz="1400"/>
          </a:p>
        </p:txBody>
      </p:sp>
      <p:sp>
        <p:nvSpPr>
          <p:cNvPr id="6147" name="Rectangle 1"/>
          <p:cNvSpPr>
            <a:spLocks noGrp="1" noRot="1" noChangeAspect="1" noChangeArrowheads="1" noTextEdit="1"/>
          </p:cNvSpPr>
          <p:nvPr>
            <p:ph type="sldImg"/>
          </p:nvPr>
        </p:nvSpPr>
        <p:spPr>
          <a:xfrm>
            <a:off x="1371600" y="763588"/>
            <a:ext cx="5029200" cy="3771900"/>
          </a:xfrm>
          <a:solidFill>
            <a:srgbClr val="FFFFFF"/>
          </a:solidFill>
          <a:ln>
            <a:solidFill>
              <a:srgbClr val="000000"/>
            </a:solidFill>
            <a:miter lim="800000"/>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6148" name="Rectangle 2"/>
          <p:cNvSpPr>
            <a:spLocks noGrp="1" noChangeArrowheads="1"/>
          </p:cNvSpPr>
          <p:nvPr>
            <p:ph type="body" idx="1"/>
          </p:nvPr>
        </p:nvSpPr>
        <p:spPr>
          <a:xfrm>
            <a:off x="777875" y="4776788"/>
            <a:ext cx="6218238" cy="4525962"/>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ltLang="en-US">
              <a:latin typeface="Times New Roman" panose="02020603050405020304" pitchFamily="16" charset="0"/>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6146" name="Rectangle 8"/>
          <p:cNvSpPr>
            <a:spLocks noGrp="1" noChangeArrowheads="1"/>
          </p:cNvSpPr>
          <p:nvPr>
            <p:ph type="sldNum"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30000"/>
              </a:spcBef>
              <a:buClr>
                <a:srgbClr val="000000"/>
              </a:buClr>
              <a:buSzPct val="100000"/>
              <a:buFont typeface="Times New Roman" panose="02020603050405020304" pitchFamily="16"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6" charset="0"/>
              </a:defRPr>
            </a:lvl1pPr>
            <a:lvl2pPr>
              <a:spcBef>
                <a:spcPct val="30000"/>
              </a:spcBef>
              <a:buClr>
                <a:srgbClr val="000000"/>
              </a:buClr>
              <a:buSzPct val="100000"/>
              <a:buFont typeface="Times New Roman" panose="02020603050405020304" pitchFamily="16"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6" charset="0"/>
              </a:defRPr>
            </a:lvl2pPr>
            <a:lvl3pPr>
              <a:spcBef>
                <a:spcPct val="30000"/>
              </a:spcBef>
              <a:buClr>
                <a:srgbClr val="000000"/>
              </a:buClr>
              <a:buSzPct val="100000"/>
              <a:buFont typeface="Times New Roman" panose="02020603050405020304" pitchFamily="16"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6" charset="0"/>
              </a:defRPr>
            </a:lvl3pPr>
            <a:lvl4pPr>
              <a:spcBef>
                <a:spcPct val="30000"/>
              </a:spcBef>
              <a:buClr>
                <a:srgbClr val="000000"/>
              </a:buClr>
              <a:buSzPct val="100000"/>
              <a:buFont typeface="Times New Roman" panose="02020603050405020304" pitchFamily="16"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6" charset="0"/>
              </a:defRPr>
            </a:lvl4pPr>
            <a:lvl5pPr>
              <a:spcBef>
                <a:spcPct val="30000"/>
              </a:spcBef>
              <a:buClr>
                <a:srgbClr val="000000"/>
              </a:buClr>
              <a:buSzPct val="100000"/>
              <a:buFont typeface="Times New Roman" panose="02020603050405020304" pitchFamily="16"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6" charset="0"/>
              </a:defRPr>
            </a:lvl5pPr>
            <a:lvl6pPr marL="2514600" indent="-228600" defTabSz="457200" eaLnBrk="0" fontAlgn="base" hangingPunct="0">
              <a:spcBef>
                <a:spcPct val="30000"/>
              </a:spcBef>
              <a:spcAft>
                <a:spcPct val="0"/>
              </a:spcAft>
              <a:buClr>
                <a:srgbClr val="000000"/>
              </a:buClr>
              <a:buSzPct val="100000"/>
              <a:buFont typeface="Times New Roman" panose="02020603050405020304" pitchFamily="16"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6" charset="0"/>
              </a:defRPr>
            </a:lvl6pPr>
            <a:lvl7pPr marL="2971800" indent="-228600" defTabSz="457200" eaLnBrk="0" fontAlgn="base" hangingPunct="0">
              <a:spcBef>
                <a:spcPct val="30000"/>
              </a:spcBef>
              <a:spcAft>
                <a:spcPct val="0"/>
              </a:spcAft>
              <a:buClr>
                <a:srgbClr val="000000"/>
              </a:buClr>
              <a:buSzPct val="100000"/>
              <a:buFont typeface="Times New Roman" panose="02020603050405020304" pitchFamily="16"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6" charset="0"/>
              </a:defRPr>
            </a:lvl7pPr>
            <a:lvl8pPr marL="3429000" indent="-228600" defTabSz="457200" eaLnBrk="0" fontAlgn="base" hangingPunct="0">
              <a:spcBef>
                <a:spcPct val="30000"/>
              </a:spcBef>
              <a:spcAft>
                <a:spcPct val="0"/>
              </a:spcAft>
              <a:buClr>
                <a:srgbClr val="000000"/>
              </a:buClr>
              <a:buSzPct val="100000"/>
              <a:buFont typeface="Times New Roman" panose="02020603050405020304" pitchFamily="16"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6" charset="0"/>
              </a:defRPr>
            </a:lvl8pPr>
            <a:lvl9pPr marL="3886200" indent="-228600" defTabSz="457200" eaLnBrk="0" fontAlgn="base" hangingPunct="0">
              <a:spcBef>
                <a:spcPct val="30000"/>
              </a:spcBef>
              <a:spcAft>
                <a:spcPct val="0"/>
              </a:spcAft>
              <a:buClr>
                <a:srgbClr val="000000"/>
              </a:buClr>
              <a:buSzPct val="100000"/>
              <a:buFont typeface="Times New Roman" panose="02020603050405020304" pitchFamily="16"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6" charset="0"/>
              </a:defRPr>
            </a:lvl9pPr>
          </a:lstStyle>
          <a:p>
            <a:pPr>
              <a:spcBef>
                <a:spcPct val="0"/>
              </a:spcBef>
              <a:buClrTx/>
              <a:buFontTx/>
              <a:buNone/>
            </a:pPr>
            <a:fld id="{4A1BFD48-8F88-4458-84ED-D30BB0A71177}" type="slidenum">
              <a:rPr lang="en-US" altLang="en-US" sz="1400" smtClean="0"/>
            </a:fld>
            <a:endParaRPr lang="en-US" altLang="en-US" sz="1400"/>
          </a:p>
        </p:txBody>
      </p:sp>
      <p:sp>
        <p:nvSpPr>
          <p:cNvPr id="6147" name="Rectangle 1"/>
          <p:cNvSpPr>
            <a:spLocks noGrp="1" noRot="1" noChangeAspect="1" noChangeArrowheads="1" noTextEdit="1"/>
          </p:cNvSpPr>
          <p:nvPr>
            <p:ph type="sldImg"/>
          </p:nvPr>
        </p:nvSpPr>
        <p:spPr>
          <a:xfrm>
            <a:off x="1371600" y="763588"/>
            <a:ext cx="5029200" cy="3771900"/>
          </a:xfrm>
          <a:solidFill>
            <a:srgbClr val="FFFFFF"/>
          </a:solidFill>
          <a:ln>
            <a:solidFill>
              <a:srgbClr val="000000"/>
            </a:solidFill>
            <a:miter lim="800000"/>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6148" name="Rectangle 2"/>
          <p:cNvSpPr>
            <a:spLocks noGrp="1" noChangeArrowheads="1"/>
          </p:cNvSpPr>
          <p:nvPr>
            <p:ph type="body" idx="1"/>
          </p:nvPr>
        </p:nvSpPr>
        <p:spPr>
          <a:xfrm>
            <a:off x="777875" y="4776788"/>
            <a:ext cx="6218238" cy="4525962"/>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ltLang="en-US">
              <a:latin typeface="Times New Roman" panose="02020603050405020304" pitchFamily="16" charset="0"/>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6146" name="Rectangle 8"/>
          <p:cNvSpPr>
            <a:spLocks noGrp="1" noChangeArrowheads="1"/>
          </p:cNvSpPr>
          <p:nvPr>
            <p:ph type="sldNum"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30000"/>
              </a:spcBef>
              <a:buClr>
                <a:srgbClr val="000000"/>
              </a:buClr>
              <a:buSzPct val="100000"/>
              <a:buFont typeface="Times New Roman" panose="02020603050405020304" pitchFamily="16"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6" charset="0"/>
              </a:defRPr>
            </a:lvl1pPr>
            <a:lvl2pPr>
              <a:spcBef>
                <a:spcPct val="30000"/>
              </a:spcBef>
              <a:buClr>
                <a:srgbClr val="000000"/>
              </a:buClr>
              <a:buSzPct val="100000"/>
              <a:buFont typeface="Times New Roman" panose="02020603050405020304" pitchFamily="16"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6" charset="0"/>
              </a:defRPr>
            </a:lvl2pPr>
            <a:lvl3pPr>
              <a:spcBef>
                <a:spcPct val="30000"/>
              </a:spcBef>
              <a:buClr>
                <a:srgbClr val="000000"/>
              </a:buClr>
              <a:buSzPct val="100000"/>
              <a:buFont typeface="Times New Roman" panose="02020603050405020304" pitchFamily="16"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6" charset="0"/>
              </a:defRPr>
            </a:lvl3pPr>
            <a:lvl4pPr>
              <a:spcBef>
                <a:spcPct val="30000"/>
              </a:spcBef>
              <a:buClr>
                <a:srgbClr val="000000"/>
              </a:buClr>
              <a:buSzPct val="100000"/>
              <a:buFont typeface="Times New Roman" panose="02020603050405020304" pitchFamily="16"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6" charset="0"/>
              </a:defRPr>
            </a:lvl4pPr>
            <a:lvl5pPr>
              <a:spcBef>
                <a:spcPct val="30000"/>
              </a:spcBef>
              <a:buClr>
                <a:srgbClr val="000000"/>
              </a:buClr>
              <a:buSzPct val="100000"/>
              <a:buFont typeface="Times New Roman" panose="02020603050405020304" pitchFamily="16"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6" charset="0"/>
              </a:defRPr>
            </a:lvl5pPr>
            <a:lvl6pPr marL="2514600" indent="-228600" defTabSz="457200" eaLnBrk="0" fontAlgn="base" hangingPunct="0">
              <a:spcBef>
                <a:spcPct val="30000"/>
              </a:spcBef>
              <a:spcAft>
                <a:spcPct val="0"/>
              </a:spcAft>
              <a:buClr>
                <a:srgbClr val="000000"/>
              </a:buClr>
              <a:buSzPct val="100000"/>
              <a:buFont typeface="Times New Roman" panose="02020603050405020304" pitchFamily="16"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6" charset="0"/>
              </a:defRPr>
            </a:lvl6pPr>
            <a:lvl7pPr marL="2971800" indent="-228600" defTabSz="457200" eaLnBrk="0" fontAlgn="base" hangingPunct="0">
              <a:spcBef>
                <a:spcPct val="30000"/>
              </a:spcBef>
              <a:spcAft>
                <a:spcPct val="0"/>
              </a:spcAft>
              <a:buClr>
                <a:srgbClr val="000000"/>
              </a:buClr>
              <a:buSzPct val="100000"/>
              <a:buFont typeface="Times New Roman" panose="02020603050405020304" pitchFamily="16"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6" charset="0"/>
              </a:defRPr>
            </a:lvl7pPr>
            <a:lvl8pPr marL="3429000" indent="-228600" defTabSz="457200" eaLnBrk="0" fontAlgn="base" hangingPunct="0">
              <a:spcBef>
                <a:spcPct val="30000"/>
              </a:spcBef>
              <a:spcAft>
                <a:spcPct val="0"/>
              </a:spcAft>
              <a:buClr>
                <a:srgbClr val="000000"/>
              </a:buClr>
              <a:buSzPct val="100000"/>
              <a:buFont typeface="Times New Roman" panose="02020603050405020304" pitchFamily="16"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6" charset="0"/>
              </a:defRPr>
            </a:lvl8pPr>
            <a:lvl9pPr marL="3886200" indent="-228600" defTabSz="457200" eaLnBrk="0" fontAlgn="base" hangingPunct="0">
              <a:spcBef>
                <a:spcPct val="30000"/>
              </a:spcBef>
              <a:spcAft>
                <a:spcPct val="0"/>
              </a:spcAft>
              <a:buClr>
                <a:srgbClr val="000000"/>
              </a:buClr>
              <a:buSzPct val="100000"/>
              <a:buFont typeface="Times New Roman" panose="02020603050405020304" pitchFamily="16"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6" charset="0"/>
              </a:defRPr>
            </a:lvl9pPr>
          </a:lstStyle>
          <a:p>
            <a:pPr>
              <a:spcBef>
                <a:spcPct val="0"/>
              </a:spcBef>
              <a:buClrTx/>
              <a:buFontTx/>
              <a:buNone/>
            </a:pPr>
            <a:fld id="{4A1BFD48-8F88-4458-84ED-D30BB0A71177}" type="slidenum">
              <a:rPr lang="en-US" altLang="en-US" sz="1400" smtClean="0"/>
            </a:fld>
            <a:endParaRPr lang="en-US" altLang="en-US" sz="1400"/>
          </a:p>
        </p:txBody>
      </p:sp>
      <p:sp>
        <p:nvSpPr>
          <p:cNvPr id="6147" name="Rectangle 1"/>
          <p:cNvSpPr>
            <a:spLocks noGrp="1" noRot="1" noChangeAspect="1" noChangeArrowheads="1" noTextEdit="1"/>
          </p:cNvSpPr>
          <p:nvPr>
            <p:ph type="sldImg"/>
          </p:nvPr>
        </p:nvSpPr>
        <p:spPr>
          <a:xfrm>
            <a:off x="1371600" y="763588"/>
            <a:ext cx="5029200" cy="3771900"/>
          </a:xfrm>
          <a:solidFill>
            <a:srgbClr val="FFFFFF"/>
          </a:solidFill>
          <a:ln>
            <a:solidFill>
              <a:srgbClr val="000000"/>
            </a:solidFill>
            <a:miter lim="800000"/>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6148" name="Rectangle 2"/>
          <p:cNvSpPr>
            <a:spLocks noGrp="1" noChangeArrowheads="1"/>
          </p:cNvSpPr>
          <p:nvPr>
            <p:ph type="body" idx="1"/>
          </p:nvPr>
        </p:nvSpPr>
        <p:spPr>
          <a:xfrm>
            <a:off x="777875" y="4776788"/>
            <a:ext cx="6218238" cy="4525962"/>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ltLang="en-US">
              <a:latin typeface="Times New Roman" panose="02020603050405020304" pitchFamily="16" charset="0"/>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6146" name="Rectangle 8"/>
          <p:cNvSpPr>
            <a:spLocks noGrp="1" noChangeArrowheads="1"/>
          </p:cNvSpPr>
          <p:nvPr>
            <p:ph type="sldNum"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30000"/>
              </a:spcBef>
              <a:buClr>
                <a:srgbClr val="000000"/>
              </a:buClr>
              <a:buSzPct val="100000"/>
              <a:buFont typeface="Times New Roman" panose="02020603050405020304" pitchFamily="16"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6" charset="0"/>
              </a:defRPr>
            </a:lvl1pPr>
            <a:lvl2pPr>
              <a:spcBef>
                <a:spcPct val="30000"/>
              </a:spcBef>
              <a:buClr>
                <a:srgbClr val="000000"/>
              </a:buClr>
              <a:buSzPct val="100000"/>
              <a:buFont typeface="Times New Roman" panose="02020603050405020304" pitchFamily="16"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6" charset="0"/>
              </a:defRPr>
            </a:lvl2pPr>
            <a:lvl3pPr>
              <a:spcBef>
                <a:spcPct val="30000"/>
              </a:spcBef>
              <a:buClr>
                <a:srgbClr val="000000"/>
              </a:buClr>
              <a:buSzPct val="100000"/>
              <a:buFont typeface="Times New Roman" panose="02020603050405020304" pitchFamily="16"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6" charset="0"/>
              </a:defRPr>
            </a:lvl3pPr>
            <a:lvl4pPr>
              <a:spcBef>
                <a:spcPct val="30000"/>
              </a:spcBef>
              <a:buClr>
                <a:srgbClr val="000000"/>
              </a:buClr>
              <a:buSzPct val="100000"/>
              <a:buFont typeface="Times New Roman" panose="02020603050405020304" pitchFamily="16"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6" charset="0"/>
              </a:defRPr>
            </a:lvl4pPr>
            <a:lvl5pPr>
              <a:spcBef>
                <a:spcPct val="30000"/>
              </a:spcBef>
              <a:buClr>
                <a:srgbClr val="000000"/>
              </a:buClr>
              <a:buSzPct val="100000"/>
              <a:buFont typeface="Times New Roman" panose="02020603050405020304" pitchFamily="16"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6" charset="0"/>
              </a:defRPr>
            </a:lvl5pPr>
            <a:lvl6pPr marL="2514600" indent="-228600" defTabSz="457200" eaLnBrk="0" fontAlgn="base" hangingPunct="0">
              <a:spcBef>
                <a:spcPct val="30000"/>
              </a:spcBef>
              <a:spcAft>
                <a:spcPct val="0"/>
              </a:spcAft>
              <a:buClr>
                <a:srgbClr val="000000"/>
              </a:buClr>
              <a:buSzPct val="100000"/>
              <a:buFont typeface="Times New Roman" panose="02020603050405020304" pitchFamily="16"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6" charset="0"/>
              </a:defRPr>
            </a:lvl6pPr>
            <a:lvl7pPr marL="2971800" indent="-228600" defTabSz="457200" eaLnBrk="0" fontAlgn="base" hangingPunct="0">
              <a:spcBef>
                <a:spcPct val="30000"/>
              </a:spcBef>
              <a:spcAft>
                <a:spcPct val="0"/>
              </a:spcAft>
              <a:buClr>
                <a:srgbClr val="000000"/>
              </a:buClr>
              <a:buSzPct val="100000"/>
              <a:buFont typeface="Times New Roman" panose="02020603050405020304" pitchFamily="16"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6" charset="0"/>
              </a:defRPr>
            </a:lvl7pPr>
            <a:lvl8pPr marL="3429000" indent="-228600" defTabSz="457200" eaLnBrk="0" fontAlgn="base" hangingPunct="0">
              <a:spcBef>
                <a:spcPct val="30000"/>
              </a:spcBef>
              <a:spcAft>
                <a:spcPct val="0"/>
              </a:spcAft>
              <a:buClr>
                <a:srgbClr val="000000"/>
              </a:buClr>
              <a:buSzPct val="100000"/>
              <a:buFont typeface="Times New Roman" panose="02020603050405020304" pitchFamily="16"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6" charset="0"/>
              </a:defRPr>
            </a:lvl8pPr>
            <a:lvl9pPr marL="3886200" indent="-228600" defTabSz="457200" eaLnBrk="0" fontAlgn="base" hangingPunct="0">
              <a:spcBef>
                <a:spcPct val="30000"/>
              </a:spcBef>
              <a:spcAft>
                <a:spcPct val="0"/>
              </a:spcAft>
              <a:buClr>
                <a:srgbClr val="000000"/>
              </a:buClr>
              <a:buSzPct val="100000"/>
              <a:buFont typeface="Times New Roman" panose="02020603050405020304" pitchFamily="16"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6" charset="0"/>
              </a:defRPr>
            </a:lvl9pPr>
          </a:lstStyle>
          <a:p>
            <a:pPr>
              <a:spcBef>
                <a:spcPct val="0"/>
              </a:spcBef>
              <a:buClrTx/>
              <a:buFontTx/>
              <a:buNone/>
            </a:pPr>
            <a:fld id="{4A1BFD48-8F88-4458-84ED-D30BB0A71177}" type="slidenum">
              <a:rPr lang="en-US" altLang="en-US" sz="1400" smtClean="0"/>
            </a:fld>
            <a:endParaRPr lang="en-US" altLang="en-US" sz="1400"/>
          </a:p>
        </p:txBody>
      </p:sp>
      <p:sp>
        <p:nvSpPr>
          <p:cNvPr id="6147" name="Rectangle 1"/>
          <p:cNvSpPr>
            <a:spLocks noGrp="1" noRot="1" noChangeAspect="1" noChangeArrowheads="1" noTextEdit="1"/>
          </p:cNvSpPr>
          <p:nvPr>
            <p:ph type="sldImg"/>
          </p:nvPr>
        </p:nvSpPr>
        <p:spPr>
          <a:xfrm>
            <a:off x="1371600" y="763588"/>
            <a:ext cx="5029200" cy="3771900"/>
          </a:xfrm>
          <a:solidFill>
            <a:srgbClr val="FFFFFF"/>
          </a:solidFill>
          <a:ln>
            <a:solidFill>
              <a:srgbClr val="000000"/>
            </a:solidFill>
            <a:miter lim="800000"/>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6148" name="Rectangle 2"/>
          <p:cNvSpPr>
            <a:spLocks noGrp="1" noChangeArrowheads="1"/>
          </p:cNvSpPr>
          <p:nvPr>
            <p:ph type="body" idx="1"/>
          </p:nvPr>
        </p:nvSpPr>
        <p:spPr>
          <a:xfrm>
            <a:off x="777875" y="4776788"/>
            <a:ext cx="6218238" cy="4525962"/>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ltLang="en-US">
              <a:latin typeface="Times New Roman" panose="02020603050405020304" pitchFamily="16" charset="0"/>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6146" name="Rectangle 8"/>
          <p:cNvSpPr>
            <a:spLocks noGrp="1" noChangeArrowheads="1"/>
          </p:cNvSpPr>
          <p:nvPr>
            <p:ph type="sldNum"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30000"/>
              </a:spcBef>
              <a:buClr>
                <a:srgbClr val="000000"/>
              </a:buClr>
              <a:buSzPct val="100000"/>
              <a:buFont typeface="Times New Roman" panose="02020603050405020304" pitchFamily="16"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6" charset="0"/>
              </a:defRPr>
            </a:lvl1pPr>
            <a:lvl2pPr>
              <a:spcBef>
                <a:spcPct val="30000"/>
              </a:spcBef>
              <a:buClr>
                <a:srgbClr val="000000"/>
              </a:buClr>
              <a:buSzPct val="100000"/>
              <a:buFont typeface="Times New Roman" panose="02020603050405020304" pitchFamily="16"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6" charset="0"/>
              </a:defRPr>
            </a:lvl2pPr>
            <a:lvl3pPr>
              <a:spcBef>
                <a:spcPct val="30000"/>
              </a:spcBef>
              <a:buClr>
                <a:srgbClr val="000000"/>
              </a:buClr>
              <a:buSzPct val="100000"/>
              <a:buFont typeface="Times New Roman" panose="02020603050405020304" pitchFamily="16"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6" charset="0"/>
              </a:defRPr>
            </a:lvl3pPr>
            <a:lvl4pPr>
              <a:spcBef>
                <a:spcPct val="30000"/>
              </a:spcBef>
              <a:buClr>
                <a:srgbClr val="000000"/>
              </a:buClr>
              <a:buSzPct val="100000"/>
              <a:buFont typeface="Times New Roman" panose="02020603050405020304" pitchFamily="16"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6" charset="0"/>
              </a:defRPr>
            </a:lvl4pPr>
            <a:lvl5pPr>
              <a:spcBef>
                <a:spcPct val="30000"/>
              </a:spcBef>
              <a:buClr>
                <a:srgbClr val="000000"/>
              </a:buClr>
              <a:buSzPct val="100000"/>
              <a:buFont typeface="Times New Roman" panose="02020603050405020304" pitchFamily="16"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6" charset="0"/>
              </a:defRPr>
            </a:lvl5pPr>
            <a:lvl6pPr marL="2514600" indent="-228600" defTabSz="457200" eaLnBrk="0" fontAlgn="base" hangingPunct="0">
              <a:spcBef>
                <a:spcPct val="30000"/>
              </a:spcBef>
              <a:spcAft>
                <a:spcPct val="0"/>
              </a:spcAft>
              <a:buClr>
                <a:srgbClr val="000000"/>
              </a:buClr>
              <a:buSzPct val="100000"/>
              <a:buFont typeface="Times New Roman" panose="02020603050405020304" pitchFamily="16"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6" charset="0"/>
              </a:defRPr>
            </a:lvl6pPr>
            <a:lvl7pPr marL="2971800" indent="-228600" defTabSz="457200" eaLnBrk="0" fontAlgn="base" hangingPunct="0">
              <a:spcBef>
                <a:spcPct val="30000"/>
              </a:spcBef>
              <a:spcAft>
                <a:spcPct val="0"/>
              </a:spcAft>
              <a:buClr>
                <a:srgbClr val="000000"/>
              </a:buClr>
              <a:buSzPct val="100000"/>
              <a:buFont typeface="Times New Roman" panose="02020603050405020304" pitchFamily="16"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6" charset="0"/>
              </a:defRPr>
            </a:lvl7pPr>
            <a:lvl8pPr marL="3429000" indent="-228600" defTabSz="457200" eaLnBrk="0" fontAlgn="base" hangingPunct="0">
              <a:spcBef>
                <a:spcPct val="30000"/>
              </a:spcBef>
              <a:spcAft>
                <a:spcPct val="0"/>
              </a:spcAft>
              <a:buClr>
                <a:srgbClr val="000000"/>
              </a:buClr>
              <a:buSzPct val="100000"/>
              <a:buFont typeface="Times New Roman" panose="02020603050405020304" pitchFamily="16"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6" charset="0"/>
              </a:defRPr>
            </a:lvl8pPr>
            <a:lvl9pPr marL="3886200" indent="-228600" defTabSz="457200" eaLnBrk="0" fontAlgn="base" hangingPunct="0">
              <a:spcBef>
                <a:spcPct val="30000"/>
              </a:spcBef>
              <a:spcAft>
                <a:spcPct val="0"/>
              </a:spcAft>
              <a:buClr>
                <a:srgbClr val="000000"/>
              </a:buClr>
              <a:buSzPct val="100000"/>
              <a:buFont typeface="Times New Roman" panose="02020603050405020304" pitchFamily="16"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6" charset="0"/>
              </a:defRPr>
            </a:lvl9pPr>
          </a:lstStyle>
          <a:p>
            <a:pPr>
              <a:spcBef>
                <a:spcPct val="0"/>
              </a:spcBef>
              <a:buClrTx/>
              <a:buFontTx/>
              <a:buNone/>
            </a:pPr>
            <a:fld id="{4A1BFD48-8F88-4458-84ED-D30BB0A71177}" type="slidenum">
              <a:rPr lang="en-US" altLang="en-US" sz="1400" smtClean="0"/>
            </a:fld>
            <a:endParaRPr lang="en-US" altLang="en-US" sz="1400"/>
          </a:p>
        </p:txBody>
      </p:sp>
      <p:sp>
        <p:nvSpPr>
          <p:cNvPr id="6147" name="Rectangle 1"/>
          <p:cNvSpPr>
            <a:spLocks noGrp="1" noRot="1" noChangeAspect="1" noChangeArrowheads="1" noTextEdit="1"/>
          </p:cNvSpPr>
          <p:nvPr>
            <p:ph type="sldImg"/>
          </p:nvPr>
        </p:nvSpPr>
        <p:spPr>
          <a:xfrm>
            <a:off x="1371600" y="763588"/>
            <a:ext cx="5029200" cy="3771900"/>
          </a:xfrm>
          <a:solidFill>
            <a:srgbClr val="FFFFFF"/>
          </a:solidFill>
          <a:ln>
            <a:solidFill>
              <a:srgbClr val="000000"/>
            </a:solidFill>
            <a:miter lim="800000"/>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6148" name="Rectangle 2"/>
          <p:cNvSpPr>
            <a:spLocks noGrp="1" noChangeArrowheads="1"/>
          </p:cNvSpPr>
          <p:nvPr>
            <p:ph type="body" idx="1"/>
          </p:nvPr>
        </p:nvSpPr>
        <p:spPr>
          <a:xfrm>
            <a:off x="777875" y="4776788"/>
            <a:ext cx="6218238" cy="4525962"/>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ltLang="en-US">
              <a:latin typeface="Times New Roman" panose="02020603050405020304" pitchFamily="16" charset="0"/>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6146" name="Rectangle 8"/>
          <p:cNvSpPr>
            <a:spLocks noGrp="1" noChangeArrowheads="1"/>
          </p:cNvSpPr>
          <p:nvPr>
            <p:ph type="sldNum"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30000"/>
              </a:spcBef>
              <a:buClr>
                <a:srgbClr val="000000"/>
              </a:buClr>
              <a:buSzPct val="100000"/>
              <a:buFont typeface="Times New Roman" panose="02020603050405020304" pitchFamily="16"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6" charset="0"/>
              </a:defRPr>
            </a:lvl1pPr>
            <a:lvl2pPr>
              <a:spcBef>
                <a:spcPct val="30000"/>
              </a:spcBef>
              <a:buClr>
                <a:srgbClr val="000000"/>
              </a:buClr>
              <a:buSzPct val="100000"/>
              <a:buFont typeface="Times New Roman" panose="02020603050405020304" pitchFamily="16"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6" charset="0"/>
              </a:defRPr>
            </a:lvl2pPr>
            <a:lvl3pPr>
              <a:spcBef>
                <a:spcPct val="30000"/>
              </a:spcBef>
              <a:buClr>
                <a:srgbClr val="000000"/>
              </a:buClr>
              <a:buSzPct val="100000"/>
              <a:buFont typeface="Times New Roman" panose="02020603050405020304" pitchFamily="16"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6" charset="0"/>
              </a:defRPr>
            </a:lvl3pPr>
            <a:lvl4pPr>
              <a:spcBef>
                <a:spcPct val="30000"/>
              </a:spcBef>
              <a:buClr>
                <a:srgbClr val="000000"/>
              </a:buClr>
              <a:buSzPct val="100000"/>
              <a:buFont typeface="Times New Roman" panose="02020603050405020304" pitchFamily="16"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6" charset="0"/>
              </a:defRPr>
            </a:lvl4pPr>
            <a:lvl5pPr>
              <a:spcBef>
                <a:spcPct val="30000"/>
              </a:spcBef>
              <a:buClr>
                <a:srgbClr val="000000"/>
              </a:buClr>
              <a:buSzPct val="100000"/>
              <a:buFont typeface="Times New Roman" panose="02020603050405020304" pitchFamily="16"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6" charset="0"/>
              </a:defRPr>
            </a:lvl5pPr>
            <a:lvl6pPr marL="2514600" indent="-228600" defTabSz="457200" eaLnBrk="0" fontAlgn="base" hangingPunct="0">
              <a:spcBef>
                <a:spcPct val="30000"/>
              </a:spcBef>
              <a:spcAft>
                <a:spcPct val="0"/>
              </a:spcAft>
              <a:buClr>
                <a:srgbClr val="000000"/>
              </a:buClr>
              <a:buSzPct val="100000"/>
              <a:buFont typeface="Times New Roman" panose="02020603050405020304" pitchFamily="16"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6" charset="0"/>
              </a:defRPr>
            </a:lvl6pPr>
            <a:lvl7pPr marL="2971800" indent="-228600" defTabSz="457200" eaLnBrk="0" fontAlgn="base" hangingPunct="0">
              <a:spcBef>
                <a:spcPct val="30000"/>
              </a:spcBef>
              <a:spcAft>
                <a:spcPct val="0"/>
              </a:spcAft>
              <a:buClr>
                <a:srgbClr val="000000"/>
              </a:buClr>
              <a:buSzPct val="100000"/>
              <a:buFont typeface="Times New Roman" panose="02020603050405020304" pitchFamily="16"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6" charset="0"/>
              </a:defRPr>
            </a:lvl7pPr>
            <a:lvl8pPr marL="3429000" indent="-228600" defTabSz="457200" eaLnBrk="0" fontAlgn="base" hangingPunct="0">
              <a:spcBef>
                <a:spcPct val="30000"/>
              </a:spcBef>
              <a:spcAft>
                <a:spcPct val="0"/>
              </a:spcAft>
              <a:buClr>
                <a:srgbClr val="000000"/>
              </a:buClr>
              <a:buSzPct val="100000"/>
              <a:buFont typeface="Times New Roman" panose="02020603050405020304" pitchFamily="16"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6" charset="0"/>
              </a:defRPr>
            </a:lvl8pPr>
            <a:lvl9pPr marL="3886200" indent="-228600" defTabSz="457200" eaLnBrk="0" fontAlgn="base" hangingPunct="0">
              <a:spcBef>
                <a:spcPct val="30000"/>
              </a:spcBef>
              <a:spcAft>
                <a:spcPct val="0"/>
              </a:spcAft>
              <a:buClr>
                <a:srgbClr val="000000"/>
              </a:buClr>
              <a:buSzPct val="100000"/>
              <a:buFont typeface="Times New Roman" panose="02020603050405020304" pitchFamily="16"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6" charset="0"/>
              </a:defRPr>
            </a:lvl9pPr>
          </a:lstStyle>
          <a:p>
            <a:pPr>
              <a:spcBef>
                <a:spcPct val="0"/>
              </a:spcBef>
              <a:buClrTx/>
              <a:buFontTx/>
              <a:buNone/>
            </a:pPr>
            <a:fld id="{4A1BFD48-8F88-4458-84ED-D30BB0A71177}" type="slidenum">
              <a:rPr lang="en-US" altLang="en-US" sz="1400" smtClean="0"/>
            </a:fld>
            <a:endParaRPr lang="en-US" altLang="en-US" sz="1400"/>
          </a:p>
        </p:txBody>
      </p:sp>
      <p:sp>
        <p:nvSpPr>
          <p:cNvPr id="6147" name="Rectangle 1"/>
          <p:cNvSpPr>
            <a:spLocks noGrp="1" noRot="1" noChangeAspect="1" noChangeArrowheads="1" noTextEdit="1"/>
          </p:cNvSpPr>
          <p:nvPr>
            <p:ph type="sldImg"/>
          </p:nvPr>
        </p:nvSpPr>
        <p:spPr>
          <a:xfrm>
            <a:off x="1371600" y="763588"/>
            <a:ext cx="5029200" cy="3771900"/>
          </a:xfrm>
          <a:solidFill>
            <a:srgbClr val="FFFFFF"/>
          </a:solidFill>
          <a:ln>
            <a:solidFill>
              <a:srgbClr val="000000"/>
            </a:solidFill>
            <a:miter lim="800000"/>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6148" name="Rectangle 2"/>
          <p:cNvSpPr>
            <a:spLocks noGrp="1" noChangeArrowheads="1"/>
          </p:cNvSpPr>
          <p:nvPr>
            <p:ph type="body" idx="1"/>
          </p:nvPr>
        </p:nvSpPr>
        <p:spPr>
          <a:xfrm>
            <a:off x="777875" y="4776788"/>
            <a:ext cx="6218238" cy="4525962"/>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ltLang="en-US">
              <a:latin typeface="Times New Roman" panose="02020603050405020304" pitchFamily="16" charset="0"/>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6146" name="Rectangle 8"/>
          <p:cNvSpPr>
            <a:spLocks noGrp="1" noChangeArrowheads="1"/>
          </p:cNvSpPr>
          <p:nvPr>
            <p:ph type="sldNum"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30000"/>
              </a:spcBef>
              <a:buClr>
                <a:srgbClr val="000000"/>
              </a:buClr>
              <a:buSzPct val="100000"/>
              <a:buFont typeface="Times New Roman" panose="02020603050405020304" pitchFamily="16"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6" charset="0"/>
              </a:defRPr>
            </a:lvl1pPr>
            <a:lvl2pPr>
              <a:spcBef>
                <a:spcPct val="30000"/>
              </a:spcBef>
              <a:buClr>
                <a:srgbClr val="000000"/>
              </a:buClr>
              <a:buSzPct val="100000"/>
              <a:buFont typeface="Times New Roman" panose="02020603050405020304" pitchFamily="16"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6" charset="0"/>
              </a:defRPr>
            </a:lvl2pPr>
            <a:lvl3pPr>
              <a:spcBef>
                <a:spcPct val="30000"/>
              </a:spcBef>
              <a:buClr>
                <a:srgbClr val="000000"/>
              </a:buClr>
              <a:buSzPct val="100000"/>
              <a:buFont typeface="Times New Roman" panose="02020603050405020304" pitchFamily="16"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6" charset="0"/>
              </a:defRPr>
            </a:lvl3pPr>
            <a:lvl4pPr>
              <a:spcBef>
                <a:spcPct val="30000"/>
              </a:spcBef>
              <a:buClr>
                <a:srgbClr val="000000"/>
              </a:buClr>
              <a:buSzPct val="100000"/>
              <a:buFont typeface="Times New Roman" panose="02020603050405020304" pitchFamily="16"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6" charset="0"/>
              </a:defRPr>
            </a:lvl4pPr>
            <a:lvl5pPr>
              <a:spcBef>
                <a:spcPct val="30000"/>
              </a:spcBef>
              <a:buClr>
                <a:srgbClr val="000000"/>
              </a:buClr>
              <a:buSzPct val="100000"/>
              <a:buFont typeface="Times New Roman" panose="02020603050405020304" pitchFamily="16"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6" charset="0"/>
              </a:defRPr>
            </a:lvl5pPr>
            <a:lvl6pPr marL="2514600" indent="-228600" defTabSz="457200" eaLnBrk="0" fontAlgn="base" hangingPunct="0">
              <a:spcBef>
                <a:spcPct val="30000"/>
              </a:spcBef>
              <a:spcAft>
                <a:spcPct val="0"/>
              </a:spcAft>
              <a:buClr>
                <a:srgbClr val="000000"/>
              </a:buClr>
              <a:buSzPct val="100000"/>
              <a:buFont typeface="Times New Roman" panose="02020603050405020304" pitchFamily="16"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6" charset="0"/>
              </a:defRPr>
            </a:lvl6pPr>
            <a:lvl7pPr marL="2971800" indent="-228600" defTabSz="457200" eaLnBrk="0" fontAlgn="base" hangingPunct="0">
              <a:spcBef>
                <a:spcPct val="30000"/>
              </a:spcBef>
              <a:spcAft>
                <a:spcPct val="0"/>
              </a:spcAft>
              <a:buClr>
                <a:srgbClr val="000000"/>
              </a:buClr>
              <a:buSzPct val="100000"/>
              <a:buFont typeface="Times New Roman" panose="02020603050405020304" pitchFamily="16"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6" charset="0"/>
              </a:defRPr>
            </a:lvl7pPr>
            <a:lvl8pPr marL="3429000" indent="-228600" defTabSz="457200" eaLnBrk="0" fontAlgn="base" hangingPunct="0">
              <a:spcBef>
                <a:spcPct val="30000"/>
              </a:spcBef>
              <a:spcAft>
                <a:spcPct val="0"/>
              </a:spcAft>
              <a:buClr>
                <a:srgbClr val="000000"/>
              </a:buClr>
              <a:buSzPct val="100000"/>
              <a:buFont typeface="Times New Roman" panose="02020603050405020304" pitchFamily="16"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6" charset="0"/>
              </a:defRPr>
            </a:lvl8pPr>
            <a:lvl9pPr marL="3886200" indent="-228600" defTabSz="457200" eaLnBrk="0" fontAlgn="base" hangingPunct="0">
              <a:spcBef>
                <a:spcPct val="30000"/>
              </a:spcBef>
              <a:spcAft>
                <a:spcPct val="0"/>
              </a:spcAft>
              <a:buClr>
                <a:srgbClr val="000000"/>
              </a:buClr>
              <a:buSzPct val="100000"/>
              <a:buFont typeface="Times New Roman" panose="02020603050405020304" pitchFamily="16"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6" charset="0"/>
              </a:defRPr>
            </a:lvl9pPr>
          </a:lstStyle>
          <a:p>
            <a:pPr>
              <a:spcBef>
                <a:spcPct val="0"/>
              </a:spcBef>
              <a:buClrTx/>
              <a:buFontTx/>
              <a:buNone/>
            </a:pPr>
            <a:fld id="{4A1BFD48-8F88-4458-84ED-D30BB0A71177}" type="slidenum">
              <a:rPr lang="en-US" altLang="en-US" sz="1400" smtClean="0"/>
            </a:fld>
            <a:endParaRPr lang="en-US" altLang="en-US" sz="1400"/>
          </a:p>
        </p:txBody>
      </p:sp>
      <p:sp>
        <p:nvSpPr>
          <p:cNvPr id="6147" name="Rectangle 1"/>
          <p:cNvSpPr>
            <a:spLocks noGrp="1" noRot="1" noChangeAspect="1" noChangeArrowheads="1" noTextEdit="1"/>
          </p:cNvSpPr>
          <p:nvPr>
            <p:ph type="sldImg"/>
          </p:nvPr>
        </p:nvSpPr>
        <p:spPr>
          <a:xfrm>
            <a:off x="1371600" y="763588"/>
            <a:ext cx="5029200" cy="3771900"/>
          </a:xfrm>
          <a:solidFill>
            <a:srgbClr val="FFFFFF"/>
          </a:solidFill>
          <a:ln>
            <a:solidFill>
              <a:srgbClr val="000000"/>
            </a:solidFill>
            <a:miter lim="800000"/>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6148" name="Rectangle 2"/>
          <p:cNvSpPr>
            <a:spLocks noGrp="1" noChangeArrowheads="1"/>
          </p:cNvSpPr>
          <p:nvPr>
            <p:ph type="body" idx="1"/>
          </p:nvPr>
        </p:nvSpPr>
        <p:spPr>
          <a:xfrm>
            <a:off x="777875" y="4776788"/>
            <a:ext cx="6218238" cy="4525962"/>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ltLang="en-US">
              <a:latin typeface="Times New Roman" panose="02020603050405020304" pitchFamily="16" charset="0"/>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6146" name="Rectangle 8"/>
          <p:cNvSpPr>
            <a:spLocks noGrp="1" noChangeArrowheads="1"/>
          </p:cNvSpPr>
          <p:nvPr>
            <p:ph type="sldNum"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30000"/>
              </a:spcBef>
              <a:buClr>
                <a:srgbClr val="000000"/>
              </a:buClr>
              <a:buSzPct val="100000"/>
              <a:buFont typeface="Times New Roman" panose="02020603050405020304" pitchFamily="16"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6" charset="0"/>
              </a:defRPr>
            </a:lvl1pPr>
            <a:lvl2pPr>
              <a:spcBef>
                <a:spcPct val="30000"/>
              </a:spcBef>
              <a:buClr>
                <a:srgbClr val="000000"/>
              </a:buClr>
              <a:buSzPct val="100000"/>
              <a:buFont typeface="Times New Roman" panose="02020603050405020304" pitchFamily="16"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6" charset="0"/>
              </a:defRPr>
            </a:lvl2pPr>
            <a:lvl3pPr>
              <a:spcBef>
                <a:spcPct val="30000"/>
              </a:spcBef>
              <a:buClr>
                <a:srgbClr val="000000"/>
              </a:buClr>
              <a:buSzPct val="100000"/>
              <a:buFont typeface="Times New Roman" panose="02020603050405020304" pitchFamily="16"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6" charset="0"/>
              </a:defRPr>
            </a:lvl3pPr>
            <a:lvl4pPr>
              <a:spcBef>
                <a:spcPct val="30000"/>
              </a:spcBef>
              <a:buClr>
                <a:srgbClr val="000000"/>
              </a:buClr>
              <a:buSzPct val="100000"/>
              <a:buFont typeface="Times New Roman" panose="02020603050405020304" pitchFamily="16"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6" charset="0"/>
              </a:defRPr>
            </a:lvl4pPr>
            <a:lvl5pPr>
              <a:spcBef>
                <a:spcPct val="30000"/>
              </a:spcBef>
              <a:buClr>
                <a:srgbClr val="000000"/>
              </a:buClr>
              <a:buSzPct val="100000"/>
              <a:buFont typeface="Times New Roman" panose="02020603050405020304" pitchFamily="16"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6" charset="0"/>
              </a:defRPr>
            </a:lvl5pPr>
            <a:lvl6pPr marL="2514600" indent="-228600" defTabSz="457200" eaLnBrk="0" fontAlgn="base" hangingPunct="0">
              <a:spcBef>
                <a:spcPct val="30000"/>
              </a:spcBef>
              <a:spcAft>
                <a:spcPct val="0"/>
              </a:spcAft>
              <a:buClr>
                <a:srgbClr val="000000"/>
              </a:buClr>
              <a:buSzPct val="100000"/>
              <a:buFont typeface="Times New Roman" panose="02020603050405020304" pitchFamily="16"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6" charset="0"/>
              </a:defRPr>
            </a:lvl6pPr>
            <a:lvl7pPr marL="2971800" indent="-228600" defTabSz="457200" eaLnBrk="0" fontAlgn="base" hangingPunct="0">
              <a:spcBef>
                <a:spcPct val="30000"/>
              </a:spcBef>
              <a:spcAft>
                <a:spcPct val="0"/>
              </a:spcAft>
              <a:buClr>
                <a:srgbClr val="000000"/>
              </a:buClr>
              <a:buSzPct val="100000"/>
              <a:buFont typeface="Times New Roman" panose="02020603050405020304" pitchFamily="16"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6" charset="0"/>
              </a:defRPr>
            </a:lvl7pPr>
            <a:lvl8pPr marL="3429000" indent="-228600" defTabSz="457200" eaLnBrk="0" fontAlgn="base" hangingPunct="0">
              <a:spcBef>
                <a:spcPct val="30000"/>
              </a:spcBef>
              <a:spcAft>
                <a:spcPct val="0"/>
              </a:spcAft>
              <a:buClr>
                <a:srgbClr val="000000"/>
              </a:buClr>
              <a:buSzPct val="100000"/>
              <a:buFont typeface="Times New Roman" panose="02020603050405020304" pitchFamily="16"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6" charset="0"/>
              </a:defRPr>
            </a:lvl8pPr>
            <a:lvl9pPr marL="3886200" indent="-228600" defTabSz="457200" eaLnBrk="0" fontAlgn="base" hangingPunct="0">
              <a:spcBef>
                <a:spcPct val="30000"/>
              </a:spcBef>
              <a:spcAft>
                <a:spcPct val="0"/>
              </a:spcAft>
              <a:buClr>
                <a:srgbClr val="000000"/>
              </a:buClr>
              <a:buSzPct val="100000"/>
              <a:buFont typeface="Times New Roman" panose="02020603050405020304" pitchFamily="16"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6" charset="0"/>
              </a:defRPr>
            </a:lvl9pPr>
          </a:lstStyle>
          <a:p>
            <a:pPr>
              <a:spcBef>
                <a:spcPct val="0"/>
              </a:spcBef>
              <a:buClrTx/>
              <a:buFontTx/>
              <a:buNone/>
            </a:pPr>
            <a:fld id="{4A1BFD48-8F88-4458-84ED-D30BB0A71177}" type="slidenum">
              <a:rPr lang="en-US" altLang="en-US" sz="1400" smtClean="0"/>
            </a:fld>
            <a:endParaRPr lang="en-US" altLang="en-US" sz="1400"/>
          </a:p>
        </p:txBody>
      </p:sp>
      <p:sp>
        <p:nvSpPr>
          <p:cNvPr id="6147" name="Rectangle 1"/>
          <p:cNvSpPr>
            <a:spLocks noGrp="1" noRot="1" noChangeAspect="1" noChangeArrowheads="1" noTextEdit="1"/>
          </p:cNvSpPr>
          <p:nvPr>
            <p:ph type="sldImg"/>
          </p:nvPr>
        </p:nvSpPr>
        <p:spPr>
          <a:xfrm>
            <a:off x="1371600" y="763588"/>
            <a:ext cx="5029200" cy="3771900"/>
          </a:xfrm>
          <a:solidFill>
            <a:srgbClr val="FFFFFF"/>
          </a:solidFill>
          <a:ln>
            <a:solidFill>
              <a:srgbClr val="000000"/>
            </a:solidFill>
            <a:miter lim="800000"/>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6148" name="Rectangle 2"/>
          <p:cNvSpPr>
            <a:spLocks noGrp="1" noChangeArrowheads="1"/>
          </p:cNvSpPr>
          <p:nvPr>
            <p:ph type="body" idx="1"/>
          </p:nvPr>
        </p:nvSpPr>
        <p:spPr>
          <a:xfrm>
            <a:off x="777875" y="4776788"/>
            <a:ext cx="6218238" cy="4525962"/>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ltLang="en-US">
              <a:latin typeface="Times New Roman" panose="02020603050405020304" pitchFamily="16" charset="0"/>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6146" name="Rectangle 8"/>
          <p:cNvSpPr>
            <a:spLocks noGrp="1" noChangeArrowheads="1"/>
          </p:cNvSpPr>
          <p:nvPr>
            <p:ph type="sldNum"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30000"/>
              </a:spcBef>
              <a:buClr>
                <a:srgbClr val="000000"/>
              </a:buClr>
              <a:buSzPct val="100000"/>
              <a:buFont typeface="Times New Roman" panose="02020603050405020304" pitchFamily="16"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6" charset="0"/>
              </a:defRPr>
            </a:lvl1pPr>
            <a:lvl2pPr>
              <a:spcBef>
                <a:spcPct val="30000"/>
              </a:spcBef>
              <a:buClr>
                <a:srgbClr val="000000"/>
              </a:buClr>
              <a:buSzPct val="100000"/>
              <a:buFont typeface="Times New Roman" panose="02020603050405020304" pitchFamily="16"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6" charset="0"/>
              </a:defRPr>
            </a:lvl2pPr>
            <a:lvl3pPr>
              <a:spcBef>
                <a:spcPct val="30000"/>
              </a:spcBef>
              <a:buClr>
                <a:srgbClr val="000000"/>
              </a:buClr>
              <a:buSzPct val="100000"/>
              <a:buFont typeface="Times New Roman" panose="02020603050405020304" pitchFamily="16"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6" charset="0"/>
              </a:defRPr>
            </a:lvl3pPr>
            <a:lvl4pPr>
              <a:spcBef>
                <a:spcPct val="30000"/>
              </a:spcBef>
              <a:buClr>
                <a:srgbClr val="000000"/>
              </a:buClr>
              <a:buSzPct val="100000"/>
              <a:buFont typeface="Times New Roman" panose="02020603050405020304" pitchFamily="16"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6" charset="0"/>
              </a:defRPr>
            </a:lvl4pPr>
            <a:lvl5pPr>
              <a:spcBef>
                <a:spcPct val="30000"/>
              </a:spcBef>
              <a:buClr>
                <a:srgbClr val="000000"/>
              </a:buClr>
              <a:buSzPct val="100000"/>
              <a:buFont typeface="Times New Roman" panose="02020603050405020304" pitchFamily="16"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6" charset="0"/>
              </a:defRPr>
            </a:lvl5pPr>
            <a:lvl6pPr marL="2514600" indent="-228600" defTabSz="457200" eaLnBrk="0" fontAlgn="base" hangingPunct="0">
              <a:spcBef>
                <a:spcPct val="30000"/>
              </a:spcBef>
              <a:spcAft>
                <a:spcPct val="0"/>
              </a:spcAft>
              <a:buClr>
                <a:srgbClr val="000000"/>
              </a:buClr>
              <a:buSzPct val="100000"/>
              <a:buFont typeface="Times New Roman" panose="02020603050405020304" pitchFamily="16"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6" charset="0"/>
              </a:defRPr>
            </a:lvl6pPr>
            <a:lvl7pPr marL="2971800" indent="-228600" defTabSz="457200" eaLnBrk="0" fontAlgn="base" hangingPunct="0">
              <a:spcBef>
                <a:spcPct val="30000"/>
              </a:spcBef>
              <a:spcAft>
                <a:spcPct val="0"/>
              </a:spcAft>
              <a:buClr>
                <a:srgbClr val="000000"/>
              </a:buClr>
              <a:buSzPct val="100000"/>
              <a:buFont typeface="Times New Roman" panose="02020603050405020304" pitchFamily="16"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6" charset="0"/>
              </a:defRPr>
            </a:lvl7pPr>
            <a:lvl8pPr marL="3429000" indent="-228600" defTabSz="457200" eaLnBrk="0" fontAlgn="base" hangingPunct="0">
              <a:spcBef>
                <a:spcPct val="30000"/>
              </a:spcBef>
              <a:spcAft>
                <a:spcPct val="0"/>
              </a:spcAft>
              <a:buClr>
                <a:srgbClr val="000000"/>
              </a:buClr>
              <a:buSzPct val="100000"/>
              <a:buFont typeface="Times New Roman" panose="02020603050405020304" pitchFamily="16"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6" charset="0"/>
              </a:defRPr>
            </a:lvl8pPr>
            <a:lvl9pPr marL="3886200" indent="-228600" defTabSz="457200" eaLnBrk="0" fontAlgn="base" hangingPunct="0">
              <a:spcBef>
                <a:spcPct val="30000"/>
              </a:spcBef>
              <a:spcAft>
                <a:spcPct val="0"/>
              </a:spcAft>
              <a:buClr>
                <a:srgbClr val="000000"/>
              </a:buClr>
              <a:buSzPct val="100000"/>
              <a:buFont typeface="Times New Roman" panose="02020603050405020304" pitchFamily="16"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6" charset="0"/>
              </a:defRPr>
            </a:lvl9pPr>
          </a:lstStyle>
          <a:p>
            <a:pPr>
              <a:spcBef>
                <a:spcPct val="0"/>
              </a:spcBef>
              <a:buClrTx/>
              <a:buFontTx/>
              <a:buNone/>
            </a:pPr>
            <a:fld id="{4A1BFD48-8F88-4458-84ED-D30BB0A71177}" type="slidenum">
              <a:rPr lang="en-US" altLang="en-US" sz="1400" smtClean="0"/>
            </a:fld>
            <a:endParaRPr lang="en-US" altLang="en-US" sz="1400"/>
          </a:p>
        </p:txBody>
      </p:sp>
      <p:sp>
        <p:nvSpPr>
          <p:cNvPr id="6147" name="Rectangle 1"/>
          <p:cNvSpPr>
            <a:spLocks noGrp="1" noRot="1" noChangeAspect="1" noChangeArrowheads="1" noTextEdit="1"/>
          </p:cNvSpPr>
          <p:nvPr>
            <p:ph type="sldImg"/>
          </p:nvPr>
        </p:nvSpPr>
        <p:spPr>
          <a:xfrm>
            <a:off x="1371600" y="763588"/>
            <a:ext cx="5029200" cy="3771900"/>
          </a:xfrm>
          <a:solidFill>
            <a:srgbClr val="FFFFFF"/>
          </a:solidFill>
          <a:ln>
            <a:solidFill>
              <a:srgbClr val="000000"/>
            </a:solidFill>
            <a:miter lim="800000"/>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6148" name="Rectangle 2"/>
          <p:cNvSpPr>
            <a:spLocks noGrp="1" noChangeArrowheads="1"/>
          </p:cNvSpPr>
          <p:nvPr>
            <p:ph type="body" idx="1"/>
          </p:nvPr>
        </p:nvSpPr>
        <p:spPr>
          <a:xfrm>
            <a:off x="777875" y="4776788"/>
            <a:ext cx="6218238" cy="4525962"/>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ltLang="en-US">
              <a:latin typeface="Times New Roman" panose="02020603050405020304" pitchFamily="16" charset="0"/>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6146" name="Rectangle 8"/>
          <p:cNvSpPr>
            <a:spLocks noGrp="1" noChangeArrowheads="1"/>
          </p:cNvSpPr>
          <p:nvPr>
            <p:ph type="sldNum"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30000"/>
              </a:spcBef>
              <a:buClr>
                <a:srgbClr val="000000"/>
              </a:buClr>
              <a:buSzPct val="100000"/>
              <a:buFont typeface="Times New Roman" panose="02020603050405020304" pitchFamily="16"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6" charset="0"/>
              </a:defRPr>
            </a:lvl1pPr>
            <a:lvl2pPr>
              <a:spcBef>
                <a:spcPct val="30000"/>
              </a:spcBef>
              <a:buClr>
                <a:srgbClr val="000000"/>
              </a:buClr>
              <a:buSzPct val="100000"/>
              <a:buFont typeface="Times New Roman" panose="02020603050405020304" pitchFamily="16"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6" charset="0"/>
              </a:defRPr>
            </a:lvl2pPr>
            <a:lvl3pPr>
              <a:spcBef>
                <a:spcPct val="30000"/>
              </a:spcBef>
              <a:buClr>
                <a:srgbClr val="000000"/>
              </a:buClr>
              <a:buSzPct val="100000"/>
              <a:buFont typeface="Times New Roman" panose="02020603050405020304" pitchFamily="16"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6" charset="0"/>
              </a:defRPr>
            </a:lvl3pPr>
            <a:lvl4pPr>
              <a:spcBef>
                <a:spcPct val="30000"/>
              </a:spcBef>
              <a:buClr>
                <a:srgbClr val="000000"/>
              </a:buClr>
              <a:buSzPct val="100000"/>
              <a:buFont typeface="Times New Roman" panose="02020603050405020304" pitchFamily="16"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6" charset="0"/>
              </a:defRPr>
            </a:lvl4pPr>
            <a:lvl5pPr>
              <a:spcBef>
                <a:spcPct val="30000"/>
              </a:spcBef>
              <a:buClr>
                <a:srgbClr val="000000"/>
              </a:buClr>
              <a:buSzPct val="100000"/>
              <a:buFont typeface="Times New Roman" panose="02020603050405020304" pitchFamily="16"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6" charset="0"/>
              </a:defRPr>
            </a:lvl5pPr>
            <a:lvl6pPr marL="2514600" indent="-228600" defTabSz="457200" eaLnBrk="0" fontAlgn="base" hangingPunct="0">
              <a:spcBef>
                <a:spcPct val="30000"/>
              </a:spcBef>
              <a:spcAft>
                <a:spcPct val="0"/>
              </a:spcAft>
              <a:buClr>
                <a:srgbClr val="000000"/>
              </a:buClr>
              <a:buSzPct val="100000"/>
              <a:buFont typeface="Times New Roman" panose="02020603050405020304" pitchFamily="16"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6" charset="0"/>
              </a:defRPr>
            </a:lvl6pPr>
            <a:lvl7pPr marL="2971800" indent="-228600" defTabSz="457200" eaLnBrk="0" fontAlgn="base" hangingPunct="0">
              <a:spcBef>
                <a:spcPct val="30000"/>
              </a:spcBef>
              <a:spcAft>
                <a:spcPct val="0"/>
              </a:spcAft>
              <a:buClr>
                <a:srgbClr val="000000"/>
              </a:buClr>
              <a:buSzPct val="100000"/>
              <a:buFont typeface="Times New Roman" panose="02020603050405020304" pitchFamily="16"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6" charset="0"/>
              </a:defRPr>
            </a:lvl7pPr>
            <a:lvl8pPr marL="3429000" indent="-228600" defTabSz="457200" eaLnBrk="0" fontAlgn="base" hangingPunct="0">
              <a:spcBef>
                <a:spcPct val="30000"/>
              </a:spcBef>
              <a:spcAft>
                <a:spcPct val="0"/>
              </a:spcAft>
              <a:buClr>
                <a:srgbClr val="000000"/>
              </a:buClr>
              <a:buSzPct val="100000"/>
              <a:buFont typeface="Times New Roman" panose="02020603050405020304" pitchFamily="16"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6" charset="0"/>
              </a:defRPr>
            </a:lvl8pPr>
            <a:lvl9pPr marL="3886200" indent="-228600" defTabSz="457200" eaLnBrk="0" fontAlgn="base" hangingPunct="0">
              <a:spcBef>
                <a:spcPct val="30000"/>
              </a:spcBef>
              <a:spcAft>
                <a:spcPct val="0"/>
              </a:spcAft>
              <a:buClr>
                <a:srgbClr val="000000"/>
              </a:buClr>
              <a:buSzPct val="100000"/>
              <a:buFont typeface="Times New Roman" panose="02020603050405020304" pitchFamily="16"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6" charset="0"/>
              </a:defRPr>
            </a:lvl9pPr>
          </a:lstStyle>
          <a:p>
            <a:pPr>
              <a:spcBef>
                <a:spcPct val="0"/>
              </a:spcBef>
              <a:buClrTx/>
              <a:buFontTx/>
              <a:buNone/>
            </a:pPr>
            <a:fld id="{4A1BFD48-8F88-4458-84ED-D30BB0A71177}" type="slidenum">
              <a:rPr lang="en-US" altLang="en-US" sz="1400" smtClean="0"/>
            </a:fld>
            <a:endParaRPr lang="en-US" altLang="en-US" sz="1400"/>
          </a:p>
        </p:txBody>
      </p:sp>
      <p:sp>
        <p:nvSpPr>
          <p:cNvPr id="6147" name="Rectangle 1"/>
          <p:cNvSpPr>
            <a:spLocks noGrp="1" noRot="1" noChangeAspect="1" noChangeArrowheads="1" noTextEdit="1"/>
          </p:cNvSpPr>
          <p:nvPr>
            <p:ph type="sldImg"/>
          </p:nvPr>
        </p:nvSpPr>
        <p:spPr>
          <a:xfrm>
            <a:off x="1371600" y="763588"/>
            <a:ext cx="5029200" cy="3771900"/>
          </a:xfrm>
          <a:solidFill>
            <a:srgbClr val="FFFFFF"/>
          </a:solidFill>
          <a:ln>
            <a:solidFill>
              <a:srgbClr val="000000"/>
            </a:solidFill>
            <a:miter lim="800000"/>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6148" name="Rectangle 2"/>
          <p:cNvSpPr>
            <a:spLocks noGrp="1" noChangeArrowheads="1"/>
          </p:cNvSpPr>
          <p:nvPr>
            <p:ph type="body" idx="1"/>
          </p:nvPr>
        </p:nvSpPr>
        <p:spPr>
          <a:xfrm>
            <a:off x="777875" y="4776788"/>
            <a:ext cx="6218238" cy="4525962"/>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ltLang="en-US">
              <a:latin typeface="Times New Roman" panose="02020603050405020304" pitchFamily="16" charset="0"/>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6146" name="Rectangle 8"/>
          <p:cNvSpPr>
            <a:spLocks noGrp="1" noChangeArrowheads="1"/>
          </p:cNvSpPr>
          <p:nvPr>
            <p:ph type="sldNum"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30000"/>
              </a:spcBef>
              <a:buClr>
                <a:srgbClr val="000000"/>
              </a:buClr>
              <a:buSzPct val="100000"/>
              <a:buFont typeface="Times New Roman" panose="02020603050405020304" pitchFamily="16"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6" charset="0"/>
              </a:defRPr>
            </a:lvl1pPr>
            <a:lvl2pPr>
              <a:spcBef>
                <a:spcPct val="30000"/>
              </a:spcBef>
              <a:buClr>
                <a:srgbClr val="000000"/>
              </a:buClr>
              <a:buSzPct val="100000"/>
              <a:buFont typeface="Times New Roman" panose="02020603050405020304" pitchFamily="16"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6" charset="0"/>
              </a:defRPr>
            </a:lvl2pPr>
            <a:lvl3pPr>
              <a:spcBef>
                <a:spcPct val="30000"/>
              </a:spcBef>
              <a:buClr>
                <a:srgbClr val="000000"/>
              </a:buClr>
              <a:buSzPct val="100000"/>
              <a:buFont typeface="Times New Roman" panose="02020603050405020304" pitchFamily="16"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6" charset="0"/>
              </a:defRPr>
            </a:lvl3pPr>
            <a:lvl4pPr>
              <a:spcBef>
                <a:spcPct val="30000"/>
              </a:spcBef>
              <a:buClr>
                <a:srgbClr val="000000"/>
              </a:buClr>
              <a:buSzPct val="100000"/>
              <a:buFont typeface="Times New Roman" panose="02020603050405020304" pitchFamily="16"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6" charset="0"/>
              </a:defRPr>
            </a:lvl4pPr>
            <a:lvl5pPr>
              <a:spcBef>
                <a:spcPct val="30000"/>
              </a:spcBef>
              <a:buClr>
                <a:srgbClr val="000000"/>
              </a:buClr>
              <a:buSzPct val="100000"/>
              <a:buFont typeface="Times New Roman" panose="02020603050405020304" pitchFamily="16"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6" charset="0"/>
              </a:defRPr>
            </a:lvl5pPr>
            <a:lvl6pPr marL="2514600" indent="-228600" defTabSz="457200" eaLnBrk="0" fontAlgn="base" hangingPunct="0">
              <a:spcBef>
                <a:spcPct val="30000"/>
              </a:spcBef>
              <a:spcAft>
                <a:spcPct val="0"/>
              </a:spcAft>
              <a:buClr>
                <a:srgbClr val="000000"/>
              </a:buClr>
              <a:buSzPct val="100000"/>
              <a:buFont typeface="Times New Roman" panose="02020603050405020304" pitchFamily="16"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6" charset="0"/>
              </a:defRPr>
            </a:lvl6pPr>
            <a:lvl7pPr marL="2971800" indent="-228600" defTabSz="457200" eaLnBrk="0" fontAlgn="base" hangingPunct="0">
              <a:spcBef>
                <a:spcPct val="30000"/>
              </a:spcBef>
              <a:spcAft>
                <a:spcPct val="0"/>
              </a:spcAft>
              <a:buClr>
                <a:srgbClr val="000000"/>
              </a:buClr>
              <a:buSzPct val="100000"/>
              <a:buFont typeface="Times New Roman" panose="02020603050405020304" pitchFamily="16"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6" charset="0"/>
              </a:defRPr>
            </a:lvl7pPr>
            <a:lvl8pPr marL="3429000" indent="-228600" defTabSz="457200" eaLnBrk="0" fontAlgn="base" hangingPunct="0">
              <a:spcBef>
                <a:spcPct val="30000"/>
              </a:spcBef>
              <a:spcAft>
                <a:spcPct val="0"/>
              </a:spcAft>
              <a:buClr>
                <a:srgbClr val="000000"/>
              </a:buClr>
              <a:buSzPct val="100000"/>
              <a:buFont typeface="Times New Roman" panose="02020603050405020304" pitchFamily="16"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6" charset="0"/>
              </a:defRPr>
            </a:lvl8pPr>
            <a:lvl9pPr marL="3886200" indent="-228600" defTabSz="457200" eaLnBrk="0" fontAlgn="base" hangingPunct="0">
              <a:spcBef>
                <a:spcPct val="30000"/>
              </a:spcBef>
              <a:spcAft>
                <a:spcPct val="0"/>
              </a:spcAft>
              <a:buClr>
                <a:srgbClr val="000000"/>
              </a:buClr>
              <a:buSzPct val="100000"/>
              <a:buFont typeface="Times New Roman" panose="02020603050405020304" pitchFamily="16"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6" charset="0"/>
              </a:defRPr>
            </a:lvl9pPr>
          </a:lstStyle>
          <a:p>
            <a:pPr>
              <a:spcBef>
                <a:spcPct val="0"/>
              </a:spcBef>
              <a:buClrTx/>
              <a:buFontTx/>
              <a:buNone/>
            </a:pPr>
            <a:fld id="{4A1BFD48-8F88-4458-84ED-D30BB0A71177}" type="slidenum">
              <a:rPr lang="en-US" altLang="en-US" sz="1400" smtClean="0"/>
            </a:fld>
            <a:endParaRPr lang="en-US" altLang="en-US" sz="1400"/>
          </a:p>
        </p:txBody>
      </p:sp>
      <p:sp>
        <p:nvSpPr>
          <p:cNvPr id="6147" name="Rectangle 1"/>
          <p:cNvSpPr>
            <a:spLocks noGrp="1" noRot="1" noChangeAspect="1" noChangeArrowheads="1" noTextEdit="1"/>
          </p:cNvSpPr>
          <p:nvPr>
            <p:ph type="sldImg"/>
          </p:nvPr>
        </p:nvSpPr>
        <p:spPr>
          <a:xfrm>
            <a:off x="1371600" y="763588"/>
            <a:ext cx="5029200" cy="3771900"/>
          </a:xfrm>
          <a:solidFill>
            <a:srgbClr val="FFFFFF"/>
          </a:solidFill>
          <a:ln>
            <a:solidFill>
              <a:srgbClr val="000000"/>
            </a:solidFill>
            <a:miter lim="800000"/>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6148" name="Rectangle 2"/>
          <p:cNvSpPr>
            <a:spLocks noGrp="1" noChangeArrowheads="1"/>
          </p:cNvSpPr>
          <p:nvPr>
            <p:ph type="body" idx="1"/>
          </p:nvPr>
        </p:nvSpPr>
        <p:spPr>
          <a:xfrm>
            <a:off x="777875" y="4776788"/>
            <a:ext cx="6218238" cy="4525962"/>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ltLang="en-US">
              <a:latin typeface="Times New Roman" panose="02020603050405020304" pitchFamily="16" charset="0"/>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6146" name="Rectangle 8"/>
          <p:cNvSpPr>
            <a:spLocks noGrp="1" noChangeArrowheads="1"/>
          </p:cNvSpPr>
          <p:nvPr>
            <p:ph type="sldNum"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30000"/>
              </a:spcBef>
              <a:buClr>
                <a:srgbClr val="000000"/>
              </a:buClr>
              <a:buSzPct val="100000"/>
              <a:buFont typeface="Times New Roman" panose="02020603050405020304" pitchFamily="16"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6" charset="0"/>
              </a:defRPr>
            </a:lvl1pPr>
            <a:lvl2pPr>
              <a:spcBef>
                <a:spcPct val="30000"/>
              </a:spcBef>
              <a:buClr>
                <a:srgbClr val="000000"/>
              </a:buClr>
              <a:buSzPct val="100000"/>
              <a:buFont typeface="Times New Roman" panose="02020603050405020304" pitchFamily="16"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6" charset="0"/>
              </a:defRPr>
            </a:lvl2pPr>
            <a:lvl3pPr>
              <a:spcBef>
                <a:spcPct val="30000"/>
              </a:spcBef>
              <a:buClr>
                <a:srgbClr val="000000"/>
              </a:buClr>
              <a:buSzPct val="100000"/>
              <a:buFont typeface="Times New Roman" panose="02020603050405020304" pitchFamily="16"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6" charset="0"/>
              </a:defRPr>
            </a:lvl3pPr>
            <a:lvl4pPr>
              <a:spcBef>
                <a:spcPct val="30000"/>
              </a:spcBef>
              <a:buClr>
                <a:srgbClr val="000000"/>
              </a:buClr>
              <a:buSzPct val="100000"/>
              <a:buFont typeface="Times New Roman" panose="02020603050405020304" pitchFamily="16"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6" charset="0"/>
              </a:defRPr>
            </a:lvl4pPr>
            <a:lvl5pPr>
              <a:spcBef>
                <a:spcPct val="30000"/>
              </a:spcBef>
              <a:buClr>
                <a:srgbClr val="000000"/>
              </a:buClr>
              <a:buSzPct val="100000"/>
              <a:buFont typeface="Times New Roman" panose="02020603050405020304" pitchFamily="16"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6" charset="0"/>
              </a:defRPr>
            </a:lvl5pPr>
            <a:lvl6pPr marL="2514600" indent="-228600" defTabSz="457200" eaLnBrk="0" fontAlgn="base" hangingPunct="0">
              <a:spcBef>
                <a:spcPct val="30000"/>
              </a:spcBef>
              <a:spcAft>
                <a:spcPct val="0"/>
              </a:spcAft>
              <a:buClr>
                <a:srgbClr val="000000"/>
              </a:buClr>
              <a:buSzPct val="100000"/>
              <a:buFont typeface="Times New Roman" panose="02020603050405020304" pitchFamily="16"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6" charset="0"/>
              </a:defRPr>
            </a:lvl6pPr>
            <a:lvl7pPr marL="2971800" indent="-228600" defTabSz="457200" eaLnBrk="0" fontAlgn="base" hangingPunct="0">
              <a:spcBef>
                <a:spcPct val="30000"/>
              </a:spcBef>
              <a:spcAft>
                <a:spcPct val="0"/>
              </a:spcAft>
              <a:buClr>
                <a:srgbClr val="000000"/>
              </a:buClr>
              <a:buSzPct val="100000"/>
              <a:buFont typeface="Times New Roman" panose="02020603050405020304" pitchFamily="16"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6" charset="0"/>
              </a:defRPr>
            </a:lvl7pPr>
            <a:lvl8pPr marL="3429000" indent="-228600" defTabSz="457200" eaLnBrk="0" fontAlgn="base" hangingPunct="0">
              <a:spcBef>
                <a:spcPct val="30000"/>
              </a:spcBef>
              <a:spcAft>
                <a:spcPct val="0"/>
              </a:spcAft>
              <a:buClr>
                <a:srgbClr val="000000"/>
              </a:buClr>
              <a:buSzPct val="100000"/>
              <a:buFont typeface="Times New Roman" panose="02020603050405020304" pitchFamily="16"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6" charset="0"/>
              </a:defRPr>
            </a:lvl8pPr>
            <a:lvl9pPr marL="3886200" indent="-228600" defTabSz="457200" eaLnBrk="0" fontAlgn="base" hangingPunct="0">
              <a:spcBef>
                <a:spcPct val="30000"/>
              </a:spcBef>
              <a:spcAft>
                <a:spcPct val="0"/>
              </a:spcAft>
              <a:buClr>
                <a:srgbClr val="000000"/>
              </a:buClr>
              <a:buSzPct val="100000"/>
              <a:buFont typeface="Times New Roman" panose="02020603050405020304" pitchFamily="16"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6" charset="0"/>
              </a:defRPr>
            </a:lvl9pPr>
          </a:lstStyle>
          <a:p>
            <a:pPr>
              <a:spcBef>
                <a:spcPct val="0"/>
              </a:spcBef>
              <a:buClrTx/>
              <a:buFontTx/>
              <a:buNone/>
            </a:pPr>
            <a:fld id="{4A1BFD48-8F88-4458-84ED-D30BB0A71177}" type="slidenum">
              <a:rPr lang="en-US" altLang="en-US" sz="1400" smtClean="0"/>
            </a:fld>
            <a:endParaRPr lang="en-US" altLang="en-US" sz="1400"/>
          </a:p>
        </p:txBody>
      </p:sp>
      <p:sp>
        <p:nvSpPr>
          <p:cNvPr id="6147" name="Rectangle 1"/>
          <p:cNvSpPr>
            <a:spLocks noGrp="1" noRot="1" noChangeAspect="1" noChangeArrowheads="1" noTextEdit="1"/>
          </p:cNvSpPr>
          <p:nvPr>
            <p:ph type="sldImg"/>
          </p:nvPr>
        </p:nvSpPr>
        <p:spPr>
          <a:xfrm>
            <a:off x="1371600" y="763588"/>
            <a:ext cx="5029200" cy="3771900"/>
          </a:xfrm>
          <a:solidFill>
            <a:srgbClr val="FFFFFF"/>
          </a:solidFill>
          <a:ln>
            <a:solidFill>
              <a:srgbClr val="000000"/>
            </a:solidFill>
            <a:miter lim="800000"/>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6148" name="Rectangle 2"/>
          <p:cNvSpPr>
            <a:spLocks noGrp="1" noChangeArrowheads="1"/>
          </p:cNvSpPr>
          <p:nvPr>
            <p:ph type="body" idx="1"/>
          </p:nvPr>
        </p:nvSpPr>
        <p:spPr>
          <a:xfrm>
            <a:off x="777875" y="4776788"/>
            <a:ext cx="6218238" cy="4525962"/>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ltLang="en-US">
              <a:latin typeface="Times New Roman" panose="02020603050405020304" pitchFamily="16" charset="0"/>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6146" name="Rectangle 8"/>
          <p:cNvSpPr>
            <a:spLocks noGrp="1" noChangeArrowheads="1"/>
          </p:cNvSpPr>
          <p:nvPr>
            <p:ph type="sldNum"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30000"/>
              </a:spcBef>
              <a:buClr>
                <a:srgbClr val="000000"/>
              </a:buClr>
              <a:buSzPct val="100000"/>
              <a:buFont typeface="Times New Roman" panose="02020603050405020304" pitchFamily="16"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6" charset="0"/>
              </a:defRPr>
            </a:lvl1pPr>
            <a:lvl2pPr>
              <a:spcBef>
                <a:spcPct val="30000"/>
              </a:spcBef>
              <a:buClr>
                <a:srgbClr val="000000"/>
              </a:buClr>
              <a:buSzPct val="100000"/>
              <a:buFont typeface="Times New Roman" panose="02020603050405020304" pitchFamily="16"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6" charset="0"/>
              </a:defRPr>
            </a:lvl2pPr>
            <a:lvl3pPr>
              <a:spcBef>
                <a:spcPct val="30000"/>
              </a:spcBef>
              <a:buClr>
                <a:srgbClr val="000000"/>
              </a:buClr>
              <a:buSzPct val="100000"/>
              <a:buFont typeface="Times New Roman" panose="02020603050405020304" pitchFamily="16"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6" charset="0"/>
              </a:defRPr>
            </a:lvl3pPr>
            <a:lvl4pPr>
              <a:spcBef>
                <a:spcPct val="30000"/>
              </a:spcBef>
              <a:buClr>
                <a:srgbClr val="000000"/>
              </a:buClr>
              <a:buSzPct val="100000"/>
              <a:buFont typeface="Times New Roman" panose="02020603050405020304" pitchFamily="16"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6" charset="0"/>
              </a:defRPr>
            </a:lvl4pPr>
            <a:lvl5pPr>
              <a:spcBef>
                <a:spcPct val="30000"/>
              </a:spcBef>
              <a:buClr>
                <a:srgbClr val="000000"/>
              </a:buClr>
              <a:buSzPct val="100000"/>
              <a:buFont typeface="Times New Roman" panose="02020603050405020304" pitchFamily="16"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6" charset="0"/>
              </a:defRPr>
            </a:lvl5pPr>
            <a:lvl6pPr marL="2514600" indent="-228600" defTabSz="457200" eaLnBrk="0" fontAlgn="base" hangingPunct="0">
              <a:spcBef>
                <a:spcPct val="30000"/>
              </a:spcBef>
              <a:spcAft>
                <a:spcPct val="0"/>
              </a:spcAft>
              <a:buClr>
                <a:srgbClr val="000000"/>
              </a:buClr>
              <a:buSzPct val="100000"/>
              <a:buFont typeface="Times New Roman" panose="02020603050405020304" pitchFamily="16"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6" charset="0"/>
              </a:defRPr>
            </a:lvl6pPr>
            <a:lvl7pPr marL="2971800" indent="-228600" defTabSz="457200" eaLnBrk="0" fontAlgn="base" hangingPunct="0">
              <a:spcBef>
                <a:spcPct val="30000"/>
              </a:spcBef>
              <a:spcAft>
                <a:spcPct val="0"/>
              </a:spcAft>
              <a:buClr>
                <a:srgbClr val="000000"/>
              </a:buClr>
              <a:buSzPct val="100000"/>
              <a:buFont typeface="Times New Roman" panose="02020603050405020304" pitchFamily="16"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6" charset="0"/>
              </a:defRPr>
            </a:lvl7pPr>
            <a:lvl8pPr marL="3429000" indent="-228600" defTabSz="457200" eaLnBrk="0" fontAlgn="base" hangingPunct="0">
              <a:spcBef>
                <a:spcPct val="30000"/>
              </a:spcBef>
              <a:spcAft>
                <a:spcPct val="0"/>
              </a:spcAft>
              <a:buClr>
                <a:srgbClr val="000000"/>
              </a:buClr>
              <a:buSzPct val="100000"/>
              <a:buFont typeface="Times New Roman" panose="02020603050405020304" pitchFamily="16"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6" charset="0"/>
              </a:defRPr>
            </a:lvl8pPr>
            <a:lvl9pPr marL="3886200" indent="-228600" defTabSz="457200" eaLnBrk="0" fontAlgn="base" hangingPunct="0">
              <a:spcBef>
                <a:spcPct val="30000"/>
              </a:spcBef>
              <a:spcAft>
                <a:spcPct val="0"/>
              </a:spcAft>
              <a:buClr>
                <a:srgbClr val="000000"/>
              </a:buClr>
              <a:buSzPct val="100000"/>
              <a:buFont typeface="Times New Roman" panose="02020603050405020304" pitchFamily="16"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6" charset="0"/>
              </a:defRPr>
            </a:lvl9pPr>
          </a:lstStyle>
          <a:p>
            <a:pPr>
              <a:spcBef>
                <a:spcPct val="0"/>
              </a:spcBef>
              <a:buClrTx/>
              <a:buFontTx/>
              <a:buNone/>
            </a:pPr>
            <a:fld id="{4A1BFD48-8F88-4458-84ED-D30BB0A71177}" type="slidenum">
              <a:rPr lang="en-US" altLang="en-US" sz="1400" smtClean="0"/>
            </a:fld>
            <a:endParaRPr lang="en-US" altLang="en-US" sz="1400"/>
          </a:p>
        </p:txBody>
      </p:sp>
      <p:sp>
        <p:nvSpPr>
          <p:cNvPr id="6147" name="Rectangle 1"/>
          <p:cNvSpPr>
            <a:spLocks noGrp="1" noRot="1" noChangeAspect="1" noChangeArrowheads="1" noTextEdit="1"/>
          </p:cNvSpPr>
          <p:nvPr>
            <p:ph type="sldImg"/>
          </p:nvPr>
        </p:nvSpPr>
        <p:spPr>
          <a:xfrm>
            <a:off x="1371600" y="763588"/>
            <a:ext cx="5029200" cy="3771900"/>
          </a:xfrm>
          <a:solidFill>
            <a:srgbClr val="FFFFFF"/>
          </a:solidFill>
          <a:ln>
            <a:solidFill>
              <a:srgbClr val="000000"/>
            </a:solidFill>
            <a:miter lim="800000"/>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6148" name="Rectangle 2"/>
          <p:cNvSpPr>
            <a:spLocks noGrp="1" noChangeArrowheads="1"/>
          </p:cNvSpPr>
          <p:nvPr>
            <p:ph type="body" idx="1"/>
          </p:nvPr>
        </p:nvSpPr>
        <p:spPr>
          <a:xfrm>
            <a:off x="777875" y="4776788"/>
            <a:ext cx="6218238" cy="4525962"/>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ltLang="en-US">
              <a:latin typeface="Times New Roman" panose="02020603050405020304" pitchFamily="16" charset="0"/>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6146" name="Rectangle 8"/>
          <p:cNvSpPr>
            <a:spLocks noGrp="1" noChangeArrowheads="1"/>
          </p:cNvSpPr>
          <p:nvPr>
            <p:ph type="sldNum"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30000"/>
              </a:spcBef>
              <a:buClr>
                <a:srgbClr val="000000"/>
              </a:buClr>
              <a:buSzPct val="100000"/>
              <a:buFont typeface="Times New Roman" panose="02020603050405020304" pitchFamily="16"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6" charset="0"/>
              </a:defRPr>
            </a:lvl1pPr>
            <a:lvl2pPr>
              <a:spcBef>
                <a:spcPct val="30000"/>
              </a:spcBef>
              <a:buClr>
                <a:srgbClr val="000000"/>
              </a:buClr>
              <a:buSzPct val="100000"/>
              <a:buFont typeface="Times New Roman" panose="02020603050405020304" pitchFamily="16"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6" charset="0"/>
              </a:defRPr>
            </a:lvl2pPr>
            <a:lvl3pPr>
              <a:spcBef>
                <a:spcPct val="30000"/>
              </a:spcBef>
              <a:buClr>
                <a:srgbClr val="000000"/>
              </a:buClr>
              <a:buSzPct val="100000"/>
              <a:buFont typeface="Times New Roman" panose="02020603050405020304" pitchFamily="16"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6" charset="0"/>
              </a:defRPr>
            </a:lvl3pPr>
            <a:lvl4pPr>
              <a:spcBef>
                <a:spcPct val="30000"/>
              </a:spcBef>
              <a:buClr>
                <a:srgbClr val="000000"/>
              </a:buClr>
              <a:buSzPct val="100000"/>
              <a:buFont typeface="Times New Roman" panose="02020603050405020304" pitchFamily="16"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6" charset="0"/>
              </a:defRPr>
            </a:lvl4pPr>
            <a:lvl5pPr>
              <a:spcBef>
                <a:spcPct val="30000"/>
              </a:spcBef>
              <a:buClr>
                <a:srgbClr val="000000"/>
              </a:buClr>
              <a:buSzPct val="100000"/>
              <a:buFont typeface="Times New Roman" panose="02020603050405020304" pitchFamily="16"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6" charset="0"/>
              </a:defRPr>
            </a:lvl5pPr>
            <a:lvl6pPr marL="2514600" indent="-228600" defTabSz="457200" eaLnBrk="0" fontAlgn="base" hangingPunct="0">
              <a:spcBef>
                <a:spcPct val="30000"/>
              </a:spcBef>
              <a:spcAft>
                <a:spcPct val="0"/>
              </a:spcAft>
              <a:buClr>
                <a:srgbClr val="000000"/>
              </a:buClr>
              <a:buSzPct val="100000"/>
              <a:buFont typeface="Times New Roman" panose="02020603050405020304" pitchFamily="16"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6" charset="0"/>
              </a:defRPr>
            </a:lvl6pPr>
            <a:lvl7pPr marL="2971800" indent="-228600" defTabSz="457200" eaLnBrk="0" fontAlgn="base" hangingPunct="0">
              <a:spcBef>
                <a:spcPct val="30000"/>
              </a:spcBef>
              <a:spcAft>
                <a:spcPct val="0"/>
              </a:spcAft>
              <a:buClr>
                <a:srgbClr val="000000"/>
              </a:buClr>
              <a:buSzPct val="100000"/>
              <a:buFont typeface="Times New Roman" panose="02020603050405020304" pitchFamily="16"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6" charset="0"/>
              </a:defRPr>
            </a:lvl7pPr>
            <a:lvl8pPr marL="3429000" indent="-228600" defTabSz="457200" eaLnBrk="0" fontAlgn="base" hangingPunct="0">
              <a:spcBef>
                <a:spcPct val="30000"/>
              </a:spcBef>
              <a:spcAft>
                <a:spcPct val="0"/>
              </a:spcAft>
              <a:buClr>
                <a:srgbClr val="000000"/>
              </a:buClr>
              <a:buSzPct val="100000"/>
              <a:buFont typeface="Times New Roman" panose="02020603050405020304" pitchFamily="16"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6" charset="0"/>
              </a:defRPr>
            </a:lvl8pPr>
            <a:lvl9pPr marL="3886200" indent="-228600" defTabSz="457200" eaLnBrk="0" fontAlgn="base" hangingPunct="0">
              <a:spcBef>
                <a:spcPct val="30000"/>
              </a:spcBef>
              <a:spcAft>
                <a:spcPct val="0"/>
              </a:spcAft>
              <a:buClr>
                <a:srgbClr val="000000"/>
              </a:buClr>
              <a:buSzPct val="100000"/>
              <a:buFont typeface="Times New Roman" panose="02020603050405020304" pitchFamily="16"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6" charset="0"/>
              </a:defRPr>
            </a:lvl9pPr>
          </a:lstStyle>
          <a:p>
            <a:pPr>
              <a:spcBef>
                <a:spcPct val="0"/>
              </a:spcBef>
              <a:buClrTx/>
              <a:buFontTx/>
              <a:buNone/>
            </a:pPr>
            <a:fld id="{4A1BFD48-8F88-4458-84ED-D30BB0A71177}" type="slidenum">
              <a:rPr lang="en-US" altLang="en-US" sz="1400" smtClean="0"/>
            </a:fld>
            <a:endParaRPr lang="en-US" altLang="en-US" sz="1400"/>
          </a:p>
        </p:txBody>
      </p:sp>
      <p:sp>
        <p:nvSpPr>
          <p:cNvPr id="6147" name="Rectangle 1"/>
          <p:cNvSpPr>
            <a:spLocks noGrp="1" noRot="1" noChangeAspect="1" noChangeArrowheads="1" noTextEdit="1"/>
          </p:cNvSpPr>
          <p:nvPr>
            <p:ph type="sldImg"/>
          </p:nvPr>
        </p:nvSpPr>
        <p:spPr>
          <a:xfrm>
            <a:off x="1371600" y="763588"/>
            <a:ext cx="5029200" cy="3771900"/>
          </a:xfrm>
          <a:solidFill>
            <a:srgbClr val="FFFFFF"/>
          </a:solidFill>
          <a:ln>
            <a:solidFill>
              <a:srgbClr val="000000"/>
            </a:solidFill>
            <a:miter lim="800000"/>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6148" name="Rectangle 2"/>
          <p:cNvSpPr>
            <a:spLocks noGrp="1" noChangeArrowheads="1"/>
          </p:cNvSpPr>
          <p:nvPr>
            <p:ph type="body" idx="1"/>
          </p:nvPr>
        </p:nvSpPr>
        <p:spPr>
          <a:xfrm>
            <a:off x="777875" y="4776788"/>
            <a:ext cx="6218238" cy="4525962"/>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ltLang="en-US">
              <a:latin typeface="Times New Roman" panose="02020603050405020304" pitchFamily="16" charset="0"/>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6146" name="Rectangle 8"/>
          <p:cNvSpPr>
            <a:spLocks noGrp="1" noChangeArrowheads="1"/>
          </p:cNvSpPr>
          <p:nvPr>
            <p:ph type="sldNum"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30000"/>
              </a:spcBef>
              <a:buClr>
                <a:srgbClr val="000000"/>
              </a:buClr>
              <a:buSzPct val="100000"/>
              <a:buFont typeface="Times New Roman" panose="02020603050405020304" pitchFamily="16"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6" charset="0"/>
              </a:defRPr>
            </a:lvl1pPr>
            <a:lvl2pPr>
              <a:spcBef>
                <a:spcPct val="30000"/>
              </a:spcBef>
              <a:buClr>
                <a:srgbClr val="000000"/>
              </a:buClr>
              <a:buSzPct val="100000"/>
              <a:buFont typeface="Times New Roman" panose="02020603050405020304" pitchFamily="16"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6" charset="0"/>
              </a:defRPr>
            </a:lvl2pPr>
            <a:lvl3pPr>
              <a:spcBef>
                <a:spcPct val="30000"/>
              </a:spcBef>
              <a:buClr>
                <a:srgbClr val="000000"/>
              </a:buClr>
              <a:buSzPct val="100000"/>
              <a:buFont typeface="Times New Roman" panose="02020603050405020304" pitchFamily="16"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6" charset="0"/>
              </a:defRPr>
            </a:lvl3pPr>
            <a:lvl4pPr>
              <a:spcBef>
                <a:spcPct val="30000"/>
              </a:spcBef>
              <a:buClr>
                <a:srgbClr val="000000"/>
              </a:buClr>
              <a:buSzPct val="100000"/>
              <a:buFont typeface="Times New Roman" panose="02020603050405020304" pitchFamily="16"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6" charset="0"/>
              </a:defRPr>
            </a:lvl4pPr>
            <a:lvl5pPr>
              <a:spcBef>
                <a:spcPct val="30000"/>
              </a:spcBef>
              <a:buClr>
                <a:srgbClr val="000000"/>
              </a:buClr>
              <a:buSzPct val="100000"/>
              <a:buFont typeface="Times New Roman" panose="02020603050405020304" pitchFamily="16"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6" charset="0"/>
              </a:defRPr>
            </a:lvl5pPr>
            <a:lvl6pPr marL="2514600" indent="-228600" defTabSz="457200" eaLnBrk="0" fontAlgn="base" hangingPunct="0">
              <a:spcBef>
                <a:spcPct val="30000"/>
              </a:spcBef>
              <a:spcAft>
                <a:spcPct val="0"/>
              </a:spcAft>
              <a:buClr>
                <a:srgbClr val="000000"/>
              </a:buClr>
              <a:buSzPct val="100000"/>
              <a:buFont typeface="Times New Roman" panose="02020603050405020304" pitchFamily="16"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6" charset="0"/>
              </a:defRPr>
            </a:lvl6pPr>
            <a:lvl7pPr marL="2971800" indent="-228600" defTabSz="457200" eaLnBrk="0" fontAlgn="base" hangingPunct="0">
              <a:spcBef>
                <a:spcPct val="30000"/>
              </a:spcBef>
              <a:spcAft>
                <a:spcPct val="0"/>
              </a:spcAft>
              <a:buClr>
                <a:srgbClr val="000000"/>
              </a:buClr>
              <a:buSzPct val="100000"/>
              <a:buFont typeface="Times New Roman" panose="02020603050405020304" pitchFamily="16"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6" charset="0"/>
              </a:defRPr>
            </a:lvl7pPr>
            <a:lvl8pPr marL="3429000" indent="-228600" defTabSz="457200" eaLnBrk="0" fontAlgn="base" hangingPunct="0">
              <a:spcBef>
                <a:spcPct val="30000"/>
              </a:spcBef>
              <a:spcAft>
                <a:spcPct val="0"/>
              </a:spcAft>
              <a:buClr>
                <a:srgbClr val="000000"/>
              </a:buClr>
              <a:buSzPct val="100000"/>
              <a:buFont typeface="Times New Roman" panose="02020603050405020304" pitchFamily="16"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6" charset="0"/>
              </a:defRPr>
            </a:lvl8pPr>
            <a:lvl9pPr marL="3886200" indent="-228600" defTabSz="457200" eaLnBrk="0" fontAlgn="base" hangingPunct="0">
              <a:spcBef>
                <a:spcPct val="30000"/>
              </a:spcBef>
              <a:spcAft>
                <a:spcPct val="0"/>
              </a:spcAft>
              <a:buClr>
                <a:srgbClr val="000000"/>
              </a:buClr>
              <a:buSzPct val="100000"/>
              <a:buFont typeface="Times New Roman" panose="02020603050405020304" pitchFamily="16"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6" charset="0"/>
              </a:defRPr>
            </a:lvl9pPr>
          </a:lstStyle>
          <a:p>
            <a:pPr>
              <a:spcBef>
                <a:spcPct val="0"/>
              </a:spcBef>
              <a:buClrTx/>
              <a:buFontTx/>
              <a:buNone/>
            </a:pPr>
            <a:fld id="{4A1BFD48-8F88-4458-84ED-D30BB0A71177}" type="slidenum">
              <a:rPr lang="en-US" altLang="en-US" sz="1400" smtClean="0"/>
            </a:fld>
            <a:endParaRPr lang="en-US" altLang="en-US" sz="1400"/>
          </a:p>
        </p:txBody>
      </p:sp>
      <p:sp>
        <p:nvSpPr>
          <p:cNvPr id="6147" name="Rectangle 1"/>
          <p:cNvSpPr>
            <a:spLocks noGrp="1" noRot="1" noChangeAspect="1" noChangeArrowheads="1" noTextEdit="1"/>
          </p:cNvSpPr>
          <p:nvPr>
            <p:ph type="sldImg"/>
          </p:nvPr>
        </p:nvSpPr>
        <p:spPr>
          <a:xfrm>
            <a:off x="1371600" y="763588"/>
            <a:ext cx="5029200" cy="3771900"/>
          </a:xfrm>
          <a:solidFill>
            <a:srgbClr val="FFFFFF"/>
          </a:solidFill>
          <a:ln>
            <a:solidFill>
              <a:srgbClr val="000000"/>
            </a:solidFill>
            <a:miter lim="800000"/>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6148" name="Rectangle 2"/>
          <p:cNvSpPr>
            <a:spLocks noGrp="1" noChangeArrowheads="1"/>
          </p:cNvSpPr>
          <p:nvPr>
            <p:ph type="body" idx="1"/>
          </p:nvPr>
        </p:nvSpPr>
        <p:spPr>
          <a:xfrm>
            <a:off x="777875" y="4776788"/>
            <a:ext cx="6218238" cy="4525962"/>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ltLang="en-US">
              <a:latin typeface="Times New Roman" panose="02020603050405020304" pitchFamily="16" charset="0"/>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6146" name="Rectangle 8"/>
          <p:cNvSpPr>
            <a:spLocks noGrp="1" noChangeArrowheads="1"/>
          </p:cNvSpPr>
          <p:nvPr>
            <p:ph type="sldNum"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30000"/>
              </a:spcBef>
              <a:buClr>
                <a:srgbClr val="000000"/>
              </a:buClr>
              <a:buSzPct val="100000"/>
              <a:buFont typeface="Times New Roman" panose="02020603050405020304" pitchFamily="16"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6" charset="0"/>
              </a:defRPr>
            </a:lvl1pPr>
            <a:lvl2pPr>
              <a:spcBef>
                <a:spcPct val="30000"/>
              </a:spcBef>
              <a:buClr>
                <a:srgbClr val="000000"/>
              </a:buClr>
              <a:buSzPct val="100000"/>
              <a:buFont typeface="Times New Roman" panose="02020603050405020304" pitchFamily="16"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6" charset="0"/>
              </a:defRPr>
            </a:lvl2pPr>
            <a:lvl3pPr>
              <a:spcBef>
                <a:spcPct val="30000"/>
              </a:spcBef>
              <a:buClr>
                <a:srgbClr val="000000"/>
              </a:buClr>
              <a:buSzPct val="100000"/>
              <a:buFont typeface="Times New Roman" panose="02020603050405020304" pitchFamily="16"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6" charset="0"/>
              </a:defRPr>
            </a:lvl3pPr>
            <a:lvl4pPr>
              <a:spcBef>
                <a:spcPct val="30000"/>
              </a:spcBef>
              <a:buClr>
                <a:srgbClr val="000000"/>
              </a:buClr>
              <a:buSzPct val="100000"/>
              <a:buFont typeface="Times New Roman" panose="02020603050405020304" pitchFamily="16"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6" charset="0"/>
              </a:defRPr>
            </a:lvl4pPr>
            <a:lvl5pPr>
              <a:spcBef>
                <a:spcPct val="30000"/>
              </a:spcBef>
              <a:buClr>
                <a:srgbClr val="000000"/>
              </a:buClr>
              <a:buSzPct val="100000"/>
              <a:buFont typeface="Times New Roman" panose="02020603050405020304" pitchFamily="16"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6" charset="0"/>
              </a:defRPr>
            </a:lvl5pPr>
            <a:lvl6pPr marL="2514600" indent="-228600" defTabSz="457200" eaLnBrk="0" fontAlgn="base" hangingPunct="0">
              <a:spcBef>
                <a:spcPct val="30000"/>
              </a:spcBef>
              <a:spcAft>
                <a:spcPct val="0"/>
              </a:spcAft>
              <a:buClr>
                <a:srgbClr val="000000"/>
              </a:buClr>
              <a:buSzPct val="100000"/>
              <a:buFont typeface="Times New Roman" panose="02020603050405020304" pitchFamily="16"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6" charset="0"/>
              </a:defRPr>
            </a:lvl6pPr>
            <a:lvl7pPr marL="2971800" indent="-228600" defTabSz="457200" eaLnBrk="0" fontAlgn="base" hangingPunct="0">
              <a:spcBef>
                <a:spcPct val="30000"/>
              </a:spcBef>
              <a:spcAft>
                <a:spcPct val="0"/>
              </a:spcAft>
              <a:buClr>
                <a:srgbClr val="000000"/>
              </a:buClr>
              <a:buSzPct val="100000"/>
              <a:buFont typeface="Times New Roman" panose="02020603050405020304" pitchFamily="16"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6" charset="0"/>
              </a:defRPr>
            </a:lvl7pPr>
            <a:lvl8pPr marL="3429000" indent="-228600" defTabSz="457200" eaLnBrk="0" fontAlgn="base" hangingPunct="0">
              <a:spcBef>
                <a:spcPct val="30000"/>
              </a:spcBef>
              <a:spcAft>
                <a:spcPct val="0"/>
              </a:spcAft>
              <a:buClr>
                <a:srgbClr val="000000"/>
              </a:buClr>
              <a:buSzPct val="100000"/>
              <a:buFont typeface="Times New Roman" panose="02020603050405020304" pitchFamily="16"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6" charset="0"/>
              </a:defRPr>
            </a:lvl8pPr>
            <a:lvl9pPr marL="3886200" indent="-228600" defTabSz="457200" eaLnBrk="0" fontAlgn="base" hangingPunct="0">
              <a:spcBef>
                <a:spcPct val="30000"/>
              </a:spcBef>
              <a:spcAft>
                <a:spcPct val="0"/>
              </a:spcAft>
              <a:buClr>
                <a:srgbClr val="000000"/>
              </a:buClr>
              <a:buSzPct val="100000"/>
              <a:buFont typeface="Times New Roman" panose="02020603050405020304" pitchFamily="16"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6" charset="0"/>
              </a:defRPr>
            </a:lvl9pPr>
          </a:lstStyle>
          <a:p>
            <a:pPr>
              <a:spcBef>
                <a:spcPct val="0"/>
              </a:spcBef>
              <a:buClrTx/>
              <a:buFontTx/>
              <a:buNone/>
            </a:pPr>
            <a:fld id="{4A1BFD48-8F88-4458-84ED-D30BB0A71177}" type="slidenum">
              <a:rPr lang="en-US" altLang="en-US" sz="1400" smtClean="0"/>
            </a:fld>
            <a:endParaRPr lang="en-US" altLang="en-US" sz="1400"/>
          </a:p>
        </p:txBody>
      </p:sp>
      <p:sp>
        <p:nvSpPr>
          <p:cNvPr id="6147" name="Rectangle 1"/>
          <p:cNvSpPr>
            <a:spLocks noGrp="1" noRot="1" noChangeAspect="1" noChangeArrowheads="1" noTextEdit="1"/>
          </p:cNvSpPr>
          <p:nvPr>
            <p:ph type="sldImg"/>
          </p:nvPr>
        </p:nvSpPr>
        <p:spPr>
          <a:xfrm>
            <a:off x="1371600" y="763588"/>
            <a:ext cx="5029200" cy="3771900"/>
          </a:xfrm>
          <a:solidFill>
            <a:srgbClr val="FFFFFF"/>
          </a:solidFill>
          <a:ln>
            <a:solidFill>
              <a:srgbClr val="000000"/>
            </a:solidFill>
            <a:miter lim="800000"/>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6148" name="Rectangle 2"/>
          <p:cNvSpPr>
            <a:spLocks noGrp="1" noChangeArrowheads="1"/>
          </p:cNvSpPr>
          <p:nvPr>
            <p:ph type="body" idx="1"/>
          </p:nvPr>
        </p:nvSpPr>
        <p:spPr>
          <a:xfrm>
            <a:off x="777875" y="4776788"/>
            <a:ext cx="6218238" cy="4525962"/>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ltLang="en-US">
              <a:latin typeface="Times New Roman" panose="02020603050405020304" pitchFamily="16" charset="0"/>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6146" name="Rectangle 8"/>
          <p:cNvSpPr>
            <a:spLocks noGrp="1" noChangeArrowheads="1"/>
          </p:cNvSpPr>
          <p:nvPr>
            <p:ph type="sldNum"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30000"/>
              </a:spcBef>
              <a:buClr>
                <a:srgbClr val="000000"/>
              </a:buClr>
              <a:buSzPct val="100000"/>
              <a:buFont typeface="Times New Roman" panose="02020603050405020304" pitchFamily="16"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6" charset="0"/>
              </a:defRPr>
            </a:lvl1pPr>
            <a:lvl2pPr>
              <a:spcBef>
                <a:spcPct val="30000"/>
              </a:spcBef>
              <a:buClr>
                <a:srgbClr val="000000"/>
              </a:buClr>
              <a:buSzPct val="100000"/>
              <a:buFont typeface="Times New Roman" panose="02020603050405020304" pitchFamily="16"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6" charset="0"/>
              </a:defRPr>
            </a:lvl2pPr>
            <a:lvl3pPr>
              <a:spcBef>
                <a:spcPct val="30000"/>
              </a:spcBef>
              <a:buClr>
                <a:srgbClr val="000000"/>
              </a:buClr>
              <a:buSzPct val="100000"/>
              <a:buFont typeface="Times New Roman" panose="02020603050405020304" pitchFamily="16"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6" charset="0"/>
              </a:defRPr>
            </a:lvl3pPr>
            <a:lvl4pPr>
              <a:spcBef>
                <a:spcPct val="30000"/>
              </a:spcBef>
              <a:buClr>
                <a:srgbClr val="000000"/>
              </a:buClr>
              <a:buSzPct val="100000"/>
              <a:buFont typeface="Times New Roman" panose="02020603050405020304" pitchFamily="16"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6" charset="0"/>
              </a:defRPr>
            </a:lvl4pPr>
            <a:lvl5pPr>
              <a:spcBef>
                <a:spcPct val="30000"/>
              </a:spcBef>
              <a:buClr>
                <a:srgbClr val="000000"/>
              </a:buClr>
              <a:buSzPct val="100000"/>
              <a:buFont typeface="Times New Roman" panose="02020603050405020304" pitchFamily="16"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6" charset="0"/>
              </a:defRPr>
            </a:lvl5pPr>
            <a:lvl6pPr marL="2514600" indent="-228600" defTabSz="457200" eaLnBrk="0" fontAlgn="base" hangingPunct="0">
              <a:spcBef>
                <a:spcPct val="30000"/>
              </a:spcBef>
              <a:spcAft>
                <a:spcPct val="0"/>
              </a:spcAft>
              <a:buClr>
                <a:srgbClr val="000000"/>
              </a:buClr>
              <a:buSzPct val="100000"/>
              <a:buFont typeface="Times New Roman" panose="02020603050405020304" pitchFamily="16"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6" charset="0"/>
              </a:defRPr>
            </a:lvl6pPr>
            <a:lvl7pPr marL="2971800" indent="-228600" defTabSz="457200" eaLnBrk="0" fontAlgn="base" hangingPunct="0">
              <a:spcBef>
                <a:spcPct val="30000"/>
              </a:spcBef>
              <a:spcAft>
                <a:spcPct val="0"/>
              </a:spcAft>
              <a:buClr>
                <a:srgbClr val="000000"/>
              </a:buClr>
              <a:buSzPct val="100000"/>
              <a:buFont typeface="Times New Roman" panose="02020603050405020304" pitchFamily="16"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6" charset="0"/>
              </a:defRPr>
            </a:lvl7pPr>
            <a:lvl8pPr marL="3429000" indent="-228600" defTabSz="457200" eaLnBrk="0" fontAlgn="base" hangingPunct="0">
              <a:spcBef>
                <a:spcPct val="30000"/>
              </a:spcBef>
              <a:spcAft>
                <a:spcPct val="0"/>
              </a:spcAft>
              <a:buClr>
                <a:srgbClr val="000000"/>
              </a:buClr>
              <a:buSzPct val="100000"/>
              <a:buFont typeface="Times New Roman" panose="02020603050405020304" pitchFamily="16"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6" charset="0"/>
              </a:defRPr>
            </a:lvl8pPr>
            <a:lvl9pPr marL="3886200" indent="-228600" defTabSz="457200" eaLnBrk="0" fontAlgn="base" hangingPunct="0">
              <a:spcBef>
                <a:spcPct val="30000"/>
              </a:spcBef>
              <a:spcAft>
                <a:spcPct val="0"/>
              </a:spcAft>
              <a:buClr>
                <a:srgbClr val="000000"/>
              </a:buClr>
              <a:buSzPct val="100000"/>
              <a:buFont typeface="Times New Roman" panose="02020603050405020304" pitchFamily="16"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6" charset="0"/>
              </a:defRPr>
            </a:lvl9pPr>
          </a:lstStyle>
          <a:p>
            <a:pPr>
              <a:spcBef>
                <a:spcPct val="0"/>
              </a:spcBef>
              <a:buClrTx/>
              <a:buFontTx/>
              <a:buNone/>
            </a:pPr>
            <a:fld id="{4A1BFD48-8F88-4458-84ED-D30BB0A71177}" type="slidenum">
              <a:rPr lang="en-US" altLang="en-US" sz="1400" smtClean="0"/>
            </a:fld>
            <a:endParaRPr lang="en-US" altLang="en-US" sz="1400"/>
          </a:p>
        </p:txBody>
      </p:sp>
      <p:sp>
        <p:nvSpPr>
          <p:cNvPr id="6147" name="Rectangle 1"/>
          <p:cNvSpPr>
            <a:spLocks noGrp="1" noRot="1" noChangeAspect="1" noChangeArrowheads="1" noTextEdit="1"/>
          </p:cNvSpPr>
          <p:nvPr>
            <p:ph type="sldImg"/>
          </p:nvPr>
        </p:nvSpPr>
        <p:spPr>
          <a:xfrm>
            <a:off x="1371600" y="763588"/>
            <a:ext cx="5029200" cy="3771900"/>
          </a:xfrm>
          <a:solidFill>
            <a:srgbClr val="FFFFFF"/>
          </a:solidFill>
          <a:ln>
            <a:solidFill>
              <a:srgbClr val="000000"/>
            </a:solidFill>
            <a:miter lim="800000"/>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6148" name="Rectangle 2"/>
          <p:cNvSpPr>
            <a:spLocks noGrp="1" noChangeArrowheads="1"/>
          </p:cNvSpPr>
          <p:nvPr>
            <p:ph type="body" idx="1"/>
          </p:nvPr>
        </p:nvSpPr>
        <p:spPr>
          <a:xfrm>
            <a:off x="777875" y="4776788"/>
            <a:ext cx="6218238" cy="4525962"/>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ltLang="en-US">
              <a:latin typeface="Times New Roman" panose="02020603050405020304" pitchFamily="16" charset="0"/>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6146" name="Rectangle 8"/>
          <p:cNvSpPr>
            <a:spLocks noGrp="1" noChangeArrowheads="1"/>
          </p:cNvSpPr>
          <p:nvPr>
            <p:ph type="sldNum"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30000"/>
              </a:spcBef>
              <a:buClr>
                <a:srgbClr val="000000"/>
              </a:buClr>
              <a:buSzPct val="100000"/>
              <a:buFont typeface="Times New Roman" panose="02020603050405020304" pitchFamily="16"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6" charset="0"/>
              </a:defRPr>
            </a:lvl1pPr>
            <a:lvl2pPr>
              <a:spcBef>
                <a:spcPct val="30000"/>
              </a:spcBef>
              <a:buClr>
                <a:srgbClr val="000000"/>
              </a:buClr>
              <a:buSzPct val="100000"/>
              <a:buFont typeface="Times New Roman" panose="02020603050405020304" pitchFamily="16"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6" charset="0"/>
              </a:defRPr>
            </a:lvl2pPr>
            <a:lvl3pPr>
              <a:spcBef>
                <a:spcPct val="30000"/>
              </a:spcBef>
              <a:buClr>
                <a:srgbClr val="000000"/>
              </a:buClr>
              <a:buSzPct val="100000"/>
              <a:buFont typeface="Times New Roman" panose="02020603050405020304" pitchFamily="16"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6" charset="0"/>
              </a:defRPr>
            </a:lvl3pPr>
            <a:lvl4pPr>
              <a:spcBef>
                <a:spcPct val="30000"/>
              </a:spcBef>
              <a:buClr>
                <a:srgbClr val="000000"/>
              </a:buClr>
              <a:buSzPct val="100000"/>
              <a:buFont typeface="Times New Roman" panose="02020603050405020304" pitchFamily="16"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6" charset="0"/>
              </a:defRPr>
            </a:lvl4pPr>
            <a:lvl5pPr>
              <a:spcBef>
                <a:spcPct val="30000"/>
              </a:spcBef>
              <a:buClr>
                <a:srgbClr val="000000"/>
              </a:buClr>
              <a:buSzPct val="100000"/>
              <a:buFont typeface="Times New Roman" panose="02020603050405020304" pitchFamily="16"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6" charset="0"/>
              </a:defRPr>
            </a:lvl5pPr>
            <a:lvl6pPr marL="2514600" indent="-228600" defTabSz="457200" eaLnBrk="0" fontAlgn="base" hangingPunct="0">
              <a:spcBef>
                <a:spcPct val="30000"/>
              </a:spcBef>
              <a:spcAft>
                <a:spcPct val="0"/>
              </a:spcAft>
              <a:buClr>
                <a:srgbClr val="000000"/>
              </a:buClr>
              <a:buSzPct val="100000"/>
              <a:buFont typeface="Times New Roman" panose="02020603050405020304" pitchFamily="16"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6" charset="0"/>
              </a:defRPr>
            </a:lvl6pPr>
            <a:lvl7pPr marL="2971800" indent="-228600" defTabSz="457200" eaLnBrk="0" fontAlgn="base" hangingPunct="0">
              <a:spcBef>
                <a:spcPct val="30000"/>
              </a:spcBef>
              <a:spcAft>
                <a:spcPct val="0"/>
              </a:spcAft>
              <a:buClr>
                <a:srgbClr val="000000"/>
              </a:buClr>
              <a:buSzPct val="100000"/>
              <a:buFont typeface="Times New Roman" panose="02020603050405020304" pitchFamily="16"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6" charset="0"/>
              </a:defRPr>
            </a:lvl7pPr>
            <a:lvl8pPr marL="3429000" indent="-228600" defTabSz="457200" eaLnBrk="0" fontAlgn="base" hangingPunct="0">
              <a:spcBef>
                <a:spcPct val="30000"/>
              </a:spcBef>
              <a:spcAft>
                <a:spcPct val="0"/>
              </a:spcAft>
              <a:buClr>
                <a:srgbClr val="000000"/>
              </a:buClr>
              <a:buSzPct val="100000"/>
              <a:buFont typeface="Times New Roman" panose="02020603050405020304" pitchFamily="16"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6" charset="0"/>
              </a:defRPr>
            </a:lvl8pPr>
            <a:lvl9pPr marL="3886200" indent="-228600" defTabSz="457200" eaLnBrk="0" fontAlgn="base" hangingPunct="0">
              <a:spcBef>
                <a:spcPct val="30000"/>
              </a:spcBef>
              <a:spcAft>
                <a:spcPct val="0"/>
              </a:spcAft>
              <a:buClr>
                <a:srgbClr val="000000"/>
              </a:buClr>
              <a:buSzPct val="100000"/>
              <a:buFont typeface="Times New Roman" panose="02020603050405020304" pitchFamily="16"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6" charset="0"/>
              </a:defRPr>
            </a:lvl9pPr>
          </a:lstStyle>
          <a:p>
            <a:pPr>
              <a:spcBef>
                <a:spcPct val="0"/>
              </a:spcBef>
              <a:buClrTx/>
              <a:buFontTx/>
              <a:buNone/>
            </a:pPr>
            <a:fld id="{4A1BFD48-8F88-4458-84ED-D30BB0A71177}" type="slidenum">
              <a:rPr lang="en-US" altLang="en-US" sz="1400" smtClean="0"/>
            </a:fld>
            <a:endParaRPr lang="en-US" altLang="en-US" sz="1400"/>
          </a:p>
        </p:txBody>
      </p:sp>
      <p:sp>
        <p:nvSpPr>
          <p:cNvPr id="6147" name="Rectangle 1"/>
          <p:cNvSpPr>
            <a:spLocks noGrp="1" noRot="1" noChangeAspect="1" noChangeArrowheads="1" noTextEdit="1"/>
          </p:cNvSpPr>
          <p:nvPr>
            <p:ph type="sldImg"/>
          </p:nvPr>
        </p:nvSpPr>
        <p:spPr>
          <a:xfrm>
            <a:off x="1371600" y="763588"/>
            <a:ext cx="5029200" cy="3771900"/>
          </a:xfrm>
          <a:solidFill>
            <a:srgbClr val="FFFFFF"/>
          </a:solidFill>
          <a:ln>
            <a:solidFill>
              <a:srgbClr val="000000"/>
            </a:solidFill>
            <a:miter lim="800000"/>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6148" name="Rectangle 2"/>
          <p:cNvSpPr>
            <a:spLocks noGrp="1" noChangeArrowheads="1"/>
          </p:cNvSpPr>
          <p:nvPr>
            <p:ph type="body" idx="1"/>
          </p:nvPr>
        </p:nvSpPr>
        <p:spPr>
          <a:xfrm>
            <a:off x="777875" y="4776788"/>
            <a:ext cx="6218238" cy="4525962"/>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ltLang="en-US">
              <a:latin typeface="Times New Roman" panose="02020603050405020304" pitchFamily="16" charset="0"/>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6146" name="Rectangle 8"/>
          <p:cNvSpPr>
            <a:spLocks noGrp="1" noChangeArrowheads="1"/>
          </p:cNvSpPr>
          <p:nvPr>
            <p:ph type="sldNum"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30000"/>
              </a:spcBef>
              <a:buClr>
                <a:srgbClr val="000000"/>
              </a:buClr>
              <a:buSzPct val="100000"/>
              <a:buFont typeface="Times New Roman" panose="02020603050405020304" pitchFamily="16"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6" charset="0"/>
              </a:defRPr>
            </a:lvl1pPr>
            <a:lvl2pPr>
              <a:spcBef>
                <a:spcPct val="30000"/>
              </a:spcBef>
              <a:buClr>
                <a:srgbClr val="000000"/>
              </a:buClr>
              <a:buSzPct val="100000"/>
              <a:buFont typeface="Times New Roman" panose="02020603050405020304" pitchFamily="16"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6" charset="0"/>
              </a:defRPr>
            </a:lvl2pPr>
            <a:lvl3pPr>
              <a:spcBef>
                <a:spcPct val="30000"/>
              </a:spcBef>
              <a:buClr>
                <a:srgbClr val="000000"/>
              </a:buClr>
              <a:buSzPct val="100000"/>
              <a:buFont typeface="Times New Roman" panose="02020603050405020304" pitchFamily="16"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6" charset="0"/>
              </a:defRPr>
            </a:lvl3pPr>
            <a:lvl4pPr>
              <a:spcBef>
                <a:spcPct val="30000"/>
              </a:spcBef>
              <a:buClr>
                <a:srgbClr val="000000"/>
              </a:buClr>
              <a:buSzPct val="100000"/>
              <a:buFont typeface="Times New Roman" panose="02020603050405020304" pitchFamily="16"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6" charset="0"/>
              </a:defRPr>
            </a:lvl4pPr>
            <a:lvl5pPr>
              <a:spcBef>
                <a:spcPct val="30000"/>
              </a:spcBef>
              <a:buClr>
                <a:srgbClr val="000000"/>
              </a:buClr>
              <a:buSzPct val="100000"/>
              <a:buFont typeface="Times New Roman" panose="02020603050405020304" pitchFamily="16"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6" charset="0"/>
              </a:defRPr>
            </a:lvl5pPr>
            <a:lvl6pPr marL="2514600" indent="-228600" defTabSz="457200" eaLnBrk="0" fontAlgn="base" hangingPunct="0">
              <a:spcBef>
                <a:spcPct val="30000"/>
              </a:spcBef>
              <a:spcAft>
                <a:spcPct val="0"/>
              </a:spcAft>
              <a:buClr>
                <a:srgbClr val="000000"/>
              </a:buClr>
              <a:buSzPct val="100000"/>
              <a:buFont typeface="Times New Roman" panose="02020603050405020304" pitchFamily="16"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6" charset="0"/>
              </a:defRPr>
            </a:lvl6pPr>
            <a:lvl7pPr marL="2971800" indent="-228600" defTabSz="457200" eaLnBrk="0" fontAlgn="base" hangingPunct="0">
              <a:spcBef>
                <a:spcPct val="30000"/>
              </a:spcBef>
              <a:spcAft>
                <a:spcPct val="0"/>
              </a:spcAft>
              <a:buClr>
                <a:srgbClr val="000000"/>
              </a:buClr>
              <a:buSzPct val="100000"/>
              <a:buFont typeface="Times New Roman" panose="02020603050405020304" pitchFamily="16"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6" charset="0"/>
              </a:defRPr>
            </a:lvl7pPr>
            <a:lvl8pPr marL="3429000" indent="-228600" defTabSz="457200" eaLnBrk="0" fontAlgn="base" hangingPunct="0">
              <a:spcBef>
                <a:spcPct val="30000"/>
              </a:spcBef>
              <a:spcAft>
                <a:spcPct val="0"/>
              </a:spcAft>
              <a:buClr>
                <a:srgbClr val="000000"/>
              </a:buClr>
              <a:buSzPct val="100000"/>
              <a:buFont typeface="Times New Roman" panose="02020603050405020304" pitchFamily="16"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6" charset="0"/>
              </a:defRPr>
            </a:lvl8pPr>
            <a:lvl9pPr marL="3886200" indent="-228600" defTabSz="457200" eaLnBrk="0" fontAlgn="base" hangingPunct="0">
              <a:spcBef>
                <a:spcPct val="30000"/>
              </a:spcBef>
              <a:spcAft>
                <a:spcPct val="0"/>
              </a:spcAft>
              <a:buClr>
                <a:srgbClr val="000000"/>
              </a:buClr>
              <a:buSzPct val="100000"/>
              <a:buFont typeface="Times New Roman" panose="02020603050405020304" pitchFamily="16"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6" charset="0"/>
              </a:defRPr>
            </a:lvl9pPr>
          </a:lstStyle>
          <a:p>
            <a:pPr>
              <a:spcBef>
                <a:spcPct val="0"/>
              </a:spcBef>
              <a:buClrTx/>
              <a:buFontTx/>
              <a:buNone/>
            </a:pPr>
            <a:fld id="{4A1BFD48-8F88-4458-84ED-D30BB0A71177}" type="slidenum">
              <a:rPr lang="en-US" altLang="en-US" sz="1400" smtClean="0"/>
            </a:fld>
            <a:endParaRPr lang="en-US" altLang="en-US" sz="1400"/>
          </a:p>
        </p:txBody>
      </p:sp>
      <p:sp>
        <p:nvSpPr>
          <p:cNvPr id="6147" name="Rectangle 1"/>
          <p:cNvSpPr>
            <a:spLocks noGrp="1" noRot="1" noChangeAspect="1" noChangeArrowheads="1" noTextEdit="1"/>
          </p:cNvSpPr>
          <p:nvPr>
            <p:ph type="sldImg"/>
          </p:nvPr>
        </p:nvSpPr>
        <p:spPr>
          <a:xfrm>
            <a:off x="1371600" y="763588"/>
            <a:ext cx="5029200" cy="3771900"/>
          </a:xfrm>
          <a:solidFill>
            <a:srgbClr val="FFFFFF"/>
          </a:solidFill>
          <a:ln>
            <a:solidFill>
              <a:srgbClr val="000000"/>
            </a:solidFill>
            <a:miter lim="800000"/>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6148" name="Rectangle 2"/>
          <p:cNvSpPr>
            <a:spLocks noGrp="1" noChangeArrowheads="1"/>
          </p:cNvSpPr>
          <p:nvPr>
            <p:ph type="body" idx="1"/>
          </p:nvPr>
        </p:nvSpPr>
        <p:spPr>
          <a:xfrm>
            <a:off x="777875" y="4776788"/>
            <a:ext cx="6218238" cy="4525962"/>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ltLang="en-US">
              <a:latin typeface="Times New Roman" panose="02020603050405020304" pitchFamily="16" charset="0"/>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6146" name="Rectangle 8"/>
          <p:cNvSpPr>
            <a:spLocks noGrp="1" noChangeArrowheads="1"/>
          </p:cNvSpPr>
          <p:nvPr>
            <p:ph type="sldNum"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30000"/>
              </a:spcBef>
              <a:buClr>
                <a:srgbClr val="000000"/>
              </a:buClr>
              <a:buSzPct val="100000"/>
              <a:buFont typeface="Times New Roman" panose="02020603050405020304" pitchFamily="16"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6" charset="0"/>
              </a:defRPr>
            </a:lvl1pPr>
            <a:lvl2pPr>
              <a:spcBef>
                <a:spcPct val="30000"/>
              </a:spcBef>
              <a:buClr>
                <a:srgbClr val="000000"/>
              </a:buClr>
              <a:buSzPct val="100000"/>
              <a:buFont typeface="Times New Roman" panose="02020603050405020304" pitchFamily="16"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6" charset="0"/>
              </a:defRPr>
            </a:lvl2pPr>
            <a:lvl3pPr>
              <a:spcBef>
                <a:spcPct val="30000"/>
              </a:spcBef>
              <a:buClr>
                <a:srgbClr val="000000"/>
              </a:buClr>
              <a:buSzPct val="100000"/>
              <a:buFont typeface="Times New Roman" panose="02020603050405020304" pitchFamily="16"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6" charset="0"/>
              </a:defRPr>
            </a:lvl3pPr>
            <a:lvl4pPr>
              <a:spcBef>
                <a:spcPct val="30000"/>
              </a:spcBef>
              <a:buClr>
                <a:srgbClr val="000000"/>
              </a:buClr>
              <a:buSzPct val="100000"/>
              <a:buFont typeface="Times New Roman" panose="02020603050405020304" pitchFamily="16"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6" charset="0"/>
              </a:defRPr>
            </a:lvl4pPr>
            <a:lvl5pPr>
              <a:spcBef>
                <a:spcPct val="30000"/>
              </a:spcBef>
              <a:buClr>
                <a:srgbClr val="000000"/>
              </a:buClr>
              <a:buSzPct val="100000"/>
              <a:buFont typeface="Times New Roman" panose="02020603050405020304" pitchFamily="16"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6" charset="0"/>
              </a:defRPr>
            </a:lvl5pPr>
            <a:lvl6pPr marL="2514600" indent="-228600" defTabSz="457200" eaLnBrk="0" fontAlgn="base" hangingPunct="0">
              <a:spcBef>
                <a:spcPct val="30000"/>
              </a:spcBef>
              <a:spcAft>
                <a:spcPct val="0"/>
              </a:spcAft>
              <a:buClr>
                <a:srgbClr val="000000"/>
              </a:buClr>
              <a:buSzPct val="100000"/>
              <a:buFont typeface="Times New Roman" panose="02020603050405020304" pitchFamily="16"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6" charset="0"/>
              </a:defRPr>
            </a:lvl6pPr>
            <a:lvl7pPr marL="2971800" indent="-228600" defTabSz="457200" eaLnBrk="0" fontAlgn="base" hangingPunct="0">
              <a:spcBef>
                <a:spcPct val="30000"/>
              </a:spcBef>
              <a:spcAft>
                <a:spcPct val="0"/>
              </a:spcAft>
              <a:buClr>
                <a:srgbClr val="000000"/>
              </a:buClr>
              <a:buSzPct val="100000"/>
              <a:buFont typeface="Times New Roman" panose="02020603050405020304" pitchFamily="16"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6" charset="0"/>
              </a:defRPr>
            </a:lvl7pPr>
            <a:lvl8pPr marL="3429000" indent="-228600" defTabSz="457200" eaLnBrk="0" fontAlgn="base" hangingPunct="0">
              <a:spcBef>
                <a:spcPct val="30000"/>
              </a:spcBef>
              <a:spcAft>
                <a:spcPct val="0"/>
              </a:spcAft>
              <a:buClr>
                <a:srgbClr val="000000"/>
              </a:buClr>
              <a:buSzPct val="100000"/>
              <a:buFont typeface="Times New Roman" panose="02020603050405020304" pitchFamily="16"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6" charset="0"/>
              </a:defRPr>
            </a:lvl8pPr>
            <a:lvl9pPr marL="3886200" indent="-228600" defTabSz="457200" eaLnBrk="0" fontAlgn="base" hangingPunct="0">
              <a:spcBef>
                <a:spcPct val="30000"/>
              </a:spcBef>
              <a:spcAft>
                <a:spcPct val="0"/>
              </a:spcAft>
              <a:buClr>
                <a:srgbClr val="000000"/>
              </a:buClr>
              <a:buSzPct val="100000"/>
              <a:buFont typeface="Times New Roman" panose="02020603050405020304" pitchFamily="16"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6" charset="0"/>
              </a:defRPr>
            </a:lvl9pPr>
          </a:lstStyle>
          <a:p>
            <a:pPr>
              <a:spcBef>
                <a:spcPct val="0"/>
              </a:spcBef>
              <a:buClrTx/>
              <a:buFontTx/>
              <a:buNone/>
            </a:pPr>
            <a:fld id="{4A1BFD48-8F88-4458-84ED-D30BB0A71177}" type="slidenum">
              <a:rPr lang="en-US" altLang="en-US" sz="1400" smtClean="0"/>
            </a:fld>
            <a:endParaRPr lang="en-US" altLang="en-US" sz="1400"/>
          </a:p>
        </p:txBody>
      </p:sp>
      <p:sp>
        <p:nvSpPr>
          <p:cNvPr id="6147" name="Rectangle 1"/>
          <p:cNvSpPr>
            <a:spLocks noGrp="1" noRot="1" noChangeAspect="1" noChangeArrowheads="1" noTextEdit="1"/>
          </p:cNvSpPr>
          <p:nvPr>
            <p:ph type="sldImg"/>
          </p:nvPr>
        </p:nvSpPr>
        <p:spPr>
          <a:xfrm>
            <a:off x="1371600" y="763588"/>
            <a:ext cx="5029200" cy="3771900"/>
          </a:xfrm>
          <a:solidFill>
            <a:srgbClr val="FFFFFF"/>
          </a:solidFill>
          <a:ln>
            <a:solidFill>
              <a:srgbClr val="000000"/>
            </a:solidFill>
            <a:miter lim="800000"/>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6148" name="Rectangle 2"/>
          <p:cNvSpPr>
            <a:spLocks noGrp="1" noChangeArrowheads="1"/>
          </p:cNvSpPr>
          <p:nvPr>
            <p:ph type="body" idx="1"/>
          </p:nvPr>
        </p:nvSpPr>
        <p:spPr>
          <a:xfrm>
            <a:off x="777875" y="4776788"/>
            <a:ext cx="6218238" cy="4525962"/>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ltLang="en-US">
              <a:latin typeface="Times New Roman" panose="02020603050405020304" pitchFamily="16" charset="0"/>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6146" name="Rectangle 8"/>
          <p:cNvSpPr>
            <a:spLocks noGrp="1" noChangeArrowheads="1"/>
          </p:cNvSpPr>
          <p:nvPr>
            <p:ph type="sldNum"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30000"/>
              </a:spcBef>
              <a:buClr>
                <a:srgbClr val="000000"/>
              </a:buClr>
              <a:buSzPct val="100000"/>
              <a:buFont typeface="Times New Roman" panose="02020603050405020304" pitchFamily="16"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6" charset="0"/>
              </a:defRPr>
            </a:lvl1pPr>
            <a:lvl2pPr>
              <a:spcBef>
                <a:spcPct val="30000"/>
              </a:spcBef>
              <a:buClr>
                <a:srgbClr val="000000"/>
              </a:buClr>
              <a:buSzPct val="100000"/>
              <a:buFont typeface="Times New Roman" panose="02020603050405020304" pitchFamily="16"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6" charset="0"/>
              </a:defRPr>
            </a:lvl2pPr>
            <a:lvl3pPr>
              <a:spcBef>
                <a:spcPct val="30000"/>
              </a:spcBef>
              <a:buClr>
                <a:srgbClr val="000000"/>
              </a:buClr>
              <a:buSzPct val="100000"/>
              <a:buFont typeface="Times New Roman" panose="02020603050405020304" pitchFamily="16"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6" charset="0"/>
              </a:defRPr>
            </a:lvl3pPr>
            <a:lvl4pPr>
              <a:spcBef>
                <a:spcPct val="30000"/>
              </a:spcBef>
              <a:buClr>
                <a:srgbClr val="000000"/>
              </a:buClr>
              <a:buSzPct val="100000"/>
              <a:buFont typeface="Times New Roman" panose="02020603050405020304" pitchFamily="16"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6" charset="0"/>
              </a:defRPr>
            </a:lvl4pPr>
            <a:lvl5pPr>
              <a:spcBef>
                <a:spcPct val="30000"/>
              </a:spcBef>
              <a:buClr>
                <a:srgbClr val="000000"/>
              </a:buClr>
              <a:buSzPct val="100000"/>
              <a:buFont typeface="Times New Roman" panose="02020603050405020304" pitchFamily="16"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6" charset="0"/>
              </a:defRPr>
            </a:lvl5pPr>
            <a:lvl6pPr marL="2514600" indent="-228600" defTabSz="457200" eaLnBrk="0" fontAlgn="base" hangingPunct="0">
              <a:spcBef>
                <a:spcPct val="30000"/>
              </a:spcBef>
              <a:spcAft>
                <a:spcPct val="0"/>
              </a:spcAft>
              <a:buClr>
                <a:srgbClr val="000000"/>
              </a:buClr>
              <a:buSzPct val="100000"/>
              <a:buFont typeface="Times New Roman" panose="02020603050405020304" pitchFamily="16"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6" charset="0"/>
              </a:defRPr>
            </a:lvl6pPr>
            <a:lvl7pPr marL="2971800" indent="-228600" defTabSz="457200" eaLnBrk="0" fontAlgn="base" hangingPunct="0">
              <a:spcBef>
                <a:spcPct val="30000"/>
              </a:spcBef>
              <a:spcAft>
                <a:spcPct val="0"/>
              </a:spcAft>
              <a:buClr>
                <a:srgbClr val="000000"/>
              </a:buClr>
              <a:buSzPct val="100000"/>
              <a:buFont typeface="Times New Roman" panose="02020603050405020304" pitchFamily="16"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6" charset="0"/>
              </a:defRPr>
            </a:lvl7pPr>
            <a:lvl8pPr marL="3429000" indent="-228600" defTabSz="457200" eaLnBrk="0" fontAlgn="base" hangingPunct="0">
              <a:spcBef>
                <a:spcPct val="30000"/>
              </a:spcBef>
              <a:spcAft>
                <a:spcPct val="0"/>
              </a:spcAft>
              <a:buClr>
                <a:srgbClr val="000000"/>
              </a:buClr>
              <a:buSzPct val="100000"/>
              <a:buFont typeface="Times New Roman" panose="02020603050405020304" pitchFamily="16"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6" charset="0"/>
              </a:defRPr>
            </a:lvl8pPr>
            <a:lvl9pPr marL="3886200" indent="-228600" defTabSz="457200" eaLnBrk="0" fontAlgn="base" hangingPunct="0">
              <a:spcBef>
                <a:spcPct val="30000"/>
              </a:spcBef>
              <a:spcAft>
                <a:spcPct val="0"/>
              </a:spcAft>
              <a:buClr>
                <a:srgbClr val="000000"/>
              </a:buClr>
              <a:buSzPct val="100000"/>
              <a:buFont typeface="Times New Roman" panose="02020603050405020304" pitchFamily="16"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6" charset="0"/>
              </a:defRPr>
            </a:lvl9pPr>
          </a:lstStyle>
          <a:p>
            <a:pPr>
              <a:spcBef>
                <a:spcPct val="0"/>
              </a:spcBef>
              <a:buClrTx/>
              <a:buFontTx/>
              <a:buNone/>
            </a:pPr>
            <a:fld id="{4A1BFD48-8F88-4458-84ED-D30BB0A71177}" type="slidenum">
              <a:rPr lang="en-US" altLang="en-US" sz="1400" smtClean="0"/>
            </a:fld>
            <a:endParaRPr lang="en-US" altLang="en-US" sz="1400"/>
          </a:p>
        </p:txBody>
      </p:sp>
      <p:sp>
        <p:nvSpPr>
          <p:cNvPr id="6147" name="Rectangle 1"/>
          <p:cNvSpPr>
            <a:spLocks noGrp="1" noRot="1" noChangeAspect="1" noChangeArrowheads="1" noTextEdit="1"/>
          </p:cNvSpPr>
          <p:nvPr>
            <p:ph type="sldImg"/>
          </p:nvPr>
        </p:nvSpPr>
        <p:spPr>
          <a:xfrm>
            <a:off x="1371600" y="763588"/>
            <a:ext cx="5029200" cy="3771900"/>
          </a:xfrm>
          <a:solidFill>
            <a:srgbClr val="FFFFFF"/>
          </a:solidFill>
          <a:ln>
            <a:solidFill>
              <a:srgbClr val="000000"/>
            </a:solidFill>
            <a:miter lim="800000"/>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6148" name="Rectangle 2"/>
          <p:cNvSpPr>
            <a:spLocks noGrp="1" noChangeArrowheads="1"/>
          </p:cNvSpPr>
          <p:nvPr>
            <p:ph type="body" idx="1"/>
          </p:nvPr>
        </p:nvSpPr>
        <p:spPr>
          <a:xfrm>
            <a:off x="777875" y="4776788"/>
            <a:ext cx="6218238" cy="4525962"/>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ltLang="en-US">
              <a:latin typeface="Times New Roman" panose="02020603050405020304" pitchFamily="16" charset="0"/>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6146" name="Rectangle 8"/>
          <p:cNvSpPr>
            <a:spLocks noGrp="1" noChangeArrowheads="1"/>
          </p:cNvSpPr>
          <p:nvPr>
            <p:ph type="sldNum"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30000"/>
              </a:spcBef>
              <a:buClr>
                <a:srgbClr val="000000"/>
              </a:buClr>
              <a:buSzPct val="100000"/>
              <a:buFont typeface="Times New Roman" panose="02020603050405020304" pitchFamily="16"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6" charset="0"/>
              </a:defRPr>
            </a:lvl1pPr>
            <a:lvl2pPr>
              <a:spcBef>
                <a:spcPct val="30000"/>
              </a:spcBef>
              <a:buClr>
                <a:srgbClr val="000000"/>
              </a:buClr>
              <a:buSzPct val="100000"/>
              <a:buFont typeface="Times New Roman" panose="02020603050405020304" pitchFamily="16"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6" charset="0"/>
              </a:defRPr>
            </a:lvl2pPr>
            <a:lvl3pPr>
              <a:spcBef>
                <a:spcPct val="30000"/>
              </a:spcBef>
              <a:buClr>
                <a:srgbClr val="000000"/>
              </a:buClr>
              <a:buSzPct val="100000"/>
              <a:buFont typeface="Times New Roman" panose="02020603050405020304" pitchFamily="16"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6" charset="0"/>
              </a:defRPr>
            </a:lvl3pPr>
            <a:lvl4pPr>
              <a:spcBef>
                <a:spcPct val="30000"/>
              </a:spcBef>
              <a:buClr>
                <a:srgbClr val="000000"/>
              </a:buClr>
              <a:buSzPct val="100000"/>
              <a:buFont typeface="Times New Roman" panose="02020603050405020304" pitchFamily="16"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6" charset="0"/>
              </a:defRPr>
            </a:lvl4pPr>
            <a:lvl5pPr>
              <a:spcBef>
                <a:spcPct val="30000"/>
              </a:spcBef>
              <a:buClr>
                <a:srgbClr val="000000"/>
              </a:buClr>
              <a:buSzPct val="100000"/>
              <a:buFont typeface="Times New Roman" panose="02020603050405020304" pitchFamily="16"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6" charset="0"/>
              </a:defRPr>
            </a:lvl5pPr>
            <a:lvl6pPr marL="2514600" indent="-228600" defTabSz="457200" eaLnBrk="0" fontAlgn="base" hangingPunct="0">
              <a:spcBef>
                <a:spcPct val="30000"/>
              </a:spcBef>
              <a:spcAft>
                <a:spcPct val="0"/>
              </a:spcAft>
              <a:buClr>
                <a:srgbClr val="000000"/>
              </a:buClr>
              <a:buSzPct val="100000"/>
              <a:buFont typeface="Times New Roman" panose="02020603050405020304" pitchFamily="16"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6" charset="0"/>
              </a:defRPr>
            </a:lvl6pPr>
            <a:lvl7pPr marL="2971800" indent="-228600" defTabSz="457200" eaLnBrk="0" fontAlgn="base" hangingPunct="0">
              <a:spcBef>
                <a:spcPct val="30000"/>
              </a:spcBef>
              <a:spcAft>
                <a:spcPct val="0"/>
              </a:spcAft>
              <a:buClr>
                <a:srgbClr val="000000"/>
              </a:buClr>
              <a:buSzPct val="100000"/>
              <a:buFont typeface="Times New Roman" panose="02020603050405020304" pitchFamily="16"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6" charset="0"/>
              </a:defRPr>
            </a:lvl7pPr>
            <a:lvl8pPr marL="3429000" indent="-228600" defTabSz="457200" eaLnBrk="0" fontAlgn="base" hangingPunct="0">
              <a:spcBef>
                <a:spcPct val="30000"/>
              </a:spcBef>
              <a:spcAft>
                <a:spcPct val="0"/>
              </a:spcAft>
              <a:buClr>
                <a:srgbClr val="000000"/>
              </a:buClr>
              <a:buSzPct val="100000"/>
              <a:buFont typeface="Times New Roman" panose="02020603050405020304" pitchFamily="16"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6" charset="0"/>
              </a:defRPr>
            </a:lvl8pPr>
            <a:lvl9pPr marL="3886200" indent="-228600" defTabSz="457200" eaLnBrk="0" fontAlgn="base" hangingPunct="0">
              <a:spcBef>
                <a:spcPct val="30000"/>
              </a:spcBef>
              <a:spcAft>
                <a:spcPct val="0"/>
              </a:spcAft>
              <a:buClr>
                <a:srgbClr val="000000"/>
              </a:buClr>
              <a:buSzPct val="100000"/>
              <a:buFont typeface="Times New Roman" panose="02020603050405020304" pitchFamily="16"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6" charset="0"/>
              </a:defRPr>
            </a:lvl9pPr>
          </a:lstStyle>
          <a:p>
            <a:pPr>
              <a:spcBef>
                <a:spcPct val="0"/>
              </a:spcBef>
              <a:buClrTx/>
              <a:buFontTx/>
              <a:buNone/>
            </a:pPr>
            <a:fld id="{4A1BFD48-8F88-4458-84ED-D30BB0A71177}" type="slidenum">
              <a:rPr lang="en-US" altLang="en-US" sz="1400" smtClean="0"/>
            </a:fld>
            <a:endParaRPr lang="en-US" altLang="en-US" sz="1400"/>
          </a:p>
        </p:txBody>
      </p:sp>
      <p:sp>
        <p:nvSpPr>
          <p:cNvPr id="6147" name="Rectangle 1"/>
          <p:cNvSpPr>
            <a:spLocks noGrp="1" noRot="1" noChangeAspect="1" noChangeArrowheads="1" noTextEdit="1"/>
          </p:cNvSpPr>
          <p:nvPr>
            <p:ph type="sldImg"/>
          </p:nvPr>
        </p:nvSpPr>
        <p:spPr>
          <a:xfrm>
            <a:off x="1371600" y="763588"/>
            <a:ext cx="5029200" cy="3771900"/>
          </a:xfrm>
          <a:solidFill>
            <a:srgbClr val="FFFFFF"/>
          </a:solidFill>
          <a:ln>
            <a:solidFill>
              <a:srgbClr val="000000"/>
            </a:solidFill>
            <a:miter lim="800000"/>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6148" name="Rectangle 2"/>
          <p:cNvSpPr>
            <a:spLocks noGrp="1" noChangeArrowheads="1"/>
          </p:cNvSpPr>
          <p:nvPr>
            <p:ph type="body" idx="1"/>
          </p:nvPr>
        </p:nvSpPr>
        <p:spPr>
          <a:xfrm>
            <a:off x="777875" y="4776788"/>
            <a:ext cx="6218238" cy="4525962"/>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ltLang="en-US">
              <a:latin typeface="Times New Roman" panose="02020603050405020304" pitchFamily="16" charset="0"/>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6146" name="Rectangle 8"/>
          <p:cNvSpPr>
            <a:spLocks noGrp="1" noChangeArrowheads="1"/>
          </p:cNvSpPr>
          <p:nvPr>
            <p:ph type="sldNum"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30000"/>
              </a:spcBef>
              <a:buClr>
                <a:srgbClr val="000000"/>
              </a:buClr>
              <a:buSzPct val="100000"/>
              <a:buFont typeface="Times New Roman" panose="02020603050405020304" pitchFamily="16"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6" charset="0"/>
              </a:defRPr>
            </a:lvl1pPr>
            <a:lvl2pPr>
              <a:spcBef>
                <a:spcPct val="30000"/>
              </a:spcBef>
              <a:buClr>
                <a:srgbClr val="000000"/>
              </a:buClr>
              <a:buSzPct val="100000"/>
              <a:buFont typeface="Times New Roman" panose="02020603050405020304" pitchFamily="16"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6" charset="0"/>
              </a:defRPr>
            </a:lvl2pPr>
            <a:lvl3pPr>
              <a:spcBef>
                <a:spcPct val="30000"/>
              </a:spcBef>
              <a:buClr>
                <a:srgbClr val="000000"/>
              </a:buClr>
              <a:buSzPct val="100000"/>
              <a:buFont typeface="Times New Roman" panose="02020603050405020304" pitchFamily="16"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6" charset="0"/>
              </a:defRPr>
            </a:lvl3pPr>
            <a:lvl4pPr>
              <a:spcBef>
                <a:spcPct val="30000"/>
              </a:spcBef>
              <a:buClr>
                <a:srgbClr val="000000"/>
              </a:buClr>
              <a:buSzPct val="100000"/>
              <a:buFont typeface="Times New Roman" panose="02020603050405020304" pitchFamily="16"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6" charset="0"/>
              </a:defRPr>
            </a:lvl4pPr>
            <a:lvl5pPr>
              <a:spcBef>
                <a:spcPct val="30000"/>
              </a:spcBef>
              <a:buClr>
                <a:srgbClr val="000000"/>
              </a:buClr>
              <a:buSzPct val="100000"/>
              <a:buFont typeface="Times New Roman" panose="02020603050405020304" pitchFamily="16"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6" charset="0"/>
              </a:defRPr>
            </a:lvl5pPr>
            <a:lvl6pPr marL="2514600" indent="-228600" defTabSz="457200" eaLnBrk="0" fontAlgn="base" hangingPunct="0">
              <a:spcBef>
                <a:spcPct val="30000"/>
              </a:spcBef>
              <a:spcAft>
                <a:spcPct val="0"/>
              </a:spcAft>
              <a:buClr>
                <a:srgbClr val="000000"/>
              </a:buClr>
              <a:buSzPct val="100000"/>
              <a:buFont typeface="Times New Roman" panose="02020603050405020304" pitchFamily="16"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6" charset="0"/>
              </a:defRPr>
            </a:lvl6pPr>
            <a:lvl7pPr marL="2971800" indent="-228600" defTabSz="457200" eaLnBrk="0" fontAlgn="base" hangingPunct="0">
              <a:spcBef>
                <a:spcPct val="30000"/>
              </a:spcBef>
              <a:spcAft>
                <a:spcPct val="0"/>
              </a:spcAft>
              <a:buClr>
                <a:srgbClr val="000000"/>
              </a:buClr>
              <a:buSzPct val="100000"/>
              <a:buFont typeface="Times New Roman" panose="02020603050405020304" pitchFamily="16"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6" charset="0"/>
              </a:defRPr>
            </a:lvl7pPr>
            <a:lvl8pPr marL="3429000" indent="-228600" defTabSz="457200" eaLnBrk="0" fontAlgn="base" hangingPunct="0">
              <a:spcBef>
                <a:spcPct val="30000"/>
              </a:spcBef>
              <a:spcAft>
                <a:spcPct val="0"/>
              </a:spcAft>
              <a:buClr>
                <a:srgbClr val="000000"/>
              </a:buClr>
              <a:buSzPct val="100000"/>
              <a:buFont typeface="Times New Roman" panose="02020603050405020304" pitchFamily="16"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6" charset="0"/>
              </a:defRPr>
            </a:lvl8pPr>
            <a:lvl9pPr marL="3886200" indent="-228600" defTabSz="457200" eaLnBrk="0" fontAlgn="base" hangingPunct="0">
              <a:spcBef>
                <a:spcPct val="30000"/>
              </a:spcBef>
              <a:spcAft>
                <a:spcPct val="0"/>
              </a:spcAft>
              <a:buClr>
                <a:srgbClr val="000000"/>
              </a:buClr>
              <a:buSzPct val="100000"/>
              <a:buFont typeface="Times New Roman" panose="02020603050405020304" pitchFamily="16"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6" charset="0"/>
              </a:defRPr>
            </a:lvl9pPr>
          </a:lstStyle>
          <a:p>
            <a:pPr>
              <a:spcBef>
                <a:spcPct val="0"/>
              </a:spcBef>
              <a:buClrTx/>
              <a:buFontTx/>
              <a:buNone/>
            </a:pPr>
            <a:fld id="{4A1BFD48-8F88-4458-84ED-D30BB0A71177}" type="slidenum">
              <a:rPr lang="en-US" altLang="en-US" sz="1400" smtClean="0"/>
            </a:fld>
            <a:endParaRPr lang="en-US" altLang="en-US" sz="1400"/>
          </a:p>
        </p:txBody>
      </p:sp>
      <p:sp>
        <p:nvSpPr>
          <p:cNvPr id="6147" name="Rectangle 1"/>
          <p:cNvSpPr>
            <a:spLocks noGrp="1" noRot="1" noChangeAspect="1" noChangeArrowheads="1" noTextEdit="1"/>
          </p:cNvSpPr>
          <p:nvPr>
            <p:ph type="sldImg"/>
          </p:nvPr>
        </p:nvSpPr>
        <p:spPr>
          <a:xfrm>
            <a:off x="1371600" y="763588"/>
            <a:ext cx="5029200" cy="3771900"/>
          </a:xfrm>
          <a:solidFill>
            <a:srgbClr val="FFFFFF"/>
          </a:solidFill>
          <a:ln>
            <a:solidFill>
              <a:srgbClr val="000000"/>
            </a:solidFill>
            <a:miter lim="800000"/>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6148" name="Rectangle 2"/>
          <p:cNvSpPr>
            <a:spLocks noGrp="1" noChangeArrowheads="1"/>
          </p:cNvSpPr>
          <p:nvPr>
            <p:ph type="body" idx="1"/>
          </p:nvPr>
        </p:nvSpPr>
        <p:spPr>
          <a:xfrm>
            <a:off x="777875" y="4776788"/>
            <a:ext cx="6218238" cy="4525962"/>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ltLang="en-US">
              <a:latin typeface="Times New Roman" panose="02020603050405020304" pitchFamily="16" charset="0"/>
            </a:endParaRPr>
          </a:p>
        </p:txBody>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6146" name="Rectangle 8"/>
          <p:cNvSpPr>
            <a:spLocks noGrp="1" noChangeArrowheads="1"/>
          </p:cNvSpPr>
          <p:nvPr>
            <p:ph type="sldNum"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30000"/>
              </a:spcBef>
              <a:buClr>
                <a:srgbClr val="000000"/>
              </a:buClr>
              <a:buSzPct val="100000"/>
              <a:buFont typeface="Times New Roman" panose="02020603050405020304" pitchFamily="16"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6" charset="0"/>
              </a:defRPr>
            </a:lvl1pPr>
            <a:lvl2pPr>
              <a:spcBef>
                <a:spcPct val="30000"/>
              </a:spcBef>
              <a:buClr>
                <a:srgbClr val="000000"/>
              </a:buClr>
              <a:buSzPct val="100000"/>
              <a:buFont typeface="Times New Roman" panose="02020603050405020304" pitchFamily="16"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6" charset="0"/>
              </a:defRPr>
            </a:lvl2pPr>
            <a:lvl3pPr>
              <a:spcBef>
                <a:spcPct val="30000"/>
              </a:spcBef>
              <a:buClr>
                <a:srgbClr val="000000"/>
              </a:buClr>
              <a:buSzPct val="100000"/>
              <a:buFont typeface="Times New Roman" panose="02020603050405020304" pitchFamily="16"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6" charset="0"/>
              </a:defRPr>
            </a:lvl3pPr>
            <a:lvl4pPr>
              <a:spcBef>
                <a:spcPct val="30000"/>
              </a:spcBef>
              <a:buClr>
                <a:srgbClr val="000000"/>
              </a:buClr>
              <a:buSzPct val="100000"/>
              <a:buFont typeface="Times New Roman" panose="02020603050405020304" pitchFamily="16"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6" charset="0"/>
              </a:defRPr>
            </a:lvl4pPr>
            <a:lvl5pPr>
              <a:spcBef>
                <a:spcPct val="30000"/>
              </a:spcBef>
              <a:buClr>
                <a:srgbClr val="000000"/>
              </a:buClr>
              <a:buSzPct val="100000"/>
              <a:buFont typeface="Times New Roman" panose="02020603050405020304" pitchFamily="16"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6" charset="0"/>
              </a:defRPr>
            </a:lvl5pPr>
            <a:lvl6pPr marL="2514600" indent="-228600" defTabSz="457200" eaLnBrk="0" fontAlgn="base" hangingPunct="0">
              <a:spcBef>
                <a:spcPct val="30000"/>
              </a:spcBef>
              <a:spcAft>
                <a:spcPct val="0"/>
              </a:spcAft>
              <a:buClr>
                <a:srgbClr val="000000"/>
              </a:buClr>
              <a:buSzPct val="100000"/>
              <a:buFont typeface="Times New Roman" panose="02020603050405020304" pitchFamily="16"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6" charset="0"/>
              </a:defRPr>
            </a:lvl6pPr>
            <a:lvl7pPr marL="2971800" indent="-228600" defTabSz="457200" eaLnBrk="0" fontAlgn="base" hangingPunct="0">
              <a:spcBef>
                <a:spcPct val="30000"/>
              </a:spcBef>
              <a:spcAft>
                <a:spcPct val="0"/>
              </a:spcAft>
              <a:buClr>
                <a:srgbClr val="000000"/>
              </a:buClr>
              <a:buSzPct val="100000"/>
              <a:buFont typeface="Times New Roman" panose="02020603050405020304" pitchFamily="16"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6" charset="0"/>
              </a:defRPr>
            </a:lvl7pPr>
            <a:lvl8pPr marL="3429000" indent="-228600" defTabSz="457200" eaLnBrk="0" fontAlgn="base" hangingPunct="0">
              <a:spcBef>
                <a:spcPct val="30000"/>
              </a:spcBef>
              <a:spcAft>
                <a:spcPct val="0"/>
              </a:spcAft>
              <a:buClr>
                <a:srgbClr val="000000"/>
              </a:buClr>
              <a:buSzPct val="100000"/>
              <a:buFont typeface="Times New Roman" panose="02020603050405020304" pitchFamily="16"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6" charset="0"/>
              </a:defRPr>
            </a:lvl8pPr>
            <a:lvl9pPr marL="3886200" indent="-228600" defTabSz="457200" eaLnBrk="0" fontAlgn="base" hangingPunct="0">
              <a:spcBef>
                <a:spcPct val="30000"/>
              </a:spcBef>
              <a:spcAft>
                <a:spcPct val="0"/>
              </a:spcAft>
              <a:buClr>
                <a:srgbClr val="000000"/>
              </a:buClr>
              <a:buSzPct val="100000"/>
              <a:buFont typeface="Times New Roman" panose="02020603050405020304" pitchFamily="16"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6" charset="0"/>
              </a:defRPr>
            </a:lvl9pPr>
          </a:lstStyle>
          <a:p>
            <a:pPr>
              <a:spcBef>
                <a:spcPct val="0"/>
              </a:spcBef>
              <a:buClrTx/>
              <a:buFontTx/>
              <a:buNone/>
            </a:pPr>
            <a:fld id="{4A1BFD48-8F88-4458-84ED-D30BB0A71177}" type="slidenum">
              <a:rPr lang="en-US" altLang="en-US" sz="1400" smtClean="0"/>
            </a:fld>
            <a:endParaRPr lang="en-US" altLang="en-US" sz="1400"/>
          </a:p>
        </p:txBody>
      </p:sp>
      <p:sp>
        <p:nvSpPr>
          <p:cNvPr id="6147" name="Rectangle 1"/>
          <p:cNvSpPr>
            <a:spLocks noGrp="1" noRot="1" noChangeAspect="1" noChangeArrowheads="1" noTextEdit="1"/>
          </p:cNvSpPr>
          <p:nvPr>
            <p:ph type="sldImg"/>
          </p:nvPr>
        </p:nvSpPr>
        <p:spPr>
          <a:xfrm>
            <a:off x="1371600" y="763588"/>
            <a:ext cx="5029200" cy="3771900"/>
          </a:xfrm>
          <a:solidFill>
            <a:srgbClr val="FFFFFF"/>
          </a:solidFill>
          <a:ln>
            <a:solidFill>
              <a:srgbClr val="000000"/>
            </a:solidFill>
            <a:miter lim="800000"/>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6148" name="Rectangle 2"/>
          <p:cNvSpPr>
            <a:spLocks noGrp="1" noChangeArrowheads="1"/>
          </p:cNvSpPr>
          <p:nvPr>
            <p:ph type="body" idx="1"/>
          </p:nvPr>
        </p:nvSpPr>
        <p:spPr>
          <a:xfrm>
            <a:off x="777875" y="4776788"/>
            <a:ext cx="6218238" cy="4525962"/>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ltLang="en-US">
              <a:latin typeface="Times New Roman" panose="02020603050405020304" pitchFamily="16" charset="0"/>
            </a:endParaRPr>
          </a:p>
        </p:txBody>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6146" name="Rectangle 8"/>
          <p:cNvSpPr>
            <a:spLocks noGrp="1" noChangeArrowheads="1"/>
          </p:cNvSpPr>
          <p:nvPr>
            <p:ph type="sldNum"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30000"/>
              </a:spcBef>
              <a:buClr>
                <a:srgbClr val="000000"/>
              </a:buClr>
              <a:buSzPct val="100000"/>
              <a:buFont typeface="Times New Roman" panose="02020603050405020304" pitchFamily="16"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6" charset="0"/>
              </a:defRPr>
            </a:lvl1pPr>
            <a:lvl2pPr>
              <a:spcBef>
                <a:spcPct val="30000"/>
              </a:spcBef>
              <a:buClr>
                <a:srgbClr val="000000"/>
              </a:buClr>
              <a:buSzPct val="100000"/>
              <a:buFont typeface="Times New Roman" panose="02020603050405020304" pitchFamily="16"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6" charset="0"/>
              </a:defRPr>
            </a:lvl2pPr>
            <a:lvl3pPr>
              <a:spcBef>
                <a:spcPct val="30000"/>
              </a:spcBef>
              <a:buClr>
                <a:srgbClr val="000000"/>
              </a:buClr>
              <a:buSzPct val="100000"/>
              <a:buFont typeface="Times New Roman" panose="02020603050405020304" pitchFamily="16"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6" charset="0"/>
              </a:defRPr>
            </a:lvl3pPr>
            <a:lvl4pPr>
              <a:spcBef>
                <a:spcPct val="30000"/>
              </a:spcBef>
              <a:buClr>
                <a:srgbClr val="000000"/>
              </a:buClr>
              <a:buSzPct val="100000"/>
              <a:buFont typeface="Times New Roman" panose="02020603050405020304" pitchFamily="16"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6" charset="0"/>
              </a:defRPr>
            </a:lvl4pPr>
            <a:lvl5pPr>
              <a:spcBef>
                <a:spcPct val="30000"/>
              </a:spcBef>
              <a:buClr>
                <a:srgbClr val="000000"/>
              </a:buClr>
              <a:buSzPct val="100000"/>
              <a:buFont typeface="Times New Roman" panose="02020603050405020304" pitchFamily="16"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6" charset="0"/>
              </a:defRPr>
            </a:lvl5pPr>
            <a:lvl6pPr marL="2514600" indent="-228600" defTabSz="457200" eaLnBrk="0" fontAlgn="base" hangingPunct="0">
              <a:spcBef>
                <a:spcPct val="30000"/>
              </a:spcBef>
              <a:spcAft>
                <a:spcPct val="0"/>
              </a:spcAft>
              <a:buClr>
                <a:srgbClr val="000000"/>
              </a:buClr>
              <a:buSzPct val="100000"/>
              <a:buFont typeface="Times New Roman" panose="02020603050405020304" pitchFamily="16"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6" charset="0"/>
              </a:defRPr>
            </a:lvl6pPr>
            <a:lvl7pPr marL="2971800" indent="-228600" defTabSz="457200" eaLnBrk="0" fontAlgn="base" hangingPunct="0">
              <a:spcBef>
                <a:spcPct val="30000"/>
              </a:spcBef>
              <a:spcAft>
                <a:spcPct val="0"/>
              </a:spcAft>
              <a:buClr>
                <a:srgbClr val="000000"/>
              </a:buClr>
              <a:buSzPct val="100000"/>
              <a:buFont typeface="Times New Roman" panose="02020603050405020304" pitchFamily="16"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6" charset="0"/>
              </a:defRPr>
            </a:lvl7pPr>
            <a:lvl8pPr marL="3429000" indent="-228600" defTabSz="457200" eaLnBrk="0" fontAlgn="base" hangingPunct="0">
              <a:spcBef>
                <a:spcPct val="30000"/>
              </a:spcBef>
              <a:spcAft>
                <a:spcPct val="0"/>
              </a:spcAft>
              <a:buClr>
                <a:srgbClr val="000000"/>
              </a:buClr>
              <a:buSzPct val="100000"/>
              <a:buFont typeface="Times New Roman" panose="02020603050405020304" pitchFamily="16"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6" charset="0"/>
              </a:defRPr>
            </a:lvl8pPr>
            <a:lvl9pPr marL="3886200" indent="-228600" defTabSz="457200" eaLnBrk="0" fontAlgn="base" hangingPunct="0">
              <a:spcBef>
                <a:spcPct val="30000"/>
              </a:spcBef>
              <a:spcAft>
                <a:spcPct val="0"/>
              </a:spcAft>
              <a:buClr>
                <a:srgbClr val="000000"/>
              </a:buClr>
              <a:buSzPct val="100000"/>
              <a:buFont typeface="Times New Roman" panose="02020603050405020304" pitchFamily="16"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6" charset="0"/>
              </a:defRPr>
            </a:lvl9pPr>
          </a:lstStyle>
          <a:p>
            <a:pPr>
              <a:spcBef>
                <a:spcPct val="0"/>
              </a:spcBef>
              <a:buClrTx/>
              <a:buFontTx/>
              <a:buNone/>
            </a:pPr>
            <a:fld id="{4A1BFD48-8F88-4458-84ED-D30BB0A71177}" type="slidenum">
              <a:rPr lang="en-US" altLang="en-US" sz="1400" smtClean="0"/>
            </a:fld>
            <a:endParaRPr lang="en-US" altLang="en-US" sz="1400"/>
          </a:p>
        </p:txBody>
      </p:sp>
      <p:sp>
        <p:nvSpPr>
          <p:cNvPr id="6147" name="Rectangle 1"/>
          <p:cNvSpPr>
            <a:spLocks noGrp="1" noRot="1" noChangeAspect="1" noChangeArrowheads="1" noTextEdit="1"/>
          </p:cNvSpPr>
          <p:nvPr>
            <p:ph type="sldImg"/>
          </p:nvPr>
        </p:nvSpPr>
        <p:spPr>
          <a:xfrm>
            <a:off x="1371600" y="763588"/>
            <a:ext cx="5029200" cy="3771900"/>
          </a:xfrm>
          <a:solidFill>
            <a:srgbClr val="FFFFFF"/>
          </a:solidFill>
          <a:ln>
            <a:solidFill>
              <a:srgbClr val="000000"/>
            </a:solidFill>
            <a:miter lim="800000"/>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6148" name="Rectangle 2"/>
          <p:cNvSpPr>
            <a:spLocks noGrp="1" noChangeArrowheads="1"/>
          </p:cNvSpPr>
          <p:nvPr>
            <p:ph type="body" idx="1"/>
          </p:nvPr>
        </p:nvSpPr>
        <p:spPr>
          <a:xfrm>
            <a:off x="777875" y="4776788"/>
            <a:ext cx="6218238" cy="4525962"/>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ltLang="en-US">
              <a:latin typeface="Times New Roman" panose="02020603050405020304" pitchFamily="16" charset="0"/>
            </a:endParaRPr>
          </a:p>
        </p:txBody>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6146" name="Rectangle 8"/>
          <p:cNvSpPr>
            <a:spLocks noGrp="1" noChangeArrowheads="1"/>
          </p:cNvSpPr>
          <p:nvPr>
            <p:ph type="sldNum"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30000"/>
              </a:spcBef>
              <a:buClr>
                <a:srgbClr val="000000"/>
              </a:buClr>
              <a:buSzPct val="100000"/>
              <a:buFont typeface="Times New Roman" panose="02020603050405020304" pitchFamily="16"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6" charset="0"/>
              </a:defRPr>
            </a:lvl1pPr>
            <a:lvl2pPr>
              <a:spcBef>
                <a:spcPct val="30000"/>
              </a:spcBef>
              <a:buClr>
                <a:srgbClr val="000000"/>
              </a:buClr>
              <a:buSzPct val="100000"/>
              <a:buFont typeface="Times New Roman" panose="02020603050405020304" pitchFamily="16"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6" charset="0"/>
              </a:defRPr>
            </a:lvl2pPr>
            <a:lvl3pPr>
              <a:spcBef>
                <a:spcPct val="30000"/>
              </a:spcBef>
              <a:buClr>
                <a:srgbClr val="000000"/>
              </a:buClr>
              <a:buSzPct val="100000"/>
              <a:buFont typeface="Times New Roman" panose="02020603050405020304" pitchFamily="16"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6" charset="0"/>
              </a:defRPr>
            </a:lvl3pPr>
            <a:lvl4pPr>
              <a:spcBef>
                <a:spcPct val="30000"/>
              </a:spcBef>
              <a:buClr>
                <a:srgbClr val="000000"/>
              </a:buClr>
              <a:buSzPct val="100000"/>
              <a:buFont typeface="Times New Roman" panose="02020603050405020304" pitchFamily="16"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6" charset="0"/>
              </a:defRPr>
            </a:lvl4pPr>
            <a:lvl5pPr>
              <a:spcBef>
                <a:spcPct val="30000"/>
              </a:spcBef>
              <a:buClr>
                <a:srgbClr val="000000"/>
              </a:buClr>
              <a:buSzPct val="100000"/>
              <a:buFont typeface="Times New Roman" panose="02020603050405020304" pitchFamily="16"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6" charset="0"/>
              </a:defRPr>
            </a:lvl5pPr>
            <a:lvl6pPr marL="2514600" indent="-228600" defTabSz="457200" eaLnBrk="0" fontAlgn="base" hangingPunct="0">
              <a:spcBef>
                <a:spcPct val="30000"/>
              </a:spcBef>
              <a:spcAft>
                <a:spcPct val="0"/>
              </a:spcAft>
              <a:buClr>
                <a:srgbClr val="000000"/>
              </a:buClr>
              <a:buSzPct val="100000"/>
              <a:buFont typeface="Times New Roman" panose="02020603050405020304" pitchFamily="16"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6" charset="0"/>
              </a:defRPr>
            </a:lvl6pPr>
            <a:lvl7pPr marL="2971800" indent="-228600" defTabSz="457200" eaLnBrk="0" fontAlgn="base" hangingPunct="0">
              <a:spcBef>
                <a:spcPct val="30000"/>
              </a:spcBef>
              <a:spcAft>
                <a:spcPct val="0"/>
              </a:spcAft>
              <a:buClr>
                <a:srgbClr val="000000"/>
              </a:buClr>
              <a:buSzPct val="100000"/>
              <a:buFont typeface="Times New Roman" panose="02020603050405020304" pitchFamily="16"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6" charset="0"/>
              </a:defRPr>
            </a:lvl7pPr>
            <a:lvl8pPr marL="3429000" indent="-228600" defTabSz="457200" eaLnBrk="0" fontAlgn="base" hangingPunct="0">
              <a:spcBef>
                <a:spcPct val="30000"/>
              </a:spcBef>
              <a:spcAft>
                <a:spcPct val="0"/>
              </a:spcAft>
              <a:buClr>
                <a:srgbClr val="000000"/>
              </a:buClr>
              <a:buSzPct val="100000"/>
              <a:buFont typeface="Times New Roman" panose="02020603050405020304" pitchFamily="16"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6" charset="0"/>
              </a:defRPr>
            </a:lvl8pPr>
            <a:lvl9pPr marL="3886200" indent="-228600" defTabSz="457200" eaLnBrk="0" fontAlgn="base" hangingPunct="0">
              <a:spcBef>
                <a:spcPct val="30000"/>
              </a:spcBef>
              <a:spcAft>
                <a:spcPct val="0"/>
              </a:spcAft>
              <a:buClr>
                <a:srgbClr val="000000"/>
              </a:buClr>
              <a:buSzPct val="100000"/>
              <a:buFont typeface="Times New Roman" panose="02020603050405020304" pitchFamily="16"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6" charset="0"/>
              </a:defRPr>
            </a:lvl9pPr>
          </a:lstStyle>
          <a:p>
            <a:pPr>
              <a:spcBef>
                <a:spcPct val="0"/>
              </a:spcBef>
              <a:buClrTx/>
              <a:buFontTx/>
              <a:buNone/>
            </a:pPr>
            <a:fld id="{4A1BFD48-8F88-4458-84ED-D30BB0A71177}" type="slidenum">
              <a:rPr lang="en-US" altLang="en-US" sz="1400" smtClean="0"/>
            </a:fld>
            <a:endParaRPr lang="en-US" altLang="en-US" sz="1400"/>
          </a:p>
        </p:txBody>
      </p:sp>
      <p:sp>
        <p:nvSpPr>
          <p:cNvPr id="6147" name="Rectangle 1"/>
          <p:cNvSpPr>
            <a:spLocks noGrp="1" noRot="1" noChangeAspect="1" noChangeArrowheads="1" noTextEdit="1"/>
          </p:cNvSpPr>
          <p:nvPr>
            <p:ph type="sldImg"/>
          </p:nvPr>
        </p:nvSpPr>
        <p:spPr>
          <a:xfrm>
            <a:off x="1371600" y="763588"/>
            <a:ext cx="5029200" cy="3771900"/>
          </a:xfrm>
          <a:solidFill>
            <a:srgbClr val="FFFFFF"/>
          </a:solidFill>
          <a:ln>
            <a:solidFill>
              <a:srgbClr val="000000"/>
            </a:solidFill>
            <a:miter lim="800000"/>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6148" name="Rectangle 2"/>
          <p:cNvSpPr>
            <a:spLocks noGrp="1" noChangeArrowheads="1"/>
          </p:cNvSpPr>
          <p:nvPr>
            <p:ph type="body" idx="1"/>
          </p:nvPr>
        </p:nvSpPr>
        <p:spPr>
          <a:xfrm>
            <a:off x="777875" y="4776788"/>
            <a:ext cx="6218238" cy="4525962"/>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ltLang="en-US">
              <a:latin typeface="Times New Roman" panose="02020603050405020304" pitchFamily="16" charset="0"/>
            </a:endParaRPr>
          </a:p>
        </p:txBody>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6146" name="Rectangle 8"/>
          <p:cNvSpPr>
            <a:spLocks noGrp="1" noChangeArrowheads="1"/>
          </p:cNvSpPr>
          <p:nvPr>
            <p:ph type="sldNum"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30000"/>
              </a:spcBef>
              <a:buClr>
                <a:srgbClr val="000000"/>
              </a:buClr>
              <a:buSzPct val="100000"/>
              <a:buFont typeface="Times New Roman" panose="02020603050405020304" pitchFamily="16"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6" charset="0"/>
              </a:defRPr>
            </a:lvl1pPr>
            <a:lvl2pPr>
              <a:spcBef>
                <a:spcPct val="30000"/>
              </a:spcBef>
              <a:buClr>
                <a:srgbClr val="000000"/>
              </a:buClr>
              <a:buSzPct val="100000"/>
              <a:buFont typeface="Times New Roman" panose="02020603050405020304" pitchFamily="16"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6" charset="0"/>
              </a:defRPr>
            </a:lvl2pPr>
            <a:lvl3pPr>
              <a:spcBef>
                <a:spcPct val="30000"/>
              </a:spcBef>
              <a:buClr>
                <a:srgbClr val="000000"/>
              </a:buClr>
              <a:buSzPct val="100000"/>
              <a:buFont typeface="Times New Roman" panose="02020603050405020304" pitchFamily="16"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6" charset="0"/>
              </a:defRPr>
            </a:lvl3pPr>
            <a:lvl4pPr>
              <a:spcBef>
                <a:spcPct val="30000"/>
              </a:spcBef>
              <a:buClr>
                <a:srgbClr val="000000"/>
              </a:buClr>
              <a:buSzPct val="100000"/>
              <a:buFont typeface="Times New Roman" panose="02020603050405020304" pitchFamily="16"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6" charset="0"/>
              </a:defRPr>
            </a:lvl4pPr>
            <a:lvl5pPr>
              <a:spcBef>
                <a:spcPct val="30000"/>
              </a:spcBef>
              <a:buClr>
                <a:srgbClr val="000000"/>
              </a:buClr>
              <a:buSzPct val="100000"/>
              <a:buFont typeface="Times New Roman" panose="02020603050405020304" pitchFamily="16"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6" charset="0"/>
              </a:defRPr>
            </a:lvl5pPr>
            <a:lvl6pPr marL="2514600" indent="-228600" defTabSz="457200" eaLnBrk="0" fontAlgn="base" hangingPunct="0">
              <a:spcBef>
                <a:spcPct val="30000"/>
              </a:spcBef>
              <a:spcAft>
                <a:spcPct val="0"/>
              </a:spcAft>
              <a:buClr>
                <a:srgbClr val="000000"/>
              </a:buClr>
              <a:buSzPct val="100000"/>
              <a:buFont typeface="Times New Roman" panose="02020603050405020304" pitchFamily="16"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6" charset="0"/>
              </a:defRPr>
            </a:lvl6pPr>
            <a:lvl7pPr marL="2971800" indent="-228600" defTabSz="457200" eaLnBrk="0" fontAlgn="base" hangingPunct="0">
              <a:spcBef>
                <a:spcPct val="30000"/>
              </a:spcBef>
              <a:spcAft>
                <a:spcPct val="0"/>
              </a:spcAft>
              <a:buClr>
                <a:srgbClr val="000000"/>
              </a:buClr>
              <a:buSzPct val="100000"/>
              <a:buFont typeface="Times New Roman" panose="02020603050405020304" pitchFamily="16"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6" charset="0"/>
              </a:defRPr>
            </a:lvl7pPr>
            <a:lvl8pPr marL="3429000" indent="-228600" defTabSz="457200" eaLnBrk="0" fontAlgn="base" hangingPunct="0">
              <a:spcBef>
                <a:spcPct val="30000"/>
              </a:spcBef>
              <a:spcAft>
                <a:spcPct val="0"/>
              </a:spcAft>
              <a:buClr>
                <a:srgbClr val="000000"/>
              </a:buClr>
              <a:buSzPct val="100000"/>
              <a:buFont typeface="Times New Roman" panose="02020603050405020304" pitchFamily="16"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6" charset="0"/>
              </a:defRPr>
            </a:lvl8pPr>
            <a:lvl9pPr marL="3886200" indent="-228600" defTabSz="457200" eaLnBrk="0" fontAlgn="base" hangingPunct="0">
              <a:spcBef>
                <a:spcPct val="30000"/>
              </a:spcBef>
              <a:spcAft>
                <a:spcPct val="0"/>
              </a:spcAft>
              <a:buClr>
                <a:srgbClr val="000000"/>
              </a:buClr>
              <a:buSzPct val="100000"/>
              <a:buFont typeface="Times New Roman" panose="02020603050405020304" pitchFamily="16"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6" charset="0"/>
              </a:defRPr>
            </a:lvl9pPr>
          </a:lstStyle>
          <a:p>
            <a:pPr>
              <a:spcBef>
                <a:spcPct val="0"/>
              </a:spcBef>
              <a:buClrTx/>
              <a:buFontTx/>
              <a:buNone/>
            </a:pPr>
            <a:fld id="{4A1BFD48-8F88-4458-84ED-D30BB0A71177}" type="slidenum">
              <a:rPr lang="en-US" altLang="en-US" sz="1400" smtClean="0"/>
            </a:fld>
            <a:endParaRPr lang="en-US" altLang="en-US" sz="1400"/>
          </a:p>
        </p:txBody>
      </p:sp>
      <p:sp>
        <p:nvSpPr>
          <p:cNvPr id="6147" name="Rectangle 1"/>
          <p:cNvSpPr>
            <a:spLocks noGrp="1" noRot="1" noChangeAspect="1" noChangeArrowheads="1" noTextEdit="1"/>
          </p:cNvSpPr>
          <p:nvPr>
            <p:ph type="sldImg"/>
          </p:nvPr>
        </p:nvSpPr>
        <p:spPr>
          <a:xfrm>
            <a:off x="1371600" y="763588"/>
            <a:ext cx="5029200" cy="3771900"/>
          </a:xfrm>
          <a:solidFill>
            <a:srgbClr val="FFFFFF"/>
          </a:solidFill>
          <a:ln>
            <a:solidFill>
              <a:srgbClr val="000000"/>
            </a:solidFill>
            <a:miter lim="800000"/>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6148" name="Rectangle 2"/>
          <p:cNvSpPr>
            <a:spLocks noGrp="1" noChangeArrowheads="1"/>
          </p:cNvSpPr>
          <p:nvPr>
            <p:ph type="body" idx="1"/>
          </p:nvPr>
        </p:nvSpPr>
        <p:spPr>
          <a:xfrm>
            <a:off x="777875" y="4776788"/>
            <a:ext cx="6218238" cy="4525962"/>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ltLang="en-US">
              <a:latin typeface="Times New Roman" panose="02020603050405020304" pitchFamily="16" charset="0"/>
            </a:endParaRPr>
          </a:p>
        </p:txBody>
      </p:sp>
    </p:spTree>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6146" name="Rectangle 8"/>
          <p:cNvSpPr>
            <a:spLocks noGrp="1" noChangeArrowheads="1"/>
          </p:cNvSpPr>
          <p:nvPr>
            <p:ph type="sldNum"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30000"/>
              </a:spcBef>
              <a:buClr>
                <a:srgbClr val="000000"/>
              </a:buClr>
              <a:buSzPct val="100000"/>
              <a:buFont typeface="Times New Roman" panose="02020603050405020304" pitchFamily="16"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6" charset="0"/>
              </a:defRPr>
            </a:lvl1pPr>
            <a:lvl2pPr>
              <a:spcBef>
                <a:spcPct val="30000"/>
              </a:spcBef>
              <a:buClr>
                <a:srgbClr val="000000"/>
              </a:buClr>
              <a:buSzPct val="100000"/>
              <a:buFont typeface="Times New Roman" panose="02020603050405020304" pitchFamily="16"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6" charset="0"/>
              </a:defRPr>
            </a:lvl2pPr>
            <a:lvl3pPr>
              <a:spcBef>
                <a:spcPct val="30000"/>
              </a:spcBef>
              <a:buClr>
                <a:srgbClr val="000000"/>
              </a:buClr>
              <a:buSzPct val="100000"/>
              <a:buFont typeface="Times New Roman" panose="02020603050405020304" pitchFamily="16"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6" charset="0"/>
              </a:defRPr>
            </a:lvl3pPr>
            <a:lvl4pPr>
              <a:spcBef>
                <a:spcPct val="30000"/>
              </a:spcBef>
              <a:buClr>
                <a:srgbClr val="000000"/>
              </a:buClr>
              <a:buSzPct val="100000"/>
              <a:buFont typeface="Times New Roman" panose="02020603050405020304" pitchFamily="16"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6" charset="0"/>
              </a:defRPr>
            </a:lvl4pPr>
            <a:lvl5pPr>
              <a:spcBef>
                <a:spcPct val="30000"/>
              </a:spcBef>
              <a:buClr>
                <a:srgbClr val="000000"/>
              </a:buClr>
              <a:buSzPct val="100000"/>
              <a:buFont typeface="Times New Roman" panose="02020603050405020304" pitchFamily="16"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6" charset="0"/>
              </a:defRPr>
            </a:lvl5pPr>
            <a:lvl6pPr marL="2514600" indent="-228600" defTabSz="457200" eaLnBrk="0" fontAlgn="base" hangingPunct="0">
              <a:spcBef>
                <a:spcPct val="30000"/>
              </a:spcBef>
              <a:spcAft>
                <a:spcPct val="0"/>
              </a:spcAft>
              <a:buClr>
                <a:srgbClr val="000000"/>
              </a:buClr>
              <a:buSzPct val="100000"/>
              <a:buFont typeface="Times New Roman" panose="02020603050405020304" pitchFamily="16"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6" charset="0"/>
              </a:defRPr>
            </a:lvl6pPr>
            <a:lvl7pPr marL="2971800" indent="-228600" defTabSz="457200" eaLnBrk="0" fontAlgn="base" hangingPunct="0">
              <a:spcBef>
                <a:spcPct val="30000"/>
              </a:spcBef>
              <a:spcAft>
                <a:spcPct val="0"/>
              </a:spcAft>
              <a:buClr>
                <a:srgbClr val="000000"/>
              </a:buClr>
              <a:buSzPct val="100000"/>
              <a:buFont typeface="Times New Roman" panose="02020603050405020304" pitchFamily="16"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6" charset="0"/>
              </a:defRPr>
            </a:lvl7pPr>
            <a:lvl8pPr marL="3429000" indent="-228600" defTabSz="457200" eaLnBrk="0" fontAlgn="base" hangingPunct="0">
              <a:spcBef>
                <a:spcPct val="30000"/>
              </a:spcBef>
              <a:spcAft>
                <a:spcPct val="0"/>
              </a:spcAft>
              <a:buClr>
                <a:srgbClr val="000000"/>
              </a:buClr>
              <a:buSzPct val="100000"/>
              <a:buFont typeface="Times New Roman" panose="02020603050405020304" pitchFamily="16"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6" charset="0"/>
              </a:defRPr>
            </a:lvl8pPr>
            <a:lvl9pPr marL="3886200" indent="-228600" defTabSz="457200" eaLnBrk="0" fontAlgn="base" hangingPunct="0">
              <a:spcBef>
                <a:spcPct val="30000"/>
              </a:spcBef>
              <a:spcAft>
                <a:spcPct val="0"/>
              </a:spcAft>
              <a:buClr>
                <a:srgbClr val="000000"/>
              </a:buClr>
              <a:buSzPct val="100000"/>
              <a:buFont typeface="Times New Roman" panose="02020603050405020304" pitchFamily="16"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6" charset="0"/>
              </a:defRPr>
            </a:lvl9pPr>
          </a:lstStyle>
          <a:p>
            <a:pPr>
              <a:spcBef>
                <a:spcPct val="0"/>
              </a:spcBef>
              <a:buClrTx/>
              <a:buFontTx/>
              <a:buNone/>
            </a:pPr>
            <a:fld id="{4A1BFD48-8F88-4458-84ED-D30BB0A71177}" type="slidenum">
              <a:rPr lang="en-US" altLang="en-US" sz="1400" smtClean="0"/>
            </a:fld>
            <a:endParaRPr lang="en-US" altLang="en-US" sz="1400"/>
          </a:p>
        </p:txBody>
      </p:sp>
      <p:sp>
        <p:nvSpPr>
          <p:cNvPr id="6147" name="Rectangle 1"/>
          <p:cNvSpPr>
            <a:spLocks noGrp="1" noRot="1" noChangeAspect="1" noChangeArrowheads="1" noTextEdit="1"/>
          </p:cNvSpPr>
          <p:nvPr>
            <p:ph type="sldImg"/>
          </p:nvPr>
        </p:nvSpPr>
        <p:spPr>
          <a:xfrm>
            <a:off x="1371600" y="763588"/>
            <a:ext cx="5029200" cy="3771900"/>
          </a:xfrm>
          <a:solidFill>
            <a:srgbClr val="FFFFFF"/>
          </a:solidFill>
          <a:ln>
            <a:solidFill>
              <a:srgbClr val="000000"/>
            </a:solidFill>
            <a:miter lim="800000"/>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6148" name="Rectangle 2"/>
          <p:cNvSpPr>
            <a:spLocks noGrp="1" noChangeArrowheads="1"/>
          </p:cNvSpPr>
          <p:nvPr>
            <p:ph type="body" idx="1"/>
          </p:nvPr>
        </p:nvSpPr>
        <p:spPr>
          <a:xfrm>
            <a:off x="777875" y="4776788"/>
            <a:ext cx="6218238" cy="4525962"/>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ltLang="en-US">
              <a:latin typeface="Times New Roman" panose="02020603050405020304" pitchFamily="16" charset="0"/>
            </a:endParaRPr>
          </a:p>
        </p:txBody>
      </p:sp>
    </p:spTree>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6146" name="Rectangle 8"/>
          <p:cNvSpPr>
            <a:spLocks noGrp="1" noChangeArrowheads="1"/>
          </p:cNvSpPr>
          <p:nvPr>
            <p:ph type="sldNum"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30000"/>
              </a:spcBef>
              <a:buClr>
                <a:srgbClr val="000000"/>
              </a:buClr>
              <a:buSzPct val="100000"/>
              <a:buFont typeface="Times New Roman" panose="02020603050405020304" pitchFamily="16"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6" charset="0"/>
              </a:defRPr>
            </a:lvl1pPr>
            <a:lvl2pPr>
              <a:spcBef>
                <a:spcPct val="30000"/>
              </a:spcBef>
              <a:buClr>
                <a:srgbClr val="000000"/>
              </a:buClr>
              <a:buSzPct val="100000"/>
              <a:buFont typeface="Times New Roman" panose="02020603050405020304" pitchFamily="16"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6" charset="0"/>
              </a:defRPr>
            </a:lvl2pPr>
            <a:lvl3pPr>
              <a:spcBef>
                <a:spcPct val="30000"/>
              </a:spcBef>
              <a:buClr>
                <a:srgbClr val="000000"/>
              </a:buClr>
              <a:buSzPct val="100000"/>
              <a:buFont typeface="Times New Roman" panose="02020603050405020304" pitchFamily="16"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6" charset="0"/>
              </a:defRPr>
            </a:lvl3pPr>
            <a:lvl4pPr>
              <a:spcBef>
                <a:spcPct val="30000"/>
              </a:spcBef>
              <a:buClr>
                <a:srgbClr val="000000"/>
              </a:buClr>
              <a:buSzPct val="100000"/>
              <a:buFont typeface="Times New Roman" panose="02020603050405020304" pitchFamily="16"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6" charset="0"/>
              </a:defRPr>
            </a:lvl4pPr>
            <a:lvl5pPr>
              <a:spcBef>
                <a:spcPct val="30000"/>
              </a:spcBef>
              <a:buClr>
                <a:srgbClr val="000000"/>
              </a:buClr>
              <a:buSzPct val="100000"/>
              <a:buFont typeface="Times New Roman" panose="02020603050405020304" pitchFamily="16"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6" charset="0"/>
              </a:defRPr>
            </a:lvl5pPr>
            <a:lvl6pPr marL="2514600" indent="-228600" defTabSz="457200" eaLnBrk="0" fontAlgn="base" hangingPunct="0">
              <a:spcBef>
                <a:spcPct val="30000"/>
              </a:spcBef>
              <a:spcAft>
                <a:spcPct val="0"/>
              </a:spcAft>
              <a:buClr>
                <a:srgbClr val="000000"/>
              </a:buClr>
              <a:buSzPct val="100000"/>
              <a:buFont typeface="Times New Roman" panose="02020603050405020304" pitchFamily="16"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6" charset="0"/>
              </a:defRPr>
            </a:lvl6pPr>
            <a:lvl7pPr marL="2971800" indent="-228600" defTabSz="457200" eaLnBrk="0" fontAlgn="base" hangingPunct="0">
              <a:spcBef>
                <a:spcPct val="30000"/>
              </a:spcBef>
              <a:spcAft>
                <a:spcPct val="0"/>
              </a:spcAft>
              <a:buClr>
                <a:srgbClr val="000000"/>
              </a:buClr>
              <a:buSzPct val="100000"/>
              <a:buFont typeface="Times New Roman" panose="02020603050405020304" pitchFamily="16"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6" charset="0"/>
              </a:defRPr>
            </a:lvl7pPr>
            <a:lvl8pPr marL="3429000" indent="-228600" defTabSz="457200" eaLnBrk="0" fontAlgn="base" hangingPunct="0">
              <a:spcBef>
                <a:spcPct val="30000"/>
              </a:spcBef>
              <a:spcAft>
                <a:spcPct val="0"/>
              </a:spcAft>
              <a:buClr>
                <a:srgbClr val="000000"/>
              </a:buClr>
              <a:buSzPct val="100000"/>
              <a:buFont typeface="Times New Roman" panose="02020603050405020304" pitchFamily="16"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6" charset="0"/>
              </a:defRPr>
            </a:lvl8pPr>
            <a:lvl9pPr marL="3886200" indent="-228600" defTabSz="457200" eaLnBrk="0" fontAlgn="base" hangingPunct="0">
              <a:spcBef>
                <a:spcPct val="30000"/>
              </a:spcBef>
              <a:spcAft>
                <a:spcPct val="0"/>
              </a:spcAft>
              <a:buClr>
                <a:srgbClr val="000000"/>
              </a:buClr>
              <a:buSzPct val="100000"/>
              <a:buFont typeface="Times New Roman" panose="02020603050405020304" pitchFamily="16"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6" charset="0"/>
              </a:defRPr>
            </a:lvl9pPr>
          </a:lstStyle>
          <a:p>
            <a:pPr>
              <a:spcBef>
                <a:spcPct val="0"/>
              </a:spcBef>
              <a:buClrTx/>
              <a:buFontTx/>
              <a:buNone/>
            </a:pPr>
            <a:fld id="{4A1BFD48-8F88-4458-84ED-D30BB0A71177}" type="slidenum">
              <a:rPr lang="en-US" altLang="en-US" sz="1400" smtClean="0"/>
            </a:fld>
            <a:endParaRPr lang="en-US" altLang="en-US" sz="1400"/>
          </a:p>
        </p:txBody>
      </p:sp>
      <p:sp>
        <p:nvSpPr>
          <p:cNvPr id="6147" name="Rectangle 1"/>
          <p:cNvSpPr>
            <a:spLocks noGrp="1" noRot="1" noChangeAspect="1" noChangeArrowheads="1" noTextEdit="1"/>
          </p:cNvSpPr>
          <p:nvPr>
            <p:ph type="sldImg"/>
          </p:nvPr>
        </p:nvSpPr>
        <p:spPr>
          <a:xfrm>
            <a:off x="1371600" y="763588"/>
            <a:ext cx="5029200" cy="3771900"/>
          </a:xfrm>
          <a:solidFill>
            <a:srgbClr val="FFFFFF"/>
          </a:solidFill>
          <a:ln>
            <a:solidFill>
              <a:srgbClr val="000000"/>
            </a:solidFill>
            <a:miter lim="800000"/>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6148" name="Rectangle 2"/>
          <p:cNvSpPr>
            <a:spLocks noGrp="1" noChangeArrowheads="1"/>
          </p:cNvSpPr>
          <p:nvPr>
            <p:ph type="body" idx="1"/>
          </p:nvPr>
        </p:nvSpPr>
        <p:spPr>
          <a:xfrm>
            <a:off x="777875" y="4776788"/>
            <a:ext cx="6218238" cy="4525962"/>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ltLang="en-US">
              <a:latin typeface="Times New Roman" panose="02020603050405020304" pitchFamily="16" charset="0"/>
            </a:endParaRPr>
          </a:p>
        </p:txBody>
      </p:sp>
    </p:spTree>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6146" name="Rectangle 8"/>
          <p:cNvSpPr>
            <a:spLocks noGrp="1" noChangeArrowheads="1"/>
          </p:cNvSpPr>
          <p:nvPr>
            <p:ph type="sldNum"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30000"/>
              </a:spcBef>
              <a:buClr>
                <a:srgbClr val="000000"/>
              </a:buClr>
              <a:buSzPct val="100000"/>
              <a:buFont typeface="Times New Roman" panose="02020603050405020304" pitchFamily="16"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6" charset="0"/>
              </a:defRPr>
            </a:lvl1pPr>
            <a:lvl2pPr>
              <a:spcBef>
                <a:spcPct val="30000"/>
              </a:spcBef>
              <a:buClr>
                <a:srgbClr val="000000"/>
              </a:buClr>
              <a:buSzPct val="100000"/>
              <a:buFont typeface="Times New Roman" panose="02020603050405020304" pitchFamily="16"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6" charset="0"/>
              </a:defRPr>
            </a:lvl2pPr>
            <a:lvl3pPr>
              <a:spcBef>
                <a:spcPct val="30000"/>
              </a:spcBef>
              <a:buClr>
                <a:srgbClr val="000000"/>
              </a:buClr>
              <a:buSzPct val="100000"/>
              <a:buFont typeface="Times New Roman" panose="02020603050405020304" pitchFamily="16"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6" charset="0"/>
              </a:defRPr>
            </a:lvl3pPr>
            <a:lvl4pPr>
              <a:spcBef>
                <a:spcPct val="30000"/>
              </a:spcBef>
              <a:buClr>
                <a:srgbClr val="000000"/>
              </a:buClr>
              <a:buSzPct val="100000"/>
              <a:buFont typeface="Times New Roman" panose="02020603050405020304" pitchFamily="16"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6" charset="0"/>
              </a:defRPr>
            </a:lvl4pPr>
            <a:lvl5pPr>
              <a:spcBef>
                <a:spcPct val="30000"/>
              </a:spcBef>
              <a:buClr>
                <a:srgbClr val="000000"/>
              </a:buClr>
              <a:buSzPct val="100000"/>
              <a:buFont typeface="Times New Roman" panose="02020603050405020304" pitchFamily="16"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6" charset="0"/>
              </a:defRPr>
            </a:lvl5pPr>
            <a:lvl6pPr marL="2514600" indent="-228600" defTabSz="457200" eaLnBrk="0" fontAlgn="base" hangingPunct="0">
              <a:spcBef>
                <a:spcPct val="30000"/>
              </a:spcBef>
              <a:spcAft>
                <a:spcPct val="0"/>
              </a:spcAft>
              <a:buClr>
                <a:srgbClr val="000000"/>
              </a:buClr>
              <a:buSzPct val="100000"/>
              <a:buFont typeface="Times New Roman" panose="02020603050405020304" pitchFamily="16"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6" charset="0"/>
              </a:defRPr>
            </a:lvl6pPr>
            <a:lvl7pPr marL="2971800" indent="-228600" defTabSz="457200" eaLnBrk="0" fontAlgn="base" hangingPunct="0">
              <a:spcBef>
                <a:spcPct val="30000"/>
              </a:spcBef>
              <a:spcAft>
                <a:spcPct val="0"/>
              </a:spcAft>
              <a:buClr>
                <a:srgbClr val="000000"/>
              </a:buClr>
              <a:buSzPct val="100000"/>
              <a:buFont typeface="Times New Roman" panose="02020603050405020304" pitchFamily="16"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6" charset="0"/>
              </a:defRPr>
            </a:lvl7pPr>
            <a:lvl8pPr marL="3429000" indent="-228600" defTabSz="457200" eaLnBrk="0" fontAlgn="base" hangingPunct="0">
              <a:spcBef>
                <a:spcPct val="30000"/>
              </a:spcBef>
              <a:spcAft>
                <a:spcPct val="0"/>
              </a:spcAft>
              <a:buClr>
                <a:srgbClr val="000000"/>
              </a:buClr>
              <a:buSzPct val="100000"/>
              <a:buFont typeface="Times New Roman" panose="02020603050405020304" pitchFamily="16"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6" charset="0"/>
              </a:defRPr>
            </a:lvl8pPr>
            <a:lvl9pPr marL="3886200" indent="-228600" defTabSz="457200" eaLnBrk="0" fontAlgn="base" hangingPunct="0">
              <a:spcBef>
                <a:spcPct val="30000"/>
              </a:spcBef>
              <a:spcAft>
                <a:spcPct val="0"/>
              </a:spcAft>
              <a:buClr>
                <a:srgbClr val="000000"/>
              </a:buClr>
              <a:buSzPct val="100000"/>
              <a:buFont typeface="Times New Roman" panose="02020603050405020304" pitchFamily="16"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6" charset="0"/>
              </a:defRPr>
            </a:lvl9pPr>
          </a:lstStyle>
          <a:p>
            <a:pPr>
              <a:spcBef>
                <a:spcPct val="0"/>
              </a:spcBef>
              <a:buClrTx/>
              <a:buFontTx/>
              <a:buNone/>
            </a:pPr>
            <a:fld id="{4A1BFD48-8F88-4458-84ED-D30BB0A71177}" type="slidenum">
              <a:rPr lang="en-US" altLang="en-US" sz="1400" smtClean="0"/>
            </a:fld>
            <a:endParaRPr lang="en-US" altLang="en-US" sz="1400"/>
          </a:p>
        </p:txBody>
      </p:sp>
      <p:sp>
        <p:nvSpPr>
          <p:cNvPr id="6147" name="Rectangle 1"/>
          <p:cNvSpPr>
            <a:spLocks noGrp="1" noRot="1" noChangeAspect="1" noChangeArrowheads="1" noTextEdit="1"/>
          </p:cNvSpPr>
          <p:nvPr>
            <p:ph type="sldImg"/>
          </p:nvPr>
        </p:nvSpPr>
        <p:spPr>
          <a:xfrm>
            <a:off x="1371600" y="763588"/>
            <a:ext cx="5029200" cy="3771900"/>
          </a:xfrm>
          <a:solidFill>
            <a:srgbClr val="FFFFFF"/>
          </a:solidFill>
          <a:ln>
            <a:solidFill>
              <a:srgbClr val="000000"/>
            </a:solidFill>
            <a:miter lim="800000"/>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6148" name="Rectangle 2"/>
          <p:cNvSpPr>
            <a:spLocks noGrp="1" noChangeArrowheads="1"/>
          </p:cNvSpPr>
          <p:nvPr>
            <p:ph type="body" idx="1"/>
          </p:nvPr>
        </p:nvSpPr>
        <p:spPr>
          <a:xfrm>
            <a:off x="777875" y="4776788"/>
            <a:ext cx="6218238" cy="4525962"/>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ltLang="en-US">
              <a:latin typeface="Times New Roman" panose="02020603050405020304" pitchFamily="16" charset="0"/>
            </a:endParaRPr>
          </a:p>
        </p:txBody>
      </p:sp>
    </p:spTree>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6146" name="Rectangle 8"/>
          <p:cNvSpPr>
            <a:spLocks noGrp="1" noChangeArrowheads="1"/>
          </p:cNvSpPr>
          <p:nvPr>
            <p:ph type="sldNum"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30000"/>
              </a:spcBef>
              <a:buClr>
                <a:srgbClr val="000000"/>
              </a:buClr>
              <a:buSzPct val="100000"/>
              <a:buFont typeface="Times New Roman" panose="02020603050405020304" pitchFamily="16"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6" charset="0"/>
              </a:defRPr>
            </a:lvl1pPr>
            <a:lvl2pPr>
              <a:spcBef>
                <a:spcPct val="30000"/>
              </a:spcBef>
              <a:buClr>
                <a:srgbClr val="000000"/>
              </a:buClr>
              <a:buSzPct val="100000"/>
              <a:buFont typeface="Times New Roman" panose="02020603050405020304" pitchFamily="16"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6" charset="0"/>
              </a:defRPr>
            </a:lvl2pPr>
            <a:lvl3pPr>
              <a:spcBef>
                <a:spcPct val="30000"/>
              </a:spcBef>
              <a:buClr>
                <a:srgbClr val="000000"/>
              </a:buClr>
              <a:buSzPct val="100000"/>
              <a:buFont typeface="Times New Roman" panose="02020603050405020304" pitchFamily="16"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6" charset="0"/>
              </a:defRPr>
            </a:lvl3pPr>
            <a:lvl4pPr>
              <a:spcBef>
                <a:spcPct val="30000"/>
              </a:spcBef>
              <a:buClr>
                <a:srgbClr val="000000"/>
              </a:buClr>
              <a:buSzPct val="100000"/>
              <a:buFont typeface="Times New Roman" panose="02020603050405020304" pitchFamily="16"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6" charset="0"/>
              </a:defRPr>
            </a:lvl4pPr>
            <a:lvl5pPr>
              <a:spcBef>
                <a:spcPct val="30000"/>
              </a:spcBef>
              <a:buClr>
                <a:srgbClr val="000000"/>
              </a:buClr>
              <a:buSzPct val="100000"/>
              <a:buFont typeface="Times New Roman" panose="02020603050405020304" pitchFamily="16"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6" charset="0"/>
              </a:defRPr>
            </a:lvl5pPr>
            <a:lvl6pPr marL="2514600" indent="-228600" defTabSz="457200" eaLnBrk="0" fontAlgn="base" hangingPunct="0">
              <a:spcBef>
                <a:spcPct val="30000"/>
              </a:spcBef>
              <a:spcAft>
                <a:spcPct val="0"/>
              </a:spcAft>
              <a:buClr>
                <a:srgbClr val="000000"/>
              </a:buClr>
              <a:buSzPct val="100000"/>
              <a:buFont typeface="Times New Roman" panose="02020603050405020304" pitchFamily="16"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6" charset="0"/>
              </a:defRPr>
            </a:lvl6pPr>
            <a:lvl7pPr marL="2971800" indent="-228600" defTabSz="457200" eaLnBrk="0" fontAlgn="base" hangingPunct="0">
              <a:spcBef>
                <a:spcPct val="30000"/>
              </a:spcBef>
              <a:spcAft>
                <a:spcPct val="0"/>
              </a:spcAft>
              <a:buClr>
                <a:srgbClr val="000000"/>
              </a:buClr>
              <a:buSzPct val="100000"/>
              <a:buFont typeface="Times New Roman" panose="02020603050405020304" pitchFamily="16"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6" charset="0"/>
              </a:defRPr>
            </a:lvl7pPr>
            <a:lvl8pPr marL="3429000" indent="-228600" defTabSz="457200" eaLnBrk="0" fontAlgn="base" hangingPunct="0">
              <a:spcBef>
                <a:spcPct val="30000"/>
              </a:spcBef>
              <a:spcAft>
                <a:spcPct val="0"/>
              </a:spcAft>
              <a:buClr>
                <a:srgbClr val="000000"/>
              </a:buClr>
              <a:buSzPct val="100000"/>
              <a:buFont typeface="Times New Roman" panose="02020603050405020304" pitchFamily="16"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6" charset="0"/>
              </a:defRPr>
            </a:lvl8pPr>
            <a:lvl9pPr marL="3886200" indent="-228600" defTabSz="457200" eaLnBrk="0" fontAlgn="base" hangingPunct="0">
              <a:spcBef>
                <a:spcPct val="30000"/>
              </a:spcBef>
              <a:spcAft>
                <a:spcPct val="0"/>
              </a:spcAft>
              <a:buClr>
                <a:srgbClr val="000000"/>
              </a:buClr>
              <a:buSzPct val="100000"/>
              <a:buFont typeface="Times New Roman" panose="02020603050405020304" pitchFamily="16"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6" charset="0"/>
              </a:defRPr>
            </a:lvl9pPr>
          </a:lstStyle>
          <a:p>
            <a:pPr>
              <a:spcBef>
                <a:spcPct val="0"/>
              </a:spcBef>
              <a:buClrTx/>
              <a:buFontTx/>
              <a:buNone/>
            </a:pPr>
            <a:fld id="{4A1BFD48-8F88-4458-84ED-D30BB0A71177}" type="slidenum">
              <a:rPr lang="en-US" altLang="en-US" sz="1400" smtClean="0"/>
            </a:fld>
            <a:endParaRPr lang="en-US" altLang="en-US" sz="1400"/>
          </a:p>
        </p:txBody>
      </p:sp>
      <p:sp>
        <p:nvSpPr>
          <p:cNvPr id="6147" name="Rectangle 1"/>
          <p:cNvSpPr>
            <a:spLocks noGrp="1" noRot="1" noChangeAspect="1" noChangeArrowheads="1" noTextEdit="1"/>
          </p:cNvSpPr>
          <p:nvPr>
            <p:ph type="sldImg"/>
          </p:nvPr>
        </p:nvSpPr>
        <p:spPr>
          <a:xfrm>
            <a:off x="1371600" y="763588"/>
            <a:ext cx="5029200" cy="3771900"/>
          </a:xfrm>
          <a:solidFill>
            <a:srgbClr val="FFFFFF"/>
          </a:solidFill>
          <a:ln>
            <a:solidFill>
              <a:srgbClr val="000000"/>
            </a:solidFill>
            <a:miter lim="800000"/>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6148" name="Rectangle 2"/>
          <p:cNvSpPr>
            <a:spLocks noGrp="1" noChangeArrowheads="1"/>
          </p:cNvSpPr>
          <p:nvPr>
            <p:ph type="body" idx="1"/>
          </p:nvPr>
        </p:nvSpPr>
        <p:spPr>
          <a:xfrm>
            <a:off x="777875" y="4776788"/>
            <a:ext cx="6218238" cy="4525962"/>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ltLang="en-US">
              <a:latin typeface="Times New Roman" panose="02020603050405020304" pitchFamily="16" charset="0"/>
            </a:endParaRPr>
          </a:p>
        </p:txBody>
      </p:sp>
    </p:spTree>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6146" name="Rectangle 8"/>
          <p:cNvSpPr>
            <a:spLocks noGrp="1" noChangeArrowheads="1"/>
          </p:cNvSpPr>
          <p:nvPr>
            <p:ph type="sldNum"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30000"/>
              </a:spcBef>
              <a:buClr>
                <a:srgbClr val="000000"/>
              </a:buClr>
              <a:buSzPct val="100000"/>
              <a:buFont typeface="Times New Roman" panose="02020603050405020304" pitchFamily="16"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6" charset="0"/>
              </a:defRPr>
            </a:lvl1pPr>
            <a:lvl2pPr>
              <a:spcBef>
                <a:spcPct val="30000"/>
              </a:spcBef>
              <a:buClr>
                <a:srgbClr val="000000"/>
              </a:buClr>
              <a:buSzPct val="100000"/>
              <a:buFont typeface="Times New Roman" panose="02020603050405020304" pitchFamily="16"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6" charset="0"/>
              </a:defRPr>
            </a:lvl2pPr>
            <a:lvl3pPr>
              <a:spcBef>
                <a:spcPct val="30000"/>
              </a:spcBef>
              <a:buClr>
                <a:srgbClr val="000000"/>
              </a:buClr>
              <a:buSzPct val="100000"/>
              <a:buFont typeface="Times New Roman" panose="02020603050405020304" pitchFamily="16"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6" charset="0"/>
              </a:defRPr>
            </a:lvl3pPr>
            <a:lvl4pPr>
              <a:spcBef>
                <a:spcPct val="30000"/>
              </a:spcBef>
              <a:buClr>
                <a:srgbClr val="000000"/>
              </a:buClr>
              <a:buSzPct val="100000"/>
              <a:buFont typeface="Times New Roman" panose="02020603050405020304" pitchFamily="16"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6" charset="0"/>
              </a:defRPr>
            </a:lvl4pPr>
            <a:lvl5pPr>
              <a:spcBef>
                <a:spcPct val="30000"/>
              </a:spcBef>
              <a:buClr>
                <a:srgbClr val="000000"/>
              </a:buClr>
              <a:buSzPct val="100000"/>
              <a:buFont typeface="Times New Roman" panose="02020603050405020304" pitchFamily="16"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6" charset="0"/>
              </a:defRPr>
            </a:lvl5pPr>
            <a:lvl6pPr marL="2514600" indent="-228600" defTabSz="457200" eaLnBrk="0" fontAlgn="base" hangingPunct="0">
              <a:spcBef>
                <a:spcPct val="30000"/>
              </a:spcBef>
              <a:spcAft>
                <a:spcPct val="0"/>
              </a:spcAft>
              <a:buClr>
                <a:srgbClr val="000000"/>
              </a:buClr>
              <a:buSzPct val="100000"/>
              <a:buFont typeface="Times New Roman" panose="02020603050405020304" pitchFamily="16"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6" charset="0"/>
              </a:defRPr>
            </a:lvl6pPr>
            <a:lvl7pPr marL="2971800" indent="-228600" defTabSz="457200" eaLnBrk="0" fontAlgn="base" hangingPunct="0">
              <a:spcBef>
                <a:spcPct val="30000"/>
              </a:spcBef>
              <a:spcAft>
                <a:spcPct val="0"/>
              </a:spcAft>
              <a:buClr>
                <a:srgbClr val="000000"/>
              </a:buClr>
              <a:buSzPct val="100000"/>
              <a:buFont typeface="Times New Roman" panose="02020603050405020304" pitchFamily="16"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6" charset="0"/>
              </a:defRPr>
            </a:lvl7pPr>
            <a:lvl8pPr marL="3429000" indent="-228600" defTabSz="457200" eaLnBrk="0" fontAlgn="base" hangingPunct="0">
              <a:spcBef>
                <a:spcPct val="30000"/>
              </a:spcBef>
              <a:spcAft>
                <a:spcPct val="0"/>
              </a:spcAft>
              <a:buClr>
                <a:srgbClr val="000000"/>
              </a:buClr>
              <a:buSzPct val="100000"/>
              <a:buFont typeface="Times New Roman" panose="02020603050405020304" pitchFamily="16"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6" charset="0"/>
              </a:defRPr>
            </a:lvl8pPr>
            <a:lvl9pPr marL="3886200" indent="-228600" defTabSz="457200" eaLnBrk="0" fontAlgn="base" hangingPunct="0">
              <a:spcBef>
                <a:spcPct val="30000"/>
              </a:spcBef>
              <a:spcAft>
                <a:spcPct val="0"/>
              </a:spcAft>
              <a:buClr>
                <a:srgbClr val="000000"/>
              </a:buClr>
              <a:buSzPct val="100000"/>
              <a:buFont typeface="Times New Roman" panose="02020603050405020304" pitchFamily="16"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6" charset="0"/>
              </a:defRPr>
            </a:lvl9pPr>
          </a:lstStyle>
          <a:p>
            <a:pPr>
              <a:spcBef>
                <a:spcPct val="0"/>
              </a:spcBef>
              <a:buClrTx/>
              <a:buFontTx/>
              <a:buNone/>
            </a:pPr>
            <a:fld id="{4A1BFD48-8F88-4458-84ED-D30BB0A71177}" type="slidenum">
              <a:rPr lang="en-US" altLang="en-US" sz="1400" smtClean="0"/>
            </a:fld>
            <a:endParaRPr lang="en-US" altLang="en-US" sz="1400"/>
          </a:p>
        </p:txBody>
      </p:sp>
      <p:sp>
        <p:nvSpPr>
          <p:cNvPr id="6147" name="Rectangle 1"/>
          <p:cNvSpPr>
            <a:spLocks noGrp="1" noRot="1" noChangeAspect="1" noChangeArrowheads="1" noTextEdit="1"/>
          </p:cNvSpPr>
          <p:nvPr>
            <p:ph type="sldImg"/>
          </p:nvPr>
        </p:nvSpPr>
        <p:spPr>
          <a:xfrm>
            <a:off x="1371600" y="763588"/>
            <a:ext cx="5029200" cy="3771900"/>
          </a:xfrm>
          <a:solidFill>
            <a:srgbClr val="FFFFFF"/>
          </a:solidFill>
          <a:ln>
            <a:solidFill>
              <a:srgbClr val="000000"/>
            </a:solidFill>
            <a:miter lim="800000"/>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6148" name="Rectangle 2"/>
          <p:cNvSpPr>
            <a:spLocks noGrp="1" noChangeArrowheads="1"/>
          </p:cNvSpPr>
          <p:nvPr>
            <p:ph type="body" idx="1"/>
          </p:nvPr>
        </p:nvSpPr>
        <p:spPr>
          <a:xfrm>
            <a:off x="777875" y="4776788"/>
            <a:ext cx="6218238" cy="4525962"/>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ltLang="en-US">
              <a:latin typeface="Times New Roman" panose="02020603050405020304" pitchFamily="16" charset="0"/>
            </a:endParaRPr>
          </a:p>
        </p:txBody>
      </p:sp>
    </p:spTree>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6146" name="Rectangle 8"/>
          <p:cNvSpPr>
            <a:spLocks noGrp="1" noChangeArrowheads="1"/>
          </p:cNvSpPr>
          <p:nvPr>
            <p:ph type="sldNum"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30000"/>
              </a:spcBef>
              <a:buClr>
                <a:srgbClr val="000000"/>
              </a:buClr>
              <a:buSzPct val="100000"/>
              <a:buFont typeface="Times New Roman" panose="02020603050405020304" pitchFamily="16"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6" charset="0"/>
              </a:defRPr>
            </a:lvl1pPr>
            <a:lvl2pPr>
              <a:spcBef>
                <a:spcPct val="30000"/>
              </a:spcBef>
              <a:buClr>
                <a:srgbClr val="000000"/>
              </a:buClr>
              <a:buSzPct val="100000"/>
              <a:buFont typeface="Times New Roman" panose="02020603050405020304" pitchFamily="16"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6" charset="0"/>
              </a:defRPr>
            </a:lvl2pPr>
            <a:lvl3pPr>
              <a:spcBef>
                <a:spcPct val="30000"/>
              </a:spcBef>
              <a:buClr>
                <a:srgbClr val="000000"/>
              </a:buClr>
              <a:buSzPct val="100000"/>
              <a:buFont typeface="Times New Roman" panose="02020603050405020304" pitchFamily="16"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6" charset="0"/>
              </a:defRPr>
            </a:lvl3pPr>
            <a:lvl4pPr>
              <a:spcBef>
                <a:spcPct val="30000"/>
              </a:spcBef>
              <a:buClr>
                <a:srgbClr val="000000"/>
              </a:buClr>
              <a:buSzPct val="100000"/>
              <a:buFont typeface="Times New Roman" panose="02020603050405020304" pitchFamily="16"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6" charset="0"/>
              </a:defRPr>
            </a:lvl4pPr>
            <a:lvl5pPr>
              <a:spcBef>
                <a:spcPct val="30000"/>
              </a:spcBef>
              <a:buClr>
                <a:srgbClr val="000000"/>
              </a:buClr>
              <a:buSzPct val="100000"/>
              <a:buFont typeface="Times New Roman" panose="02020603050405020304" pitchFamily="16"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6" charset="0"/>
              </a:defRPr>
            </a:lvl5pPr>
            <a:lvl6pPr marL="2514600" indent="-228600" defTabSz="457200" eaLnBrk="0" fontAlgn="base" hangingPunct="0">
              <a:spcBef>
                <a:spcPct val="30000"/>
              </a:spcBef>
              <a:spcAft>
                <a:spcPct val="0"/>
              </a:spcAft>
              <a:buClr>
                <a:srgbClr val="000000"/>
              </a:buClr>
              <a:buSzPct val="100000"/>
              <a:buFont typeface="Times New Roman" panose="02020603050405020304" pitchFamily="16"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6" charset="0"/>
              </a:defRPr>
            </a:lvl6pPr>
            <a:lvl7pPr marL="2971800" indent="-228600" defTabSz="457200" eaLnBrk="0" fontAlgn="base" hangingPunct="0">
              <a:spcBef>
                <a:spcPct val="30000"/>
              </a:spcBef>
              <a:spcAft>
                <a:spcPct val="0"/>
              </a:spcAft>
              <a:buClr>
                <a:srgbClr val="000000"/>
              </a:buClr>
              <a:buSzPct val="100000"/>
              <a:buFont typeface="Times New Roman" panose="02020603050405020304" pitchFamily="16"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6" charset="0"/>
              </a:defRPr>
            </a:lvl7pPr>
            <a:lvl8pPr marL="3429000" indent="-228600" defTabSz="457200" eaLnBrk="0" fontAlgn="base" hangingPunct="0">
              <a:spcBef>
                <a:spcPct val="30000"/>
              </a:spcBef>
              <a:spcAft>
                <a:spcPct val="0"/>
              </a:spcAft>
              <a:buClr>
                <a:srgbClr val="000000"/>
              </a:buClr>
              <a:buSzPct val="100000"/>
              <a:buFont typeface="Times New Roman" panose="02020603050405020304" pitchFamily="16"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6" charset="0"/>
              </a:defRPr>
            </a:lvl8pPr>
            <a:lvl9pPr marL="3886200" indent="-228600" defTabSz="457200" eaLnBrk="0" fontAlgn="base" hangingPunct="0">
              <a:spcBef>
                <a:spcPct val="30000"/>
              </a:spcBef>
              <a:spcAft>
                <a:spcPct val="0"/>
              </a:spcAft>
              <a:buClr>
                <a:srgbClr val="000000"/>
              </a:buClr>
              <a:buSzPct val="100000"/>
              <a:buFont typeface="Times New Roman" panose="02020603050405020304" pitchFamily="16"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6" charset="0"/>
              </a:defRPr>
            </a:lvl9pPr>
          </a:lstStyle>
          <a:p>
            <a:pPr>
              <a:spcBef>
                <a:spcPct val="0"/>
              </a:spcBef>
              <a:buClrTx/>
              <a:buFontTx/>
              <a:buNone/>
            </a:pPr>
            <a:fld id="{4A1BFD48-8F88-4458-84ED-D30BB0A71177}" type="slidenum">
              <a:rPr lang="en-US" altLang="en-US" sz="1400" smtClean="0"/>
            </a:fld>
            <a:endParaRPr lang="en-US" altLang="en-US" sz="1400"/>
          </a:p>
        </p:txBody>
      </p:sp>
      <p:sp>
        <p:nvSpPr>
          <p:cNvPr id="6147" name="Rectangle 1"/>
          <p:cNvSpPr>
            <a:spLocks noGrp="1" noRot="1" noChangeAspect="1" noChangeArrowheads="1" noTextEdit="1"/>
          </p:cNvSpPr>
          <p:nvPr>
            <p:ph type="sldImg"/>
          </p:nvPr>
        </p:nvSpPr>
        <p:spPr>
          <a:xfrm>
            <a:off x="1371600" y="763588"/>
            <a:ext cx="5029200" cy="3771900"/>
          </a:xfrm>
          <a:solidFill>
            <a:srgbClr val="FFFFFF"/>
          </a:solidFill>
          <a:ln>
            <a:solidFill>
              <a:srgbClr val="000000"/>
            </a:solidFill>
            <a:miter lim="800000"/>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6148" name="Rectangle 2"/>
          <p:cNvSpPr>
            <a:spLocks noGrp="1" noChangeArrowheads="1"/>
          </p:cNvSpPr>
          <p:nvPr>
            <p:ph type="body" idx="1"/>
          </p:nvPr>
        </p:nvSpPr>
        <p:spPr>
          <a:xfrm>
            <a:off x="777875" y="4776788"/>
            <a:ext cx="6218238" cy="4525962"/>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ltLang="en-US">
              <a:latin typeface="Times New Roman" panose="02020603050405020304" pitchFamily="16" charset="0"/>
            </a:endParaRPr>
          </a:p>
        </p:txBody>
      </p:sp>
    </p:spTree>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6146" name="Rectangle 8"/>
          <p:cNvSpPr>
            <a:spLocks noGrp="1" noChangeArrowheads="1"/>
          </p:cNvSpPr>
          <p:nvPr>
            <p:ph type="sldNum"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30000"/>
              </a:spcBef>
              <a:buClr>
                <a:srgbClr val="000000"/>
              </a:buClr>
              <a:buSzPct val="100000"/>
              <a:buFont typeface="Times New Roman" panose="02020603050405020304" pitchFamily="16"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6" charset="0"/>
              </a:defRPr>
            </a:lvl1pPr>
            <a:lvl2pPr>
              <a:spcBef>
                <a:spcPct val="30000"/>
              </a:spcBef>
              <a:buClr>
                <a:srgbClr val="000000"/>
              </a:buClr>
              <a:buSzPct val="100000"/>
              <a:buFont typeface="Times New Roman" panose="02020603050405020304" pitchFamily="16"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6" charset="0"/>
              </a:defRPr>
            </a:lvl2pPr>
            <a:lvl3pPr>
              <a:spcBef>
                <a:spcPct val="30000"/>
              </a:spcBef>
              <a:buClr>
                <a:srgbClr val="000000"/>
              </a:buClr>
              <a:buSzPct val="100000"/>
              <a:buFont typeface="Times New Roman" panose="02020603050405020304" pitchFamily="16"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6" charset="0"/>
              </a:defRPr>
            </a:lvl3pPr>
            <a:lvl4pPr>
              <a:spcBef>
                <a:spcPct val="30000"/>
              </a:spcBef>
              <a:buClr>
                <a:srgbClr val="000000"/>
              </a:buClr>
              <a:buSzPct val="100000"/>
              <a:buFont typeface="Times New Roman" panose="02020603050405020304" pitchFamily="16"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6" charset="0"/>
              </a:defRPr>
            </a:lvl4pPr>
            <a:lvl5pPr>
              <a:spcBef>
                <a:spcPct val="30000"/>
              </a:spcBef>
              <a:buClr>
                <a:srgbClr val="000000"/>
              </a:buClr>
              <a:buSzPct val="100000"/>
              <a:buFont typeface="Times New Roman" panose="02020603050405020304" pitchFamily="16"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6" charset="0"/>
              </a:defRPr>
            </a:lvl5pPr>
            <a:lvl6pPr marL="2514600" indent="-228600" defTabSz="457200" eaLnBrk="0" fontAlgn="base" hangingPunct="0">
              <a:spcBef>
                <a:spcPct val="30000"/>
              </a:spcBef>
              <a:spcAft>
                <a:spcPct val="0"/>
              </a:spcAft>
              <a:buClr>
                <a:srgbClr val="000000"/>
              </a:buClr>
              <a:buSzPct val="100000"/>
              <a:buFont typeface="Times New Roman" panose="02020603050405020304" pitchFamily="16"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6" charset="0"/>
              </a:defRPr>
            </a:lvl6pPr>
            <a:lvl7pPr marL="2971800" indent="-228600" defTabSz="457200" eaLnBrk="0" fontAlgn="base" hangingPunct="0">
              <a:spcBef>
                <a:spcPct val="30000"/>
              </a:spcBef>
              <a:spcAft>
                <a:spcPct val="0"/>
              </a:spcAft>
              <a:buClr>
                <a:srgbClr val="000000"/>
              </a:buClr>
              <a:buSzPct val="100000"/>
              <a:buFont typeface="Times New Roman" panose="02020603050405020304" pitchFamily="16"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6" charset="0"/>
              </a:defRPr>
            </a:lvl7pPr>
            <a:lvl8pPr marL="3429000" indent="-228600" defTabSz="457200" eaLnBrk="0" fontAlgn="base" hangingPunct="0">
              <a:spcBef>
                <a:spcPct val="30000"/>
              </a:spcBef>
              <a:spcAft>
                <a:spcPct val="0"/>
              </a:spcAft>
              <a:buClr>
                <a:srgbClr val="000000"/>
              </a:buClr>
              <a:buSzPct val="100000"/>
              <a:buFont typeface="Times New Roman" panose="02020603050405020304" pitchFamily="16"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6" charset="0"/>
              </a:defRPr>
            </a:lvl8pPr>
            <a:lvl9pPr marL="3886200" indent="-228600" defTabSz="457200" eaLnBrk="0" fontAlgn="base" hangingPunct="0">
              <a:spcBef>
                <a:spcPct val="30000"/>
              </a:spcBef>
              <a:spcAft>
                <a:spcPct val="0"/>
              </a:spcAft>
              <a:buClr>
                <a:srgbClr val="000000"/>
              </a:buClr>
              <a:buSzPct val="100000"/>
              <a:buFont typeface="Times New Roman" panose="02020603050405020304" pitchFamily="16"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6" charset="0"/>
              </a:defRPr>
            </a:lvl9pPr>
          </a:lstStyle>
          <a:p>
            <a:pPr>
              <a:spcBef>
                <a:spcPct val="0"/>
              </a:spcBef>
              <a:buClrTx/>
              <a:buFontTx/>
              <a:buNone/>
            </a:pPr>
            <a:fld id="{4A1BFD48-8F88-4458-84ED-D30BB0A71177}" type="slidenum">
              <a:rPr lang="en-US" altLang="en-US" sz="1400" smtClean="0"/>
            </a:fld>
            <a:endParaRPr lang="en-US" altLang="en-US" sz="1400"/>
          </a:p>
        </p:txBody>
      </p:sp>
      <p:sp>
        <p:nvSpPr>
          <p:cNvPr id="6147" name="Rectangle 1"/>
          <p:cNvSpPr>
            <a:spLocks noGrp="1" noRot="1" noChangeAspect="1" noChangeArrowheads="1" noTextEdit="1"/>
          </p:cNvSpPr>
          <p:nvPr>
            <p:ph type="sldImg"/>
          </p:nvPr>
        </p:nvSpPr>
        <p:spPr>
          <a:xfrm>
            <a:off x="1371600" y="763588"/>
            <a:ext cx="5029200" cy="3771900"/>
          </a:xfrm>
          <a:solidFill>
            <a:srgbClr val="FFFFFF"/>
          </a:solidFill>
          <a:ln>
            <a:solidFill>
              <a:srgbClr val="000000"/>
            </a:solidFill>
            <a:miter lim="800000"/>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6148" name="Rectangle 2"/>
          <p:cNvSpPr>
            <a:spLocks noGrp="1" noChangeArrowheads="1"/>
          </p:cNvSpPr>
          <p:nvPr>
            <p:ph type="body" idx="1"/>
          </p:nvPr>
        </p:nvSpPr>
        <p:spPr>
          <a:xfrm>
            <a:off x="777875" y="4776788"/>
            <a:ext cx="6218238" cy="4525962"/>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ltLang="en-US">
              <a:latin typeface="Times New Roman" panose="02020603050405020304" pitchFamily="16" charset="0"/>
            </a:endParaRPr>
          </a:p>
        </p:txBody>
      </p:sp>
    </p:spTree>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6146" name="Rectangle 8"/>
          <p:cNvSpPr>
            <a:spLocks noGrp="1" noChangeArrowheads="1"/>
          </p:cNvSpPr>
          <p:nvPr>
            <p:ph type="sldNum"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30000"/>
              </a:spcBef>
              <a:buClr>
                <a:srgbClr val="000000"/>
              </a:buClr>
              <a:buSzPct val="100000"/>
              <a:buFont typeface="Times New Roman" panose="02020603050405020304" pitchFamily="16"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6" charset="0"/>
              </a:defRPr>
            </a:lvl1pPr>
            <a:lvl2pPr>
              <a:spcBef>
                <a:spcPct val="30000"/>
              </a:spcBef>
              <a:buClr>
                <a:srgbClr val="000000"/>
              </a:buClr>
              <a:buSzPct val="100000"/>
              <a:buFont typeface="Times New Roman" panose="02020603050405020304" pitchFamily="16"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6" charset="0"/>
              </a:defRPr>
            </a:lvl2pPr>
            <a:lvl3pPr>
              <a:spcBef>
                <a:spcPct val="30000"/>
              </a:spcBef>
              <a:buClr>
                <a:srgbClr val="000000"/>
              </a:buClr>
              <a:buSzPct val="100000"/>
              <a:buFont typeface="Times New Roman" panose="02020603050405020304" pitchFamily="16"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6" charset="0"/>
              </a:defRPr>
            </a:lvl3pPr>
            <a:lvl4pPr>
              <a:spcBef>
                <a:spcPct val="30000"/>
              </a:spcBef>
              <a:buClr>
                <a:srgbClr val="000000"/>
              </a:buClr>
              <a:buSzPct val="100000"/>
              <a:buFont typeface="Times New Roman" panose="02020603050405020304" pitchFamily="16"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6" charset="0"/>
              </a:defRPr>
            </a:lvl4pPr>
            <a:lvl5pPr>
              <a:spcBef>
                <a:spcPct val="30000"/>
              </a:spcBef>
              <a:buClr>
                <a:srgbClr val="000000"/>
              </a:buClr>
              <a:buSzPct val="100000"/>
              <a:buFont typeface="Times New Roman" panose="02020603050405020304" pitchFamily="16"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6" charset="0"/>
              </a:defRPr>
            </a:lvl5pPr>
            <a:lvl6pPr marL="2514600" indent="-228600" defTabSz="457200" eaLnBrk="0" fontAlgn="base" hangingPunct="0">
              <a:spcBef>
                <a:spcPct val="30000"/>
              </a:spcBef>
              <a:spcAft>
                <a:spcPct val="0"/>
              </a:spcAft>
              <a:buClr>
                <a:srgbClr val="000000"/>
              </a:buClr>
              <a:buSzPct val="100000"/>
              <a:buFont typeface="Times New Roman" panose="02020603050405020304" pitchFamily="16"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6" charset="0"/>
              </a:defRPr>
            </a:lvl6pPr>
            <a:lvl7pPr marL="2971800" indent="-228600" defTabSz="457200" eaLnBrk="0" fontAlgn="base" hangingPunct="0">
              <a:spcBef>
                <a:spcPct val="30000"/>
              </a:spcBef>
              <a:spcAft>
                <a:spcPct val="0"/>
              </a:spcAft>
              <a:buClr>
                <a:srgbClr val="000000"/>
              </a:buClr>
              <a:buSzPct val="100000"/>
              <a:buFont typeface="Times New Roman" panose="02020603050405020304" pitchFamily="16"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6" charset="0"/>
              </a:defRPr>
            </a:lvl7pPr>
            <a:lvl8pPr marL="3429000" indent="-228600" defTabSz="457200" eaLnBrk="0" fontAlgn="base" hangingPunct="0">
              <a:spcBef>
                <a:spcPct val="30000"/>
              </a:spcBef>
              <a:spcAft>
                <a:spcPct val="0"/>
              </a:spcAft>
              <a:buClr>
                <a:srgbClr val="000000"/>
              </a:buClr>
              <a:buSzPct val="100000"/>
              <a:buFont typeface="Times New Roman" panose="02020603050405020304" pitchFamily="16"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6" charset="0"/>
              </a:defRPr>
            </a:lvl8pPr>
            <a:lvl9pPr marL="3886200" indent="-228600" defTabSz="457200" eaLnBrk="0" fontAlgn="base" hangingPunct="0">
              <a:spcBef>
                <a:spcPct val="30000"/>
              </a:spcBef>
              <a:spcAft>
                <a:spcPct val="0"/>
              </a:spcAft>
              <a:buClr>
                <a:srgbClr val="000000"/>
              </a:buClr>
              <a:buSzPct val="100000"/>
              <a:buFont typeface="Times New Roman" panose="02020603050405020304" pitchFamily="16"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6" charset="0"/>
              </a:defRPr>
            </a:lvl9pPr>
          </a:lstStyle>
          <a:p>
            <a:pPr>
              <a:spcBef>
                <a:spcPct val="0"/>
              </a:spcBef>
              <a:buClrTx/>
              <a:buFontTx/>
              <a:buNone/>
            </a:pPr>
            <a:fld id="{4A1BFD48-8F88-4458-84ED-D30BB0A71177}" type="slidenum">
              <a:rPr lang="en-US" altLang="en-US" sz="1400" smtClean="0"/>
            </a:fld>
            <a:endParaRPr lang="en-US" altLang="en-US" sz="1400"/>
          </a:p>
        </p:txBody>
      </p:sp>
      <p:sp>
        <p:nvSpPr>
          <p:cNvPr id="6147" name="Rectangle 1"/>
          <p:cNvSpPr>
            <a:spLocks noGrp="1" noRot="1" noChangeAspect="1" noChangeArrowheads="1" noTextEdit="1"/>
          </p:cNvSpPr>
          <p:nvPr>
            <p:ph type="sldImg"/>
          </p:nvPr>
        </p:nvSpPr>
        <p:spPr>
          <a:xfrm>
            <a:off x="1371600" y="763588"/>
            <a:ext cx="5029200" cy="3771900"/>
          </a:xfrm>
          <a:solidFill>
            <a:srgbClr val="FFFFFF"/>
          </a:solidFill>
          <a:ln>
            <a:solidFill>
              <a:srgbClr val="000000"/>
            </a:solidFill>
            <a:miter lim="800000"/>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6148" name="Rectangle 2"/>
          <p:cNvSpPr>
            <a:spLocks noGrp="1" noChangeArrowheads="1"/>
          </p:cNvSpPr>
          <p:nvPr>
            <p:ph type="body" idx="1"/>
          </p:nvPr>
        </p:nvSpPr>
        <p:spPr>
          <a:xfrm>
            <a:off x="777875" y="4776788"/>
            <a:ext cx="6218238" cy="4525962"/>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ltLang="en-US">
              <a:latin typeface="Times New Roman" panose="02020603050405020304" pitchFamily="16" charset="0"/>
            </a:endParaRPr>
          </a:p>
        </p:txBody>
      </p:sp>
    </p:spTree>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6146" name="Rectangle 8"/>
          <p:cNvSpPr>
            <a:spLocks noGrp="1" noChangeArrowheads="1"/>
          </p:cNvSpPr>
          <p:nvPr>
            <p:ph type="sldNum"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30000"/>
              </a:spcBef>
              <a:buClr>
                <a:srgbClr val="000000"/>
              </a:buClr>
              <a:buSzPct val="100000"/>
              <a:buFont typeface="Times New Roman" panose="02020603050405020304" pitchFamily="16"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6" charset="0"/>
              </a:defRPr>
            </a:lvl1pPr>
            <a:lvl2pPr>
              <a:spcBef>
                <a:spcPct val="30000"/>
              </a:spcBef>
              <a:buClr>
                <a:srgbClr val="000000"/>
              </a:buClr>
              <a:buSzPct val="100000"/>
              <a:buFont typeface="Times New Roman" panose="02020603050405020304" pitchFamily="16"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6" charset="0"/>
              </a:defRPr>
            </a:lvl2pPr>
            <a:lvl3pPr>
              <a:spcBef>
                <a:spcPct val="30000"/>
              </a:spcBef>
              <a:buClr>
                <a:srgbClr val="000000"/>
              </a:buClr>
              <a:buSzPct val="100000"/>
              <a:buFont typeface="Times New Roman" panose="02020603050405020304" pitchFamily="16"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6" charset="0"/>
              </a:defRPr>
            </a:lvl3pPr>
            <a:lvl4pPr>
              <a:spcBef>
                <a:spcPct val="30000"/>
              </a:spcBef>
              <a:buClr>
                <a:srgbClr val="000000"/>
              </a:buClr>
              <a:buSzPct val="100000"/>
              <a:buFont typeface="Times New Roman" panose="02020603050405020304" pitchFamily="16"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6" charset="0"/>
              </a:defRPr>
            </a:lvl4pPr>
            <a:lvl5pPr>
              <a:spcBef>
                <a:spcPct val="30000"/>
              </a:spcBef>
              <a:buClr>
                <a:srgbClr val="000000"/>
              </a:buClr>
              <a:buSzPct val="100000"/>
              <a:buFont typeface="Times New Roman" panose="02020603050405020304" pitchFamily="16"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6" charset="0"/>
              </a:defRPr>
            </a:lvl5pPr>
            <a:lvl6pPr marL="2514600" indent="-228600" defTabSz="457200" eaLnBrk="0" fontAlgn="base" hangingPunct="0">
              <a:spcBef>
                <a:spcPct val="30000"/>
              </a:spcBef>
              <a:spcAft>
                <a:spcPct val="0"/>
              </a:spcAft>
              <a:buClr>
                <a:srgbClr val="000000"/>
              </a:buClr>
              <a:buSzPct val="100000"/>
              <a:buFont typeface="Times New Roman" panose="02020603050405020304" pitchFamily="16"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6" charset="0"/>
              </a:defRPr>
            </a:lvl6pPr>
            <a:lvl7pPr marL="2971800" indent="-228600" defTabSz="457200" eaLnBrk="0" fontAlgn="base" hangingPunct="0">
              <a:spcBef>
                <a:spcPct val="30000"/>
              </a:spcBef>
              <a:spcAft>
                <a:spcPct val="0"/>
              </a:spcAft>
              <a:buClr>
                <a:srgbClr val="000000"/>
              </a:buClr>
              <a:buSzPct val="100000"/>
              <a:buFont typeface="Times New Roman" panose="02020603050405020304" pitchFamily="16"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6" charset="0"/>
              </a:defRPr>
            </a:lvl7pPr>
            <a:lvl8pPr marL="3429000" indent="-228600" defTabSz="457200" eaLnBrk="0" fontAlgn="base" hangingPunct="0">
              <a:spcBef>
                <a:spcPct val="30000"/>
              </a:spcBef>
              <a:spcAft>
                <a:spcPct val="0"/>
              </a:spcAft>
              <a:buClr>
                <a:srgbClr val="000000"/>
              </a:buClr>
              <a:buSzPct val="100000"/>
              <a:buFont typeface="Times New Roman" panose="02020603050405020304" pitchFamily="16"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6" charset="0"/>
              </a:defRPr>
            </a:lvl8pPr>
            <a:lvl9pPr marL="3886200" indent="-228600" defTabSz="457200" eaLnBrk="0" fontAlgn="base" hangingPunct="0">
              <a:spcBef>
                <a:spcPct val="30000"/>
              </a:spcBef>
              <a:spcAft>
                <a:spcPct val="0"/>
              </a:spcAft>
              <a:buClr>
                <a:srgbClr val="000000"/>
              </a:buClr>
              <a:buSzPct val="100000"/>
              <a:buFont typeface="Times New Roman" panose="02020603050405020304" pitchFamily="16"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6" charset="0"/>
              </a:defRPr>
            </a:lvl9pPr>
          </a:lstStyle>
          <a:p>
            <a:pPr>
              <a:spcBef>
                <a:spcPct val="0"/>
              </a:spcBef>
              <a:buClrTx/>
              <a:buFontTx/>
              <a:buNone/>
            </a:pPr>
            <a:fld id="{4A1BFD48-8F88-4458-84ED-D30BB0A71177}" type="slidenum">
              <a:rPr lang="en-US" altLang="en-US" sz="1400" smtClean="0"/>
            </a:fld>
            <a:endParaRPr lang="en-US" altLang="en-US" sz="1400"/>
          </a:p>
        </p:txBody>
      </p:sp>
      <p:sp>
        <p:nvSpPr>
          <p:cNvPr id="6147" name="Rectangle 1"/>
          <p:cNvSpPr>
            <a:spLocks noGrp="1" noRot="1" noChangeAspect="1" noChangeArrowheads="1" noTextEdit="1"/>
          </p:cNvSpPr>
          <p:nvPr>
            <p:ph type="sldImg"/>
          </p:nvPr>
        </p:nvSpPr>
        <p:spPr>
          <a:xfrm>
            <a:off x="1371600" y="763588"/>
            <a:ext cx="5029200" cy="3771900"/>
          </a:xfrm>
          <a:solidFill>
            <a:srgbClr val="FFFFFF"/>
          </a:solidFill>
          <a:ln>
            <a:solidFill>
              <a:srgbClr val="000000"/>
            </a:solidFill>
            <a:miter lim="800000"/>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6148" name="Rectangle 2"/>
          <p:cNvSpPr>
            <a:spLocks noGrp="1" noChangeArrowheads="1"/>
          </p:cNvSpPr>
          <p:nvPr>
            <p:ph type="body" idx="1"/>
          </p:nvPr>
        </p:nvSpPr>
        <p:spPr>
          <a:xfrm>
            <a:off x="777875" y="4776788"/>
            <a:ext cx="6218238" cy="4525962"/>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ltLang="en-US">
              <a:latin typeface="Times New Roman" panose="02020603050405020304" pitchFamily="16" charset="0"/>
            </a:endParaRPr>
          </a:p>
        </p:txBody>
      </p:sp>
    </p:spTree>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6146" name="Rectangle 8"/>
          <p:cNvSpPr>
            <a:spLocks noGrp="1" noChangeArrowheads="1"/>
          </p:cNvSpPr>
          <p:nvPr>
            <p:ph type="sldNum"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30000"/>
              </a:spcBef>
              <a:buClr>
                <a:srgbClr val="000000"/>
              </a:buClr>
              <a:buSzPct val="100000"/>
              <a:buFont typeface="Times New Roman" panose="02020603050405020304" pitchFamily="16"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6" charset="0"/>
              </a:defRPr>
            </a:lvl1pPr>
            <a:lvl2pPr>
              <a:spcBef>
                <a:spcPct val="30000"/>
              </a:spcBef>
              <a:buClr>
                <a:srgbClr val="000000"/>
              </a:buClr>
              <a:buSzPct val="100000"/>
              <a:buFont typeface="Times New Roman" panose="02020603050405020304" pitchFamily="16"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6" charset="0"/>
              </a:defRPr>
            </a:lvl2pPr>
            <a:lvl3pPr>
              <a:spcBef>
                <a:spcPct val="30000"/>
              </a:spcBef>
              <a:buClr>
                <a:srgbClr val="000000"/>
              </a:buClr>
              <a:buSzPct val="100000"/>
              <a:buFont typeface="Times New Roman" panose="02020603050405020304" pitchFamily="16"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6" charset="0"/>
              </a:defRPr>
            </a:lvl3pPr>
            <a:lvl4pPr>
              <a:spcBef>
                <a:spcPct val="30000"/>
              </a:spcBef>
              <a:buClr>
                <a:srgbClr val="000000"/>
              </a:buClr>
              <a:buSzPct val="100000"/>
              <a:buFont typeface="Times New Roman" panose="02020603050405020304" pitchFamily="16"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6" charset="0"/>
              </a:defRPr>
            </a:lvl4pPr>
            <a:lvl5pPr>
              <a:spcBef>
                <a:spcPct val="30000"/>
              </a:spcBef>
              <a:buClr>
                <a:srgbClr val="000000"/>
              </a:buClr>
              <a:buSzPct val="100000"/>
              <a:buFont typeface="Times New Roman" panose="02020603050405020304" pitchFamily="16"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6" charset="0"/>
              </a:defRPr>
            </a:lvl5pPr>
            <a:lvl6pPr marL="2514600" indent="-228600" defTabSz="457200" eaLnBrk="0" fontAlgn="base" hangingPunct="0">
              <a:spcBef>
                <a:spcPct val="30000"/>
              </a:spcBef>
              <a:spcAft>
                <a:spcPct val="0"/>
              </a:spcAft>
              <a:buClr>
                <a:srgbClr val="000000"/>
              </a:buClr>
              <a:buSzPct val="100000"/>
              <a:buFont typeface="Times New Roman" panose="02020603050405020304" pitchFamily="16"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6" charset="0"/>
              </a:defRPr>
            </a:lvl6pPr>
            <a:lvl7pPr marL="2971800" indent="-228600" defTabSz="457200" eaLnBrk="0" fontAlgn="base" hangingPunct="0">
              <a:spcBef>
                <a:spcPct val="30000"/>
              </a:spcBef>
              <a:spcAft>
                <a:spcPct val="0"/>
              </a:spcAft>
              <a:buClr>
                <a:srgbClr val="000000"/>
              </a:buClr>
              <a:buSzPct val="100000"/>
              <a:buFont typeface="Times New Roman" panose="02020603050405020304" pitchFamily="16"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6" charset="0"/>
              </a:defRPr>
            </a:lvl7pPr>
            <a:lvl8pPr marL="3429000" indent="-228600" defTabSz="457200" eaLnBrk="0" fontAlgn="base" hangingPunct="0">
              <a:spcBef>
                <a:spcPct val="30000"/>
              </a:spcBef>
              <a:spcAft>
                <a:spcPct val="0"/>
              </a:spcAft>
              <a:buClr>
                <a:srgbClr val="000000"/>
              </a:buClr>
              <a:buSzPct val="100000"/>
              <a:buFont typeface="Times New Roman" panose="02020603050405020304" pitchFamily="16"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6" charset="0"/>
              </a:defRPr>
            </a:lvl8pPr>
            <a:lvl9pPr marL="3886200" indent="-228600" defTabSz="457200" eaLnBrk="0" fontAlgn="base" hangingPunct="0">
              <a:spcBef>
                <a:spcPct val="30000"/>
              </a:spcBef>
              <a:spcAft>
                <a:spcPct val="0"/>
              </a:spcAft>
              <a:buClr>
                <a:srgbClr val="000000"/>
              </a:buClr>
              <a:buSzPct val="100000"/>
              <a:buFont typeface="Times New Roman" panose="02020603050405020304" pitchFamily="16"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6" charset="0"/>
              </a:defRPr>
            </a:lvl9pPr>
          </a:lstStyle>
          <a:p>
            <a:pPr>
              <a:spcBef>
                <a:spcPct val="0"/>
              </a:spcBef>
              <a:buClrTx/>
              <a:buFontTx/>
              <a:buNone/>
            </a:pPr>
            <a:fld id="{4A1BFD48-8F88-4458-84ED-D30BB0A71177}" type="slidenum">
              <a:rPr lang="en-US" altLang="en-US" sz="1400" smtClean="0"/>
            </a:fld>
            <a:endParaRPr lang="en-US" altLang="en-US" sz="1400"/>
          </a:p>
        </p:txBody>
      </p:sp>
      <p:sp>
        <p:nvSpPr>
          <p:cNvPr id="6147" name="Rectangle 1"/>
          <p:cNvSpPr>
            <a:spLocks noGrp="1" noRot="1" noChangeAspect="1" noChangeArrowheads="1" noTextEdit="1"/>
          </p:cNvSpPr>
          <p:nvPr>
            <p:ph type="sldImg"/>
          </p:nvPr>
        </p:nvSpPr>
        <p:spPr>
          <a:xfrm>
            <a:off x="1371600" y="763588"/>
            <a:ext cx="5029200" cy="3771900"/>
          </a:xfrm>
          <a:solidFill>
            <a:srgbClr val="FFFFFF"/>
          </a:solidFill>
          <a:ln>
            <a:solidFill>
              <a:srgbClr val="000000"/>
            </a:solidFill>
            <a:miter lim="800000"/>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6148" name="Rectangle 2"/>
          <p:cNvSpPr>
            <a:spLocks noGrp="1" noChangeArrowheads="1"/>
          </p:cNvSpPr>
          <p:nvPr>
            <p:ph type="body" idx="1"/>
          </p:nvPr>
        </p:nvSpPr>
        <p:spPr>
          <a:xfrm>
            <a:off x="777875" y="4776788"/>
            <a:ext cx="6218238" cy="4525962"/>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ltLang="en-US">
              <a:latin typeface="Times New Roman" panose="02020603050405020304" pitchFamily="16" charset="0"/>
            </a:endParaRPr>
          </a:p>
        </p:txBody>
      </p:sp>
    </p:spTree>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6146" name="Rectangle 8"/>
          <p:cNvSpPr>
            <a:spLocks noGrp="1" noChangeArrowheads="1"/>
          </p:cNvSpPr>
          <p:nvPr>
            <p:ph type="sldNum"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30000"/>
              </a:spcBef>
              <a:buClr>
                <a:srgbClr val="000000"/>
              </a:buClr>
              <a:buSzPct val="100000"/>
              <a:buFont typeface="Times New Roman" panose="02020603050405020304" pitchFamily="16"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6" charset="0"/>
              </a:defRPr>
            </a:lvl1pPr>
            <a:lvl2pPr>
              <a:spcBef>
                <a:spcPct val="30000"/>
              </a:spcBef>
              <a:buClr>
                <a:srgbClr val="000000"/>
              </a:buClr>
              <a:buSzPct val="100000"/>
              <a:buFont typeface="Times New Roman" panose="02020603050405020304" pitchFamily="16"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6" charset="0"/>
              </a:defRPr>
            </a:lvl2pPr>
            <a:lvl3pPr>
              <a:spcBef>
                <a:spcPct val="30000"/>
              </a:spcBef>
              <a:buClr>
                <a:srgbClr val="000000"/>
              </a:buClr>
              <a:buSzPct val="100000"/>
              <a:buFont typeface="Times New Roman" panose="02020603050405020304" pitchFamily="16"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6" charset="0"/>
              </a:defRPr>
            </a:lvl3pPr>
            <a:lvl4pPr>
              <a:spcBef>
                <a:spcPct val="30000"/>
              </a:spcBef>
              <a:buClr>
                <a:srgbClr val="000000"/>
              </a:buClr>
              <a:buSzPct val="100000"/>
              <a:buFont typeface="Times New Roman" panose="02020603050405020304" pitchFamily="16"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6" charset="0"/>
              </a:defRPr>
            </a:lvl4pPr>
            <a:lvl5pPr>
              <a:spcBef>
                <a:spcPct val="30000"/>
              </a:spcBef>
              <a:buClr>
                <a:srgbClr val="000000"/>
              </a:buClr>
              <a:buSzPct val="100000"/>
              <a:buFont typeface="Times New Roman" panose="02020603050405020304" pitchFamily="16"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6" charset="0"/>
              </a:defRPr>
            </a:lvl5pPr>
            <a:lvl6pPr marL="2514600" indent="-228600" defTabSz="457200" eaLnBrk="0" fontAlgn="base" hangingPunct="0">
              <a:spcBef>
                <a:spcPct val="30000"/>
              </a:spcBef>
              <a:spcAft>
                <a:spcPct val="0"/>
              </a:spcAft>
              <a:buClr>
                <a:srgbClr val="000000"/>
              </a:buClr>
              <a:buSzPct val="100000"/>
              <a:buFont typeface="Times New Roman" panose="02020603050405020304" pitchFamily="16"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6" charset="0"/>
              </a:defRPr>
            </a:lvl6pPr>
            <a:lvl7pPr marL="2971800" indent="-228600" defTabSz="457200" eaLnBrk="0" fontAlgn="base" hangingPunct="0">
              <a:spcBef>
                <a:spcPct val="30000"/>
              </a:spcBef>
              <a:spcAft>
                <a:spcPct val="0"/>
              </a:spcAft>
              <a:buClr>
                <a:srgbClr val="000000"/>
              </a:buClr>
              <a:buSzPct val="100000"/>
              <a:buFont typeface="Times New Roman" panose="02020603050405020304" pitchFamily="16"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6" charset="0"/>
              </a:defRPr>
            </a:lvl7pPr>
            <a:lvl8pPr marL="3429000" indent="-228600" defTabSz="457200" eaLnBrk="0" fontAlgn="base" hangingPunct="0">
              <a:spcBef>
                <a:spcPct val="30000"/>
              </a:spcBef>
              <a:spcAft>
                <a:spcPct val="0"/>
              </a:spcAft>
              <a:buClr>
                <a:srgbClr val="000000"/>
              </a:buClr>
              <a:buSzPct val="100000"/>
              <a:buFont typeface="Times New Roman" panose="02020603050405020304" pitchFamily="16"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6" charset="0"/>
              </a:defRPr>
            </a:lvl8pPr>
            <a:lvl9pPr marL="3886200" indent="-228600" defTabSz="457200" eaLnBrk="0" fontAlgn="base" hangingPunct="0">
              <a:spcBef>
                <a:spcPct val="30000"/>
              </a:spcBef>
              <a:spcAft>
                <a:spcPct val="0"/>
              </a:spcAft>
              <a:buClr>
                <a:srgbClr val="000000"/>
              </a:buClr>
              <a:buSzPct val="100000"/>
              <a:buFont typeface="Times New Roman" panose="02020603050405020304" pitchFamily="16"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6" charset="0"/>
              </a:defRPr>
            </a:lvl9pPr>
          </a:lstStyle>
          <a:p>
            <a:pPr>
              <a:spcBef>
                <a:spcPct val="0"/>
              </a:spcBef>
              <a:buClrTx/>
              <a:buFontTx/>
              <a:buNone/>
            </a:pPr>
            <a:fld id="{4A1BFD48-8F88-4458-84ED-D30BB0A71177}" type="slidenum">
              <a:rPr lang="en-US" altLang="en-US" sz="1400" smtClean="0"/>
            </a:fld>
            <a:endParaRPr lang="en-US" altLang="en-US" sz="1400"/>
          </a:p>
        </p:txBody>
      </p:sp>
      <p:sp>
        <p:nvSpPr>
          <p:cNvPr id="6147" name="Rectangle 1"/>
          <p:cNvSpPr>
            <a:spLocks noGrp="1" noRot="1" noChangeAspect="1" noChangeArrowheads="1" noTextEdit="1"/>
          </p:cNvSpPr>
          <p:nvPr>
            <p:ph type="sldImg"/>
          </p:nvPr>
        </p:nvSpPr>
        <p:spPr>
          <a:xfrm>
            <a:off x="1371600" y="763588"/>
            <a:ext cx="5029200" cy="3771900"/>
          </a:xfrm>
          <a:solidFill>
            <a:srgbClr val="FFFFFF"/>
          </a:solidFill>
          <a:ln>
            <a:solidFill>
              <a:srgbClr val="000000"/>
            </a:solidFill>
            <a:miter lim="800000"/>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6148" name="Rectangle 2"/>
          <p:cNvSpPr>
            <a:spLocks noGrp="1" noChangeArrowheads="1"/>
          </p:cNvSpPr>
          <p:nvPr>
            <p:ph type="body" idx="1"/>
          </p:nvPr>
        </p:nvSpPr>
        <p:spPr>
          <a:xfrm>
            <a:off x="777875" y="4776788"/>
            <a:ext cx="6218238" cy="4525962"/>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ltLang="en-US">
              <a:latin typeface="Times New Roman" panose="02020603050405020304" pitchFamily="16" charset="0"/>
            </a:endParaRPr>
          </a:p>
        </p:txBody>
      </p:sp>
    </p:spTree>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6146" name="Rectangle 8"/>
          <p:cNvSpPr>
            <a:spLocks noGrp="1" noChangeArrowheads="1"/>
          </p:cNvSpPr>
          <p:nvPr>
            <p:ph type="sldNum"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30000"/>
              </a:spcBef>
              <a:buClr>
                <a:srgbClr val="000000"/>
              </a:buClr>
              <a:buSzPct val="100000"/>
              <a:buFont typeface="Times New Roman" panose="02020603050405020304" pitchFamily="16"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6" charset="0"/>
              </a:defRPr>
            </a:lvl1pPr>
            <a:lvl2pPr>
              <a:spcBef>
                <a:spcPct val="30000"/>
              </a:spcBef>
              <a:buClr>
                <a:srgbClr val="000000"/>
              </a:buClr>
              <a:buSzPct val="100000"/>
              <a:buFont typeface="Times New Roman" panose="02020603050405020304" pitchFamily="16"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6" charset="0"/>
              </a:defRPr>
            </a:lvl2pPr>
            <a:lvl3pPr>
              <a:spcBef>
                <a:spcPct val="30000"/>
              </a:spcBef>
              <a:buClr>
                <a:srgbClr val="000000"/>
              </a:buClr>
              <a:buSzPct val="100000"/>
              <a:buFont typeface="Times New Roman" panose="02020603050405020304" pitchFamily="16"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6" charset="0"/>
              </a:defRPr>
            </a:lvl3pPr>
            <a:lvl4pPr>
              <a:spcBef>
                <a:spcPct val="30000"/>
              </a:spcBef>
              <a:buClr>
                <a:srgbClr val="000000"/>
              </a:buClr>
              <a:buSzPct val="100000"/>
              <a:buFont typeface="Times New Roman" panose="02020603050405020304" pitchFamily="16"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6" charset="0"/>
              </a:defRPr>
            </a:lvl4pPr>
            <a:lvl5pPr>
              <a:spcBef>
                <a:spcPct val="30000"/>
              </a:spcBef>
              <a:buClr>
                <a:srgbClr val="000000"/>
              </a:buClr>
              <a:buSzPct val="100000"/>
              <a:buFont typeface="Times New Roman" panose="02020603050405020304" pitchFamily="16"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6" charset="0"/>
              </a:defRPr>
            </a:lvl5pPr>
            <a:lvl6pPr marL="2514600" indent="-228600" defTabSz="457200" eaLnBrk="0" fontAlgn="base" hangingPunct="0">
              <a:spcBef>
                <a:spcPct val="30000"/>
              </a:spcBef>
              <a:spcAft>
                <a:spcPct val="0"/>
              </a:spcAft>
              <a:buClr>
                <a:srgbClr val="000000"/>
              </a:buClr>
              <a:buSzPct val="100000"/>
              <a:buFont typeface="Times New Roman" panose="02020603050405020304" pitchFamily="16"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6" charset="0"/>
              </a:defRPr>
            </a:lvl6pPr>
            <a:lvl7pPr marL="2971800" indent="-228600" defTabSz="457200" eaLnBrk="0" fontAlgn="base" hangingPunct="0">
              <a:spcBef>
                <a:spcPct val="30000"/>
              </a:spcBef>
              <a:spcAft>
                <a:spcPct val="0"/>
              </a:spcAft>
              <a:buClr>
                <a:srgbClr val="000000"/>
              </a:buClr>
              <a:buSzPct val="100000"/>
              <a:buFont typeface="Times New Roman" panose="02020603050405020304" pitchFamily="16"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6" charset="0"/>
              </a:defRPr>
            </a:lvl7pPr>
            <a:lvl8pPr marL="3429000" indent="-228600" defTabSz="457200" eaLnBrk="0" fontAlgn="base" hangingPunct="0">
              <a:spcBef>
                <a:spcPct val="30000"/>
              </a:spcBef>
              <a:spcAft>
                <a:spcPct val="0"/>
              </a:spcAft>
              <a:buClr>
                <a:srgbClr val="000000"/>
              </a:buClr>
              <a:buSzPct val="100000"/>
              <a:buFont typeface="Times New Roman" panose="02020603050405020304" pitchFamily="16"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6" charset="0"/>
              </a:defRPr>
            </a:lvl8pPr>
            <a:lvl9pPr marL="3886200" indent="-228600" defTabSz="457200" eaLnBrk="0" fontAlgn="base" hangingPunct="0">
              <a:spcBef>
                <a:spcPct val="30000"/>
              </a:spcBef>
              <a:spcAft>
                <a:spcPct val="0"/>
              </a:spcAft>
              <a:buClr>
                <a:srgbClr val="000000"/>
              </a:buClr>
              <a:buSzPct val="100000"/>
              <a:buFont typeface="Times New Roman" panose="02020603050405020304" pitchFamily="16"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6" charset="0"/>
              </a:defRPr>
            </a:lvl9pPr>
          </a:lstStyle>
          <a:p>
            <a:pPr>
              <a:spcBef>
                <a:spcPct val="0"/>
              </a:spcBef>
              <a:buClrTx/>
              <a:buFontTx/>
              <a:buNone/>
            </a:pPr>
            <a:fld id="{4A1BFD48-8F88-4458-84ED-D30BB0A71177}" type="slidenum">
              <a:rPr lang="en-US" altLang="en-US" sz="1400" smtClean="0"/>
            </a:fld>
            <a:endParaRPr lang="en-US" altLang="en-US" sz="1400"/>
          </a:p>
        </p:txBody>
      </p:sp>
      <p:sp>
        <p:nvSpPr>
          <p:cNvPr id="6147" name="Rectangle 1"/>
          <p:cNvSpPr>
            <a:spLocks noGrp="1" noRot="1" noChangeAspect="1" noChangeArrowheads="1" noTextEdit="1"/>
          </p:cNvSpPr>
          <p:nvPr>
            <p:ph type="sldImg"/>
          </p:nvPr>
        </p:nvSpPr>
        <p:spPr>
          <a:xfrm>
            <a:off x="1371600" y="763588"/>
            <a:ext cx="5029200" cy="3771900"/>
          </a:xfrm>
          <a:solidFill>
            <a:srgbClr val="FFFFFF"/>
          </a:solidFill>
          <a:ln>
            <a:solidFill>
              <a:srgbClr val="000000"/>
            </a:solidFill>
            <a:miter lim="800000"/>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6148" name="Rectangle 2"/>
          <p:cNvSpPr>
            <a:spLocks noGrp="1" noChangeArrowheads="1"/>
          </p:cNvSpPr>
          <p:nvPr>
            <p:ph type="body" idx="1"/>
          </p:nvPr>
        </p:nvSpPr>
        <p:spPr>
          <a:xfrm>
            <a:off x="777875" y="4776788"/>
            <a:ext cx="6218238" cy="4525962"/>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ltLang="en-US">
              <a:latin typeface="Times New Roman" panose="02020603050405020304" pitchFamily="16" charset="0"/>
            </a:endParaRPr>
          </a:p>
        </p:txBody>
      </p:sp>
    </p:spTree>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6146" name="Rectangle 8"/>
          <p:cNvSpPr>
            <a:spLocks noGrp="1" noChangeArrowheads="1"/>
          </p:cNvSpPr>
          <p:nvPr>
            <p:ph type="sldNum"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30000"/>
              </a:spcBef>
              <a:buClr>
                <a:srgbClr val="000000"/>
              </a:buClr>
              <a:buSzPct val="100000"/>
              <a:buFont typeface="Times New Roman" panose="02020603050405020304" pitchFamily="16"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6" charset="0"/>
              </a:defRPr>
            </a:lvl1pPr>
            <a:lvl2pPr>
              <a:spcBef>
                <a:spcPct val="30000"/>
              </a:spcBef>
              <a:buClr>
                <a:srgbClr val="000000"/>
              </a:buClr>
              <a:buSzPct val="100000"/>
              <a:buFont typeface="Times New Roman" panose="02020603050405020304" pitchFamily="16"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6" charset="0"/>
              </a:defRPr>
            </a:lvl2pPr>
            <a:lvl3pPr>
              <a:spcBef>
                <a:spcPct val="30000"/>
              </a:spcBef>
              <a:buClr>
                <a:srgbClr val="000000"/>
              </a:buClr>
              <a:buSzPct val="100000"/>
              <a:buFont typeface="Times New Roman" panose="02020603050405020304" pitchFamily="16"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6" charset="0"/>
              </a:defRPr>
            </a:lvl3pPr>
            <a:lvl4pPr>
              <a:spcBef>
                <a:spcPct val="30000"/>
              </a:spcBef>
              <a:buClr>
                <a:srgbClr val="000000"/>
              </a:buClr>
              <a:buSzPct val="100000"/>
              <a:buFont typeface="Times New Roman" panose="02020603050405020304" pitchFamily="16"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6" charset="0"/>
              </a:defRPr>
            </a:lvl4pPr>
            <a:lvl5pPr>
              <a:spcBef>
                <a:spcPct val="30000"/>
              </a:spcBef>
              <a:buClr>
                <a:srgbClr val="000000"/>
              </a:buClr>
              <a:buSzPct val="100000"/>
              <a:buFont typeface="Times New Roman" panose="02020603050405020304" pitchFamily="16"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6" charset="0"/>
              </a:defRPr>
            </a:lvl5pPr>
            <a:lvl6pPr marL="2514600" indent="-228600" defTabSz="457200" eaLnBrk="0" fontAlgn="base" hangingPunct="0">
              <a:spcBef>
                <a:spcPct val="30000"/>
              </a:spcBef>
              <a:spcAft>
                <a:spcPct val="0"/>
              </a:spcAft>
              <a:buClr>
                <a:srgbClr val="000000"/>
              </a:buClr>
              <a:buSzPct val="100000"/>
              <a:buFont typeface="Times New Roman" panose="02020603050405020304" pitchFamily="16"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6" charset="0"/>
              </a:defRPr>
            </a:lvl6pPr>
            <a:lvl7pPr marL="2971800" indent="-228600" defTabSz="457200" eaLnBrk="0" fontAlgn="base" hangingPunct="0">
              <a:spcBef>
                <a:spcPct val="30000"/>
              </a:spcBef>
              <a:spcAft>
                <a:spcPct val="0"/>
              </a:spcAft>
              <a:buClr>
                <a:srgbClr val="000000"/>
              </a:buClr>
              <a:buSzPct val="100000"/>
              <a:buFont typeface="Times New Roman" panose="02020603050405020304" pitchFamily="16"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6" charset="0"/>
              </a:defRPr>
            </a:lvl7pPr>
            <a:lvl8pPr marL="3429000" indent="-228600" defTabSz="457200" eaLnBrk="0" fontAlgn="base" hangingPunct="0">
              <a:spcBef>
                <a:spcPct val="30000"/>
              </a:spcBef>
              <a:spcAft>
                <a:spcPct val="0"/>
              </a:spcAft>
              <a:buClr>
                <a:srgbClr val="000000"/>
              </a:buClr>
              <a:buSzPct val="100000"/>
              <a:buFont typeface="Times New Roman" panose="02020603050405020304" pitchFamily="16"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6" charset="0"/>
              </a:defRPr>
            </a:lvl8pPr>
            <a:lvl9pPr marL="3886200" indent="-228600" defTabSz="457200" eaLnBrk="0" fontAlgn="base" hangingPunct="0">
              <a:spcBef>
                <a:spcPct val="30000"/>
              </a:spcBef>
              <a:spcAft>
                <a:spcPct val="0"/>
              </a:spcAft>
              <a:buClr>
                <a:srgbClr val="000000"/>
              </a:buClr>
              <a:buSzPct val="100000"/>
              <a:buFont typeface="Times New Roman" panose="02020603050405020304" pitchFamily="16"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6" charset="0"/>
              </a:defRPr>
            </a:lvl9pPr>
          </a:lstStyle>
          <a:p>
            <a:pPr>
              <a:spcBef>
                <a:spcPct val="0"/>
              </a:spcBef>
              <a:buClrTx/>
              <a:buFontTx/>
              <a:buNone/>
            </a:pPr>
            <a:fld id="{4A1BFD48-8F88-4458-84ED-D30BB0A71177}" type="slidenum">
              <a:rPr lang="en-US" altLang="en-US" sz="1400" smtClean="0"/>
            </a:fld>
            <a:endParaRPr lang="en-US" altLang="en-US" sz="1400"/>
          </a:p>
        </p:txBody>
      </p:sp>
      <p:sp>
        <p:nvSpPr>
          <p:cNvPr id="6147" name="Rectangle 1"/>
          <p:cNvSpPr>
            <a:spLocks noGrp="1" noRot="1" noChangeAspect="1" noChangeArrowheads="1" noTextEdit="1"/>
          </p:cNvSpPr>
          <p:nvPr>
            <p:ph type="sldImg"/>
          </p:nvPr>
        </p:nvSpPr>
        <p:spPr>
          <a:xfrm>
            <a:off x="1371600" y="763588"/>
            <a:ext cx="5029200" cy="3771900"/>
          </a:xfrm>
          <a:solidFill>
            <a:srgbClr val="FFFFFF"/>
          </a:solidFill>
          <a:ln>
            <a:solidFill>
              <a:srgbClr val="000000"/>
            </a:solidFill>
            <a:miter lim="800000"/>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6148" name="Rectangle 2"/>
          <p:cNvSpPr>
            <a:spLocks noGrp="1" noChangeArrowheads="1"/>
          </p:cNvSpPr>
          <p:nvPr>
            <p:ph type="body" idx="1"/>
          </p:nvPr>
        </p:nvSpPr>
        <p:spPr>
          <a:xfrm>
            <a:off x="777875" y="4776788"/>
            <a:ext cx="6218238" cy="4525962"/>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ltLang="en-US">
              <a:latin typeface="Times New Roman" panose="02020603050405020304" pitchFamily="16" charset="0"/>
            </a:endParaRPr>
          </a:p>
        </p:txBody>
      </p:sp>
    </p:spTree>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6146" name="Rectangle 8"/>
          <p:cNvSpPr>
            <a:spLocks noGrp="1" noChangeArrowheads="1"/>
          </p:cNvSpPr>
          <p:nvPr>
            <p:ph type="sldNum"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30000"/>
              </a:spcBef>
              <a:buClr>
                <a:srgbClr val="000000"/>
              </a:buClr>
              <a:buSzPct val="100000"/>
              <a:buFont typeface="Times New Roman" panose="02020603050405020304" pitchFamily="16"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6" charset="0"/>
              </a:defRPr>
            </a:lvl1pPr>
            <a:lvl2pPr>
              <a:spcBef>
                <a:spcPct val="30000"/>
              </a:spcBef>
              <a:buClr>
                <a:srgbClr val="000000"/>
              </a:buClr>
              <a:buSzPct val="100000"/>
              <a:buFont typeface="Times New Roman" panose="02020603050405020304" pitchFamily="16"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6" charset="0"/>
              </a:defRPr>
            </a:lvl2pPr>
            <a:lvl3pPr>
              <a:spcBef>
                <a:spcPct val="30000"/>
              </a:spcBef>
              <a:buClr>
                <a:srgbClr val="000000"/>
              </a:buClr>
              <a:buSzPct val="100000"/>
              <a:buFont typeface="Times New Roman" panose="02020603050405020304" pitchFamily="16"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6" charset="0"/>
              </a:defRPr>
            </a:lvl3pPr>
            <a:lvl4pPr>
              <a:spcBef>
                <a:spcPct val="30000"/>
              </a:spcBef>
              <a:buClr>
                <a:srgbClr val="000000"/>
              </a:buClr>
              <a:buSzPct val="100000"/>
              <a:buFont typeface="Times New Roman" panose="02020603050405020304" pitchFamily="16"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6" charset="0"/>
              </a:defRPr>
            </a:lvl4pPr>
            <a:lvl5pPr>
              <a:spcBef>
                <a:spcPct val="30000"/>
              </a:spcBef>
              <a:buClr>
                <a:srgbClr val="000000"/>
              </a:buClr>
              <a:buSzPct val="100000"/>
              <a:buFont typeface="Times New Roman" panose="02020603050405020304" pitchFamily="16"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6" charset="0"/>
              </a:defRPr>
            </a:lvl5pPr>
            <a:lvl6pPr marL="2514600" indent="-228600" defTabSz="457200" eaLnBrk="0" fontAlgn="base" hangingPunct="0">
              <a:spcBef>
                <a:spcPct val="30000"/>
              </a:spcBef>
              <a:spcAft>
                <a:spcPct val="0"/>
              </a:spcAft>
              <a:buClr>
                <a:srgbClr val="000000"/>
              </a:buClr>
              <a:buSzPct val="100000"/>
              <a:buFont typeface="Times New Roman" panose="02020603050405020304" pitchFamily="16"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6" charset="0"/>
              </a:defRPr>
            </a:lvl6pPr>
            <a:lvl7pPr marL="2971800" indent="-228600" defTabSz="457200" eaLnBrk="0" fontAlgn="base" hangingPunct="0">
              <a:spcBef>
                <a:spcPct val="30000"/>
              </a:spcBef>
              <a:spcAft>
                <a:spcPct val="0"/>
              </a:spcAft>
              <a:buClr>
                <a:srgbClr val="000000"/>
              </a:buClr>
              <a:buSzPct val="100000"/>
              <a:buFont typeface="Times New Roman" panose="02020603050405020304" pitchFamily="16"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6" charset="0"/>
              </a:defRPr>
            </a:lvl7pPr>
            <a:lvl8pPr marL="3429000" indent="-228600" defTabSz="457200" eaLnBrk="0" fontAlgn="base" hangingPunct="0">
              <a:spcBef>
                <a:spcPct val="30000"/>
              </a:spcBef>
              <a:spcAft>
                <a:spcPct val="0"/>
              </a:spcAft>
              <a:buClr>
                <a:srgbClr val="000000"/>
              </a:buClr>
              <a:buSzPct val="100000"/>
              <a:buFont typeface="Times New Roman" panose="02020603050405020304" pitchFamily="16"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6" charset="0"/>
              </a:defRPr>
            </a:lvl8pPr>
            <a:lvl9pPr marL="3886200" indent="-228600" defTabSz="457200" eaLnBrk="0" fontAlgn="base" hangingPunct="0">
              <a:spcBef>
                <a:spcPct val="30000"/>
              </a:spcBef>
              <a:spcAft>
                <a:spcPct val="0"/>
              </a:spcAft>
              <a:buClr>
                <a:srgbClr val="000000"/>
              </a:buClr>
              <a:buSzPct val="100000"/>
              <a:buFont typeface="Times New Roman" panose="02020603050405020304" pitchFamily="16"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6" charset="0"/>
              </a:defRPr>
            </a:lvl9pPr>
          </a:lstStyle>
          <a:p>
            <a:pPr>
              <a:spcBef>
                <a:spcPct val="0"/>
              </a:spcBef>
              <a:buClrTx/>
              <a:buFontTx/>
              <a:buNone/>
            </a:pPr>
            <a:fld id="{4A1BFD48-8F88-4458-84ED-D30BB0A71177}" type="slidenum">
              <a:rPr lang="en-US" altLang="en-US" sz="1400" smtClean="0"/>
            </a:fld>
            <a:endParaRPr lang="en-US" altLang="en-US" sz="1400"/>
          </a:p>
        </p:txBody>
      </p:sp>
      <p:sp>
        <p:nvSpPr>
          <p:cNvPr id="6147" name="Rectangle 1"/>
          <p:cNvSpPr>
            <a:spLocks noGrp="1" noRot="1" noChangeAspect="1" noChangeArrowheads="1" noTextEdit="1"/>
          </p:cNvSpPr>
          <p:nvPr>
            <p:ph type="sldImg"/>
          </p:nvPr>
        </p:nvSpPr>
        <p:spPr>
          <a:xfrm>
            <a:off x="1371600" y="763588"/>
            <a:ext cx="5029200" cy="3771900"/>
          </a:xfrm>
          <a:solidFill>
            <a:srgbClr val="FFFFFF"/>
          </a:solidFill>
          <a:ln>
            <a:solidFill>
              <a:srgbClr val="000000"/>
            </a:solidFill>
            <a:miter lim="800000"/>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6148" name="Rectangle 2"/>
          <p:cNvSpPr>
            <a:spLocks noGrp="1" noChangeArrowheads="1"/>
          </p:cNvSpPr>
          <p:nvPr>
            <p:ph type="body" idx="1"/>
          </p:nvPr>
        </p:nvSpPr>
        <p:spPr>
          <a:xfrm>
            <a:off x="777875" y="4776788"/>
            <a:ext cx="6218238" cy="4525962"/>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ltLang="en-US">
              <a:latin typeface="Times New Roman" panose="02020603050405020304" pitchFamily="16" charset="0"/>
            </a:endParaRPr>
          </a:p>
        </p:txBody>
      </p:sp>
    </p:spTree>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4578" name="Rectangle 8"/>
          <p:cNvSpPr>
            <a:spLocks noGrp="1" noChangeArrowheads="1"/>
          </p:cNvSpPr>
          <p:nvPr>
            <p:ph type="sldNum"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30000"/>
              </a:spcBef>
              <a:buClr>
                <a:srgbClr val="000000"/>
              </a:buClr>
              <a:buSzPct val="100000"/>
              <a:buFont typeface="Times New Roman" panose="02020603050405020304" pitchFamily="16"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6" charset="0"/>
              </a:defRPr>
            </a:lvl1pPr>
            <a:lvl2pPr>
              <a:spcBef>
                <a:spcPct val="30000"/>
              </a:spcBef>
              <a:buClr>
                <a:srgbClr val="000000"/>
              </a:buClr>
              <a:buSzPct val="100000"/>
              <a:buFont typeface="Times New Roman" panose="02020603050405020304" pitchFamily="16"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6" charset="0"/>
              </a:defRPr>
            </a:lvl2pPr>
            <a:lvl3pPr>
              <a:spcBef>
                <a:spcPct val="30000"/>
              </a:spcBef>
              <a:buClr>
                <a:srgbClr val="000000"/>
              </a:buClr>
              <a:buSzPct val="100000"/>
              <a:buFont typeface="Times New Roman" panose="02020603050405020304" pitchFamily="16"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6" charset="0"/>
              </a:defRPr>
            </a:lvl3pPr>
            <a:lvl4pPr>
              <a:spcBef>
                <a:spcPct val="30000"/>
              </a:spcBef>
              <a:buClr>
                <a:srgbClr val="000000"/>
              </a:buClr>
              <a:buSzPct val="100000"/>
              <a:buFont typeface="Times New Roman" panose="02020603050405020304" pitchFamily="16"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6" charset="0"/>
              </a:defRPr>
            </a:lvl4pPr>
            <a:lvl5pPr>
              <a:spcBef>
                <a:spcPct val="30000"/>
              </a:spcBef>
              <a:buClr>
                <a:srgbClr val="000000"/>
              </a:buClr>
              <a:buSzPct val="100000"/>
              <a:buFont typeface="Times New Roman" panose="02020603050405020304" pitchFamily="16"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6" charset="0"/>
              </a:defRPr>
            </a:lvl5pPr>
            <a:lvl6pPr marL="2514600" indent="-228600" defTabSz="457200" eaLnBrk="0" fontAlgn="base" hangingPunct="0">
              <a:spcBef>
                <a:spcPct val="30000"/>
              </a:spcBef>
              <a:spcAft>
                <a:spcPct val="0"/>
              </a:spcAft>
              <a:buClr>
                <a:srgbClr val="000000"/>
              </a:buClr>
              <a:buSzPct val="100000"/>
              <a:buFont typeface="Times New Roman" panose="02020603050405020304" pitchFamily="16"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6" charset="0"/>
              </a:defRPr>
            </a:lvl6pPr>
            <a:lvl7pPr marL="2971800" indent="-228600" defTabSz="457200" eaLnBrk="0" fontAlgn="base" hangingPunct="0">
              <a:spcBef>
                <a:spcPct val="30000"/>
              </a:spcBef>
              <a:spcAft>
                <a:spcPct val="0"/>
              </a:spcAft>
              <a:buClr>
                <a:srgbClr val="000000"/>
              </a:buClr>
              <a:buSzPct val="100000"/>
              <a:buFont typeface="Times New Roman" panose="02020603050405020304" pitchFamily="16"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6" charset="0"/>
              </a:defRPr>
            </a:lvl7pPr>
            <a:lvl8pPr marL="3429000" indent="-228600" defTabSz="457200" eaLnBrk="0" fontAlgn="base" hangingPunct="0">
              <a:spcBef>
                <a:spcPct val="30000"/>
              </a:spcBef>
              <a:spcAft>
                <a:spcPct val="0"/>
              </a:spcAft>
              <a:buClr>
                <a:srgbClr val="000000"/>
              </a:buClr>
              <a:buSzPct val="100000"/>
              <a:buFont typeface="Times New Roman" panose="02020603050405020304" pitchFamily="16"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6" charset="0"/>
              </a:defRPr>
            </a:lvl8pPr>
            <a:lvl9pPr marL="3886200" indent="-228600" defTabSz="457200" eaLnBrk="0" fontAlgn="base" hangingPunct="0">
              <a:spcBef>
                <a:spcPct val="30000"/>
              </a:spcBef>
              <a:spcAft>
                <a:spcPct val="0"/>
              </a:spcAft>
              <a:buClr>
                <a:srgbClr val="000000"/>
              </a:buClr>
              <a:buSzPct val="100000"/>
              <a:buFont typeface="Times New Roman" panose="02020603050405020304" pitchFamily="16"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6" charset="0"/>
              </a:defRPr>
            </a:lvl9pPr>
          </a:lstStyle>
          <a:p>
            <a:pPr>
              <a:spcBef>
                <a:spcPct val="0"/>
              </a:spcBef>
              <a:buClrTx/>
              <a:buFontTx/>
              <a:buNone/>
            </a:pPr>
            <a:fld id="{64E649AE-43B0-4867-AC31-3E75E49D93B3}" type="slidenum">
              <a:rPr lang="en-US" altLang="en-US" sz="1400" smtClean="0"/>
            </a:fld>
            <a:endParaRPr lang="en-US" altLang="en-US" sz="1400"/>
          </a:p>
        </p:txBody>
      </p:sp>
      <p:sp>
        <p:nvSpPr>
          <p:cNvPr id="24579" name="Rectangle 1"/>
          <p:cNvSpPr>
            <a:spLocks noGrp="1" noRot="1" noChangeAspect="1" noChangeArrowheads="1" noTextEdit="1"/>
          </p:cNvSpPr>
          <p:nvPr>
            <p:ph type="sldImg"/>
          </p:nvPr>
        </p:nvSpPr>
        <p:spPr>
          <a:xfrm>
            <a:off x="1371600" y="763588"/>
            <a:ext cx="5029200" cy="3771900"/>
          </a:xfrm>
          <a:solidFill>
            <a:srgbClr val="FFFFFF"/>
          </a:solidFill>
          <a:ln>
            <a:solidFill>
              <a:srgbClr val="000000"/>
            </a:solidFill>
            <a:miter lim="800000"/>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24580" name="Rectangle 2"/>
          <p:cNvSpPr>
            <a:spLocks noGrp="1" noChangeArrowheads="1"/>
          </p:cNvSpPr>
          <p:nvPr>
            <p:ph type="body" idx="1"/>
          </p:nvPr>
        </p:nvSpPr>
        <p:spPr>
          <a:xfrm>
            <a:off x="777875" y="4776788"/>
            <a:ext cx="6218238" cy="4525962"/>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ltLang="en-US">
              <a:latin typeface="Times New Roman" panose="02020603050405020304" pitchFamily="16" charset="0"/>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755650" y="2347913"/>
            <a:ext cx="8569325" cy="1620837"/>
          </a:xfrm>
        </p:spPr>
        <p:txBody>
          <a:bodyPr/>
          <a:lstStyle/>
          <a:p>
            <a:r>
              <a:rPr lang="en-US"/>
              <a:t>Click to edit Master title style</a:t>
            </a:r>
            <a:endParaRPr lang="en-IN"/>
          </a:p>
        </p:txBody>
      </p:sp>
      <p:sp>
        <p:nvSpPr>
          <p:cNvPr id="3" name="Subtitle 2"/>
          <p:cNvSpPr>
            <a:spLocks noGrp="1"/>
          </p:cNvSpPr>
          <p:nvPr>
            <p:ph type="subTitle" idx="1"/>
          </p:nvPr>
        </p:nvSpPr>
        <p:spPr>
          <a:xfrm>
            <a:off x="1512888" y="4283075"/>
            <a:ext cx="7056437" cy="1931988"/>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en-US"/>
              <a:t>Click to edit Master subtitle style</a:t>
            </a:r>
            <a:endParaRPr lang="en-IN"/>
          </a:p>
        </p:txBody>
      </p:sp>
      <p:sp>
        <p:nvSpPr>
          <p:cNvPr id="4" name="Rectangle 3"/>
          <p:cNvSpPr>
            <a:spLocks noGrp="1" noChangeArrowheads="1"/>
          </p:cNvSpPr>
          <p:nvPr>
            <p:ph type="dt" idx="10"/>
          </p:nvPr>
        </p:nvSpPr>
        <p:spPr/>
        <p:txBody>
          <a:bodyPr/>
          <a:lstStyle>
            <a:lvl1pPr>
              <a:defRPr/>
            </a:lvl1pPr>
          </a:lstStyle>
          <a:p>
            <a:pPr>
              <a:defRPr/>
            </a:pPr>
            <a:endParaRPr lang="en-US" altLang="en-US"/>
          </a:p>
        </p:txBody>
      </p:sp>
      <p:sp>
        <p:nvSpPr>
          <p:cNvPr id="5" name="Rectangle 4"/>
          <p:cNvSpPr>
            <a:spLocks noGrp="1" noChangeArrowheads="1"/>
          </p:cNvSpPr>
          <p:nvPr>
            <p:ph type="ftr" idx="11"/>
          </p:nvPr>
        </p:nvSpPr>
        <p:spPr/>
        <p:txBody>
          <a:bodyPr/>
          <a:lstStyle>
            <a:lvl1pPr>
              <a:defRPr/>
            </a:lvl1pPr>
          </a:lstStyle>
          <a:p>
            <a:pPr>
              <a:defRPr/>
            </a:pPr>
            <a:endParaRPr lang="en-US" altLang="en-US"/>
          </a:p>
        </p:txBody>
      </p:sp>
      <p:sp>
        <p:nvSpPr>
          <p:cNvPr id="6" name="Rectangle 5"/>
          <p:cNvSpPr>
            <a:spLocks noGrp="1" noChangeArrowheads="1"/>
          </p:cNvSpPr>
          <p:nvPr>
            <p:ph type="sldNum" idx="12"/>
          </p:nvPr>
        </p:nvSpPr>
        <p:spPr/>
        <p:txBody>
          <a:bodyPr/>
          <a:lstStyle>
            <a:lvl1pPr>
              <a:defRPr/>
            </a:lvl1pPr>
          </a:lstStyle>
          <a:p>
            <a:pPr>
              <a:defRPr/>
            </a:pPr>
            <a:fld id="{3F5B2179-685A-4102-9142-5F4EC078001A}" type="slidenum">
              <a:rPr lang="en-US" altLang="en-US"/>
            </a:fld>
            <a:endParaRPr lang="en-US"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idx="1"/>
          </p:nvPr>
        </p:nvSpPr>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IN"/>
          </a:p>
        </p:txBody>
      </p:sp>
      <p:sp>
        <p:nvSpPr>
          <p:cNvPr id="4" name="Rectangle 3"/>
          <p:cNvSpPr>
            <a:spLocks noGrp="1" noChangeArrowheads="1"/>
          </p:cNvSpPr>
          <p:nvPr>
            <p:ph type="dt" idx="10"/>
          </p:nvPr>
        </p:nvSpPr>
        <p:spPr/>
        <p:txBody>
          <a:bodyPr/>
          <a:lstStyle>
            <a:lvl1pPr>
              <a:defRPr/>
            </a:lvl1pPr>
          </a:lstStyle>
          <a:p>
            <a:pPr>
              <a:defRPr/>
            </a:pPr>
            <a:endParaRPr lang="en-US" altLang="en-US"/>
          </a:p>
        </p:txBody>
      </p:sp>
      <p:sp>
        <p:nvSpPr>
          <p:cNvPr id="5" name="Rectangle 4"/>
          <p:cNvSpPr>
            <a:spLocks noGrp="1" noChangeArrowheads="1"/>
          </p:cNvSpPr>
          <p:nvPr>
            <p:ph type="ftr" idx="11"/>
          </p:nvPr>
        </p:nvSpPr>
        <p:spPr/>
        <p:txBody>
          <a:bodyPr/>
          <a:lstStyle>
            <a:lvl1pPr>
              <a:defRPr/>
            </a:lvl1pPr>
          </a:lstStyle>
          <a:p>
            <a:pPr>
              <a:defRPr/>
            </a:pPr>
            <a:endParaRPr lang="en-US" altLang="en-US"/>
          </a:p>
        </p:txBody>
      </p:sp>
      <p:sp>
        <p:nvSpPr>
          <p:cNvPr id="6" name="Rectangle 5"/>
          <p:cNvSpPr>
            <a:spLocks noGrp="1" noChangeArrowheads="1"/>
          </p:cNvSpPr>
          <p:nvPr>
            <p:ph type="sldNum" idx="12"/>
          </p:nvPr>
        </p:nvSpPr>
        <p:spPr/>
        <p:txBody>
          <a:bodyPr/>
          <a:lstStyle>
            <a:lvl1pPr>
              <a:defRPr/>
            </a:lvl1pPr>
          </a:lstStyle>
          <a:p>
            <a:pPr>
              <a:defRPr/>
            </a:pPr>
            <a:fld id="{32D72775-3CAE-4E73-9B06-4CE1DBB3EEC0}" type="slidenum">
              <a:rPr lang="en-US" altLang="en-US"/>
            </a:fld>
            <a:endParaRPr lang="en-US"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96925" y="4857750"/>
            <a:ext cx="8567738" cy="1501775"/>
          </a:xfrm>
        </p:spPr>
        <p:txBody>
          <a:bodyPr anchor="t"/>
          <a:lstStyle>
            <a:lvl1pPr algn="l">
              <a:defRPr sz="4000" b="1" cap="all"/>
            </a:lvl1pPr>
          </a:lstStyle>
          <a:p>
            <a:r>
              <a:rPr lang="en-US"/>
              <a:t>Click to edit Master title style</a:t>
            </a:r>
            <a:endParaRPr lang="en-IN"/>
          </a:p>
        </p:txBody>
      </p:sp>
      <p:sp>
        <p:nvSpPr>
          <p:cNvPr id="3" name="Text Placeholder 2"/>
          <p:cNvSpPr>
            <a:spLocks noGrp="1"/>
          </p:cNvSpPr>
          <p:nvPr>
            <p:ph type="body" idx="1"/>
          </p:nvPr>
        </p:nvSpPr>
        <p:spPr>
          <a:xfrm>
            <a:off x="796925" y="3203575"/>
            <a:ext cx="8567738" cy="1654175"/>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endParaRPr lang="en-US"/>
          </a:p>
        </p:txBody>
      </p:sp>
      <p:sp>
        <p:nvSpPr>
          <p:cNvPr id="4" name="Rectangle 3"/>
          <p:cNvSpPr>
            <a:spLocks noGrp="1" noChangeArrowheads="1"/>
          </p:cNvSpPr>
          <p:nvPr>
            <p:ph type="dt" idx="10"/>
          </p:nvPr>
        </p:nvSpPr>
        <p:spPr/>
        <p:txBody>
          <a:bodyPr/>
          <a:lstStyle>
            <a:lvl1pPr>
              <a:defRPr/>
            </a:lvl1pPr>
          </a:lstStyle>
          <a:p>
            <a:pPr>
              <a:defRPr/>
            </a:pPr>
            <a:endParaRPr lang="en-US" altLang="en-US"/>
          </a:p>
        </p:txBody>
      </p:sp>
      <p:sp>
        <p:nvSpPr>
          <p:cNvPr id="5" name="Rectangle 4"/>
          <p:cNvSpPr>
            <a:spLocks noGrp="1" noChangeArrowheads="1"/>
          </p:cNvSpPr>
          <p:nvPr>
            <p:ph type="ftr" idx="11"/>
          </p:nvPr>
        </p:nvSpPr>
        <p:spPr/>
        <p:txBody>
          <a:bodyPr/>
          <a:lstStyle>
            <a:lvl1pPr>
              <a:defRPr/>
            </a:lvl1pPr>
          </a:lstStyle>
          <a:p>
            <a:pPr>
              <a:defRPr/>
            </a:pPr>
            <a:endParaRPr lang="en-US" altLang="en-US"/>
          </a:p>
        </p:txBody>
      </p:sp>
      <p:sp>
        <p:nvSpPr>
          <p:cNvPr id="6" name="Rectangle 5"/>
          <p:cNvSpPr>
            <a:spLocks noGrp="1" noChangeArrowheads="1"/>
          </p:cNvSpPr>
          <p:nvPr>
            <p:ph type="sldNum" idx="12"/>
          </p:nvPr>
        </p:nvSpPr>
        <p:spPr/>
        <p:txBody>
          <a:bodyPr/>
          <a:lstStyle>
            <a:lvl1pPr>
              <a:defRPr/>
            </a:lvl1pPr>
          </a:lstStyle>
          <a:p>
            <a:pPr>
              <a:defRPr/>
            </a:pPr>
            <a:fld id="{96E3841E-FE72-4175-B512-D3BC4D76DB3D}" type="slidenum">
              <a:rPr lang="en-US" altLang="en-US"/>
            </a:fld>
            <a:endParaRPr lang="en-US"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sz="half" idx="1"/>
          </p:nvPr>
        </p:nvSpPr>
        <p:spPr>
          <a:xfrm>
            <a:off x="503238" y="1768475"/>
            <a:ext cx="4456112" cy="498475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IN"/>
          </a:p>
        </p:txBody>
      </p:sp>
      <p:sp>
        <p:nvSpPr>
          <p:cNvPr id="4" name="Content Placeholder 3"/>
          <p:cNvSpPr>
            <a:spLocks noGrp="1"/>
          </p:cNvSpPr>
          <p:nvPr>
            <p:ph sz="half" idx="2"/>
          </p:nvPr>
        </p:nvSpPr>
        <p:spPr>
          <a:xfrm>
            <a:off x="5111750" y="1768475"/>
            <a:ext cx="4457700" cy="498475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IN"/>
          </a:p>
        </p:txBody>
      </p:sp>
      <p:sp>
        <p:nvSpPr>
          <p:cNvPr id="5" name="Rectangle 3"/>
          <p:cNvSpPr>
            <a:spLocks noGrp="1" noChangeArrowheads="1"/>
          </p:cNvSpPr>
          <p:nvPr>
            <p:ph type="dt" idx="10"/>
          </p:nvPr>
        </p:nvSpPr>
        <p:spPr/>
        <p:txBody>
          <a:bodyPr/>
          <a:lstStyle>
            <a:lvl1pPr>
              <a:defRPr/>
            </a:lvl1pPr>
          </a:lstStyle>
          <a:p>
            <a:pPr>
              <a:defRPr/>
            </a:pPr>
            <a:endParaRPr lang="en-US" altLang="en-US"/>
          </a:p>
        </p:txBody>
      </p:sp>
      <p:sp>
        <p:nvSpPr>
          <p:cNvPr id="6" name="Rectangle 4"/>
          <p:cNvSpPr>
            <a:spLocks noGrp="1" noChangeArrowheads="1"/>
          </p:cNvSpPr>
          <p:nvPr>
            <p:ph type="ftr" idx="11"/>
          </p:nvPr>
        </p:nvSpPr>
        <p:spPr/>
        <p:txBody>
          <a:bodyPr/>
          <a:lstStyle>
            <a:lvl1pPr>
              <a:defRPr/>
            </a:lvl1pPr>
          </a:lstStyle>
          <a:p>
            <a:pPr>
              <a:defRPr/>
            </a:pPr>
            <a:endParaRPr lang="en-US" altLang="en-US"/>
          </a:p>
        </p:txBody>
      </p:sp>
      <p:sp>
        <p:nvSpPr>
          <p:cNvPr id="7" name="Rectangle 5"/>
          <p:cNvSpPr>
            <a:spLocks noGrp="1" noChangeArrowheads="1"/>
          </p:cNvSpPr>
          <p:nvPr>
            <p:ph type="sldNum" idx="12"/>
          </p:nvPr>
        </p:nvSpPr>
        <p:spPr/>
        <p:txBody>
          <a:bodyPr/>
          <a:lstStyle>
            <a:lvl1pPr>
              <a:defRPr/>
            </a:lvl1pPr>
          </a:lstStyle>
          <a:p>
            <a:pPr>
              <a:defRPr/>
            </a:pPr>
            <a:fld id="{863DC294-B1EB-42B9-84A1-C299D9325CA1}" type="slidenum">
              <a:rPr lang="en-US" altLang="en-US"/>
            </a:fld>
            <a:endParaRPr lang="en-US"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504825" y="303213"/>
            <a:ext cx="9072563" cy="1258887"/>
          </a:xfrm>
        </p:spPr>
        <p:txBody>
          <a:bodyPr/>
          <a:lstStyle>
            <a:lvl1pPr>
              <a:defRPr/>
            </a:lvl1pPr>
          </a:lstStyle>
          <a:p>
            <a:r>
              <a:rPr lang="en-US"/>
              <a:t>Click to edit Master title style</a:t>
            </a:r>
            <a:endParaRPr lang="en-IN"/>
          </a:p>
        </p:txBody>
      </p:sp>
      <p:sp>
        <p:nvSpPr>
          <p:cNvPr id="3" name="Text Placeholder 2"/>
          <p:cNvSpPr>
            <a:spLocks noGrp="1"/>
          </p:cNvSpPr>
          <p:nvPr>
            <p:ph type="body" idx="1"/>
          </p:nvPr>
        </p:nvSpPr>
        <p:spPr>
          <a:xfrm>
            <a:off x="504825" y="1692275"/>
            <a:ext cx="4452938" cy="704850"/>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endParaRPr lang="en-US"/>
          </a:p>
        </p:txBody>
      </p:sp>
      <p:sp>
        <p:nvSpPr>
          <p:cNvPr id="4" name="Content Placeholder 3"/>
          <p:cNvSpPr>
            <a:spLocks noGrp="1"/>
          </p:cNvSpPr>
          <p:nvPr>
            <p:ph sz="half" idx="2"/>
          </p:nvPr>
        </p:nvSpPr>
        <p:spPr>
          <a:xfrm>
            <a:off x="504825" y="2397125"/>
            <a:ext cx="4452938" cy="4356100"/>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IN"/>
          </a:p>
        </p:txBody>
      </p:sp>
      <p:sp>
        <p:nvSpPr>
          <p:cNvPr id="5" name="Text Placeholder 4"/>
          <p:cNvSpPr>
            <a:spLocks noGrp="1"/>
          </p:cNvSpPr>
          <p:nvPr>
            <p:ph type="body" sz="quarter" idx="3"/>
          </p:nvPr>
        </p:nvSpPr>
        <p:spPr>
          <a:xfrm>
            <a:off x="5121275" y="1692275"/>
            <a:ext cx="4456113" cy="704850"/>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endParaRPr lang="en-US"/>
          </a:p>
        </p:txBody>
      </p:sp>
      <p:sp>
        <p:nvSpPr>
          <p:cNvPr id="6" name="Content Placeholder 5"/>
          <p:cNvSpPr>
            <a:spLocks noGrp="1"/>
          </p:cNvSpPr>
          <p:nvPr>
            <p:ph sz="quarter" idx="4"/>
          </p:nvPr>
        </p:nvSpPr>
        <p:spPr>
          <a:xfrm>
            <a:off x="5121275" y="2397125"/>
            <a:ext cx="4456113" cy="4356100"/>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IN"/>
          </a:p>
        </p:txBody>
      </p:sp>
      <p:sp>
        <p:nvSpPr>
          <p:cNvPr id="7" name="Rectangle 3"/>
          <p:cNvSpPr>
            <a:spLocks noGrp="1" noChangeArrowheads="1"/>
          </p:cNvSpPr>
          <p:nvPr>
            <p:ph type="dt" idx="10"/>
          </p:nvPr>
        </p:nvSpPr>
        <p:spPr/>
        <p:txBody>
          <a:bodyPr/>
          <a:lstStyle>
            <a:lvl1pPr>
              <a:defRPr/>
            </a:lvl1pPr>
          </a:lstStyle>
          <a:p>
            <a:pPr>
              <a:defRPr/>
            </a:pPr>
            <a:endParaRPr lang="en-US" altLang="en-US"/>
          </a:p>
        </p:txBody>
      </p:sp>
      <p:sp>
        <p:nvSpPr>
          <p:cNvPr id="8" name="Rectangle 4"/>
          <p:cNvSpPr>
            <a:spLocks noGrp="1" noChangeArrowheads="1"/>
          </p:cNvSpPr>
          <p:nvPr>
            <p:ph type="ftr" idx="11"/>
          </p:nvPr>
        </p:nvSpPr>
        <p:spPr/>
        <p:txBody>
          <a:bodyPr/>
          <a:lstStyle>
            <a:lvl1pPr>
              <a:defRPr/>
            </a:lvl1pPr>
          </a:lstStyle>
          <a:p>
            <a:pPr>
              <a:defRPr/>
            </a:pPr>
            <a:endParaRPr lang="en-US" altLang="en-US"/>
          </a:p>
        </p:txBody>
      </p:sp>
      <p:sp>
        <p:nvSpPr>
          <p:cNvPr id="9" name="Rectangle 5"/>
          <p:cNvSpPr>
            <a:spLocks noGrp="1" noChangeArrowheads="1"/>
          </p:cNvSpPr>
          <p:nvPr>
            <p:ph type="sldNum" idx="12"/>
          </p:nvPr>
        </p:nvSpPr>
        <p:spPr/>
        <p:txBody>
          <a:bodyPr/>
          <a:lstStyle>
            <a:lvl1pPr>
              <a:defRPr/>
            </a:lvl1pPr>
          </a:lstStyle>
          <a:p>
            <a:pPr>
              <a:defRPr/>
            </a:pPr>
            <a:fld id="{2C92D4C7-21CE-4BD0-9E24-B3EF219961B3}" type="slidenum">
              <a:rPr lang="en-US" altLang="en-US"/>
            </a:fld>
            <a:endParaRPr lang="en-US"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Rectangle 3"/>
          <p:cNvSpPr>
            <a:spLocks noGrp="1" noChangeArrowheads="1"/>
          </p:cNvSpPr>
          <p:nvPr>
            <p:ph type="dt" idx="10"/>
          </p:nvPr>
        </p:nvSpPr>
        <p:spPr/>
        <p:txBody>
          <a:bodyPr/>
          <a:lstStyle>
            <a:lvl1pPr>
              <a:defRPr/>
            </a:lvl1pPr>
          </a:lstStyle>
          <a:p>
            <a:pPr>
              <a:defRPr/>
            </a:pPr>
            <a:endParaRPr lang="en-US" altLang="en-US"/>
          </a:p>
        </p:txBody>
      </p:sp>
      <p:sp>
        <p:nvSpPr>
          <p:cNvPr id="4" name="Rectangle 4"/>
          <p:cNvSpPr>
            <a:spLocks noGrp="1" noChangeArrowheads="1"/>
          </p:cNvSpPr>
          <p:nvPr>
            <p:ph type="ftr" idx="11"/>
          </p:nvPr>
        </p:nvSpPr>
        <p:spPr/>
        <p:txBody>
          <a:bodyPr/>
          <a:lstStyle>
            <a:lvl1pPr>
              <a:defRPr/>
            </a:lvl1pPr>
          </a:lstStyle>
          <a:p>
            <a:pPr>
              <a:defRPr/>
            </a:pPr>
            <a:endParaRPr lang="en-US" altLang="en-US"/>
          </a:p>
        </p:txBody>
      </p:sp>
      <p:sp>
        <p:nvSpPr>
          <p:cNvPr id="5" name="Rectangle 5"/>
          <p:cNvSpPr>
            <a:spLocks noGrp="1" noChangeArrowheads="1"/>
          </p:cNvSpPr>
          <p:nvPr>
            <p:ph type="sldNum" idx="12"/>
          </p:nvPr>
        </p:nvSpPr>
        <p:spPr/>
        <p:txBody>
          <a:bodyPr/>
          <a:lstStyle>
            <a:lvl1pPr>
              <a:defRPr/>
            </a:lvl1pPr>
          </a:lstStyle>
          <a:p>
            <a:pPr>
              <a:defRPr/>
            </a:pPr>
            <a:fld id="{54AB3A26-B8F6-4BB6-9325-8E03F6C75E85}" type="slidenum">
              <a:rPr lang="en-US" altLang="en-US"/>
            </a:fld>
            <a:endParaRPr lang="en-US"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3"/>
          <p:cNvSpPr>
            <a:spLocks noGrp="1" noChangeArrowheads="1"/>
          </p:cNvSpPr>
          <p:nvPr>
            <p:ph type="dt" idx="10"/>
          </p:nvPr>
        </p:nvSpPr>
        <p:spPr/>
        <p:txBody>
          <a:bodyPr/>
          <a:lstStyle>
            <a:lvl1pPr>
              <a:defRPr/>
            </a:lvl1pPr>
          </a:lstStyle>
          <a:p>
            <a:pPr>
              <a:defRPr/>
            </a:pPr>
            <a:endParaRPr lang="en-US" altLang="en-US"/>
          </a:p>
        </p:txBody>
      </p:sp>
      <p:sp>
        <p:nvSpPr>
          <p:cNvPr id="3" name="Rectangle 4"/>
          <p:cNvSpPr>
            <a:spLocks noGrp="1" noChangeArrowheads="1"/>
          </p:cNvSpPr>
          <p:nvPr>
            <p:ph type="ftr" idx="11"/>
          </p:nvPr>
        </p:nvSpPr>
        <p:spPr/>
        <p:txBody>
          <a:bodyPr/>
          <a:lstStyle>
            <a:lvl1pPr>
              <a:defRPr/>
            </a:lvl1pPr>
          </a:lstStyle>
          <a:p>
            <a:pPr>
              <a:defRPr/>
            </a:pPr>
            <a:endParaRPr lang="en-US" altLang="en-US"/>
          </a:p>
        </p:txBody>
      </p:sp>
      <p:sp>
        <p:nvSpPr>
          <p:cNvPr id="4" name="Rectangle 5"/>
          <p:cNvSpPr>
            <a:spLocks noGrp="1" noChangeArrowheads="1"/>
          </p:cNvSpPr>
          <p:nvPr>
            <p:ph type="sldNum" idx="12"/>
          </p:nvPr>
        </p:nvSpPr>
        <p:spPr/>
        <p:txBody>
          <a:bodyPr/>
          <a:lstStyle>
            <a:lvl1pPr>
              <a:defRPr/>
            </a:lvl1pPr>
          </a:lstStyle>
          <a:p>
            <a:pPr>
              <a:defRPr/>
            </a:pPr>
            <a:fld id="{D45C810F-49B3-40CF-9EE9-07B30723345B}" type="slidenum">
              <a:rPr lang="en-US" altLang="en-US"/>
            </a:fld>
            <a:endParaRPr lang="en-US"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504825" y="301625"/>
            <a:ext cx="3316288" cy="1279525"/>
          </a:xfrm>
        </p:spPr>
        <p:txBody>
          <a:bodyPr anchor="b"/>
          <a:lstStyle>
            <a:lvl1pPr algn="l">
              <a:defRPr sz="2000" b="1"/>
            </a:lvl1pPr>
          </a:lstStyle>
          <a:p>
            <a:r>
              <a:rPr lang="en-US"/>
              <a:t>Click to edit Master title style</a:t>
            </a:r>
            <a:endParaRPr lang="en-IN"/>
          </a:p>
        </p:txBody>
      </p:sp>
      <p:sp>
        <p:nvSpPr>
          <p:cNvPr id="3" name="Content Placeholder 2"/>
          <p:cNvSpPr>
            <a:spLocks noGrp="1"/>
          </p:cNvSpPr>
          <p:nvPr>
            <p:ph idx="1"/>
          </p:nvPr>
        </p:nvSpPr>
        <p:spPr>
          <a:xfrm>
            <a:off x="3941763" y="301625"/>
            <a:ext cx="5635625" cy="6451600"/>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IN"/>
          </a:p>
        </p:txBody>
      </p:sp>
      <p:sp>
        <p:nvSpPr>
          <p:cNvPr id="4" name="Text Placeholder 3"/>
          <p:cNvSpPr>
            <a:spLocks noGrp="1"/>
          </p:cNvSpPr>
          <p:nvPr>
            <p:ph type="body" sz="half" idx="2"/>
          </p:nvPr>
        </p:nvSpPr>
        <p:spPr>
          <a:xfrm>
            <a:off x="504825" y="1581150"/>
            <a:ext cx="3316288" cy="5172075"/>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endParaRPr lang="en-US"/>
          </a:p>
        </p:txBody>
      </p:sp>
      <p:sp>
        <p:nvSpPr>
          <p:cNvPr id="5" name="Rectangle 3"/>
          <p:cNvSpPr>
            <a:spLocks noGrp="1" noChangeArrowheads="1"/>
          </p:cNvSpPr>
          <p:nvPr>
            <p:ph type="dt" idx="10"/>
          </p:nvPr>
        </p:nvSpPr>
        <p:spPr/>
        <p:txBody>
          <a:bodyPr/>
          <a:lstStyle>
            <a:lvl1pPr>
              <a:defRPr/>
            </a:lvl1pPr>
          </a:lstStyle>
          <a:p>
            <a:pPr>
              <a:defRPr/>
            </a:pPr>
            <a:endParaRPr lang="en-US" altLang="en-US"/>
          </a:p>
        </p:txBody>
      </p:sp>
      <p:sp>
        <p:nvSpPr>
          <p:cNvPr id="6" name="Rectangle 4"/>
          <p:cNvSpPr>
            <a:spLocks noGrp="1" noChangeArrowheads="1"/>
          </p:cNvSpPr>
          <p:nvPr>
            <p:ph type="ftr" idx="11"/>
          </p:nvPr>
        </p:nvSpPr>
        <p:spPr/>
        <p:txBody>
          <a:bodyPr/>
          <a:lstStyle>
            <a:lvl1pPr>
              <a:defRPr/>
            </a:lvl1pPr>
          </a:lstStyle>
          <a:p>
            <a:pPr>
              <a:defRPr/>
            </a:pPr>
            <a:endParaRPr lang="en-US" altLang="en-US"/>
          </a:p>
        </p:txBody>
      </p:sp>
      <p:sp>
        <p:nvSpPr>
          <p:cNvPr id="7" name="Rectangle 5"/>
          <p:cNvSpPr>
            <a:spLocks noGrp="1" noChangeArrowheads="1"/>
          </p:cNvSpPr>
          <p:nvPr>
            <p:ph type="sldNum" idx="12"/>
          </p:nvPr>
        </p:nvSpPr>
        <p:spPr/>
        <p:txBody>
          <a:bodyPr/>
          <a:lstStyle>
            <a:lvl1pPr>
              <a:defRPr/>
            </a:lvl1pPr>
          </a:lstStyle>
          <a:p>
            <a:pPr>
              <a:defRPr/>
            </a:pPr>
            <a:fld id="{8433DE2A-E9EF-4E13-80DC-5055A4C25FDD}" type="slidenum">
              <a:rPr lang="en-US" altLang="en-US"/>
            </a:fld>
            <a:endParaRPr lang="en-US"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976438" y="5291138"/>
            <a:ext cx="6048375" cy="625475"/>
          </a:xfrm>
        </p:spPr>
        <p:txBody>
          <a:bodyPr anchor="b"/>
          <a:lstStyle>
            <a:lvl1pPr algn="l">
              <a:defRPr sz="2000" b="1"/>
            </a:lvl1pPr>
          </a:lstStyle>
          <a:p>
            <a:r>
              <a:rPr lang="en-US"/>
              <a:t>Click to edit Master title style</a:t>
            </a:r>
            <a:endParaRPr lang="en-IN"/>
          </a:p>
        </p:txBody>
      </p:sp>
      <p:sp>
        <p:nvSpPr>
          <p:cNvPr id="3" name="Picture Placeholder 2"/>
          <p:cNvSpPr>
            <a:spLocks noGrp="1"/>
          </p:cNvSpPr>
          <p:nvPr>
            <p:ph type="pic" idx="1"/>
          </p:nvPr>
        </p:nvSpPr>
        <p:spPr>
          <a:xfrm>
            <a:off x="1976438" y="674688"/>
            <a:ext cx="6048375" cy="453707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IN" noProof="0"/>
          </a:p>
        </p:txBody>
      </p:sp>
      <p:sp>
        <p:nvSpPr>
          <p:cNvPr id="4" name="Text Placeholder 3"/>
          <p:cNvSpPr>
            <a:spLocks noGrp="1"/>
          </p:cNvSpPr>
          <p:nvPr>
            <p:ph type="body" sz="half" idx="2"/>
          </p:nvPr>
        </p:nvSpPr>
        <p:spPr>
          <a:xfrm>
            <a:off x="1976438" y="5916613"/>
            <a:ext cx="6048375" cy="88741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endParaRPr lang="en-US"/>
          </a:p>
        </p:txBody>
      </p:sp>
      <p:sp>
        <p:nvSpPr>
          <p:cNvPr id="5" name="Rectangle 3"/>
          <p:cNvSpPr>
            <a:spLocks noGrp="1" noChangeArrowheads="1"/>
          </p:cNvSpPr>
          <p:nvPr>
            <p:ph type="dt" idx="10"/>
          </p:nvPr>
        </p:nvSpPr>
        <p:spPr/>
        <p:txBody>
          <a:bodyPr/>
          <a:lstStyle>
            <a:lvl1pPr>
              <a:defRPr/>
            </a:lvl1pPr>
          </a:lstStyle>
          <a:p>
            <a:pPr>
              <a:defRPr/>
            </a:pPr>
            <a:endParaRPr lang="en-US" altLang="en-US"/>
          </a:p>
        </p:txBody>
      </p:sp>
      <p:sp>
        <p:nvSpPr>
          <p:cNvPr id="6" name="Rectangle 4"/>
          <p:cNvSpPr>
            <a:spLocks noGrp="1" noChangeArrowheads="1"/>
          </p:cNvSpPr>
          <p:nvPr>
            <p:ph type="ftr" idx="11"/>
          </p:nvPr>
        </p:nvSpPr>
        <p:spPr/>
        <p:txBody>
          <a:bodyPr/>
          <a:lstStyle>
            <a:lvl1pPr>
              <a:defRPr/>
            </a:lvl1pPr>
          </a:lstStyle>
          <a:p>
            <a:pPr>
              <a:defRPr/>
            </a:pPr>
            <a:endParaRPr lang="en-US" altLang="en-US"/>
          </a:p>
        </p:txBody>
      </p:sp>
      <p:sp>
        <p:nvSpPr>
          <p:cNvPr id="7" name="Rectangle 5"/>
          <p:cNvSpPr>
            <a:spLocks noGrp="1" noChangeArrowheads="1"/>
          </p:cNvSpPr>
          <p:nvPr>
            <p:ph type="sldNum" idx="12"/>
          </p:nvPr>
        </p:nvSpPr>
        <p:spPr/>
        <p:txBody>
          <a:bodyPr/>
          <a:lstStyle>
            <a:lvl1pPr>
              <a:defRPr/>
            </a:lvl1pPr>
          </a:lstStyle>
          <a:p>
            <a:pPr>
              <a:defRPr/>
            </a:pPr>
            <a:fld id="{D3CE427A-F0D1-49A2-84F3-9DFC478F660E}" type="slidenum">
              <a:rPr lang="en-US" altLang="en-US"/>
            </a:fld>
            <a:endParaRPr lang="en-US"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Vertical Text Placeholder 2"/>
          <p:cNvSpPr>
            <a:spLocks noGrp="1"/>
          </p:cNvSpPr>
          <p:nvPr>
            <p:ph type="body" orient="vert" idx="1"/>
          </p:nvPr>
        </p:nvSpPr>
        <p:spPr/>
        <p:txBody>
          <a:bodyPr vert="eaVert"/>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IN"/>
          </a:p>
        </p:txBody>
      </p:sp>
      <p:sp>
        <p:nvSpPr>
          <p:cNvPr id="4" name="Rectangle 3"/>
          <p:cNvSpPr>
            <a:spLocks noGrp="1" noChangeArrowheads="1"/>
          </p:cNvSpPr>
          <p:nvPr>
            <p:ph type="dt" idx="10"/>
          </p:nvPr>
        </p:nvSpPr>
        <p:spPr/>
        <p:txBody>
          <a:bodyPr/>
          <a:lstStyle>
            <a:lvl1pPr>
              <a:defRPr/>
            </a:lvl1pPr>
          </a:lstStyle>
          <a:p>
            <a:pPr>
              <a:defRPr/>
            </a:pPr>
            <a:endParaRPr lang="en-US" altLang="en-US"/>
          </a:p>
        </p:txBody>
      </p:sp>
      <p:sp>
        <p:nvSpPr>
          <p:cNvPr id="5" name="Rectangle 4"/>
          <p:cNvSpPr>
            <a:spLocks noGrp="1" noChangeArrowheads="1"/>
          </p:cNvSpPr>
          <p:nvPr>
            <p:ph type="ftr" idx="11"/>
          </p:nvPr>
        </p:nvSpPr>
        <p:spPr/>
        <p:txBody>
          <a:bodyPr/>
          <a:lstStyle>
            <a:lvl1pPr>
              <a:defRPr/>
            </a:lvl1pPr>
          </a:lstStyle>
          <a:p>
            <a:pPr>
              <a:defRPr/>
            </a:pPr>
            <a:endParaRPr lang="en-US" altLang="en-US"/>
          </a:p>
        </p:txBody>
      </p:sp>
      <p:sp>
        <p:nvSpPr>
          <p:cNvPr id="6" name="Rectangle 5"/>
          <p:cNvSpPr>
            <a:spLocks noGrp="1" noChangeArrowheads="1"/>
          </p:cNvSpPr>
          <p:nvPr>
            <p:ph type="sldNum" idx="12"/>
          </p:nvPr>
        </p:nvSpPr>
        <p:spPr/>
        <p:txBody>
          <a:bodyPr/>
          <a:lstStyle>
            <a:lvl1pPr>
              <a:defRPr/>
            </a:lvl1pPr>
          </a:lstStyle>
          <a:p>
            <a:pPr>
              <a:defRPr/>
            </a:pPr>
            <a:fld id="{FCD4FBCB-E9CB-42CA-AF36-93C3F0130187}" type="slidenum">
              <a:rPr lang="en-US" altLang="en-US"/>
            </a:fld>
            <a:endParaRPr lang="en-US"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304088" y="301625"/>
            <a:ext cx="2265362" cy="6451600"/>
          </a:xfrm>
        </p:spPr>
        <p:txBody>
          <a:bodyPr vert="eaVert"/>
          <a:lstStyle/>
          <a:p>
            <a:r>
              <a:rPr lang="en-US"/>
              <a:t>Click to edit Master title style</a:t>
            </a:r>
            <a:endParaRPr lang="en-IN"/>
          </a:p>
        </p:txBody>
      </p:sp>
      <p:sp>
        <p:nvSpPr>
          <p:cNvPr id="3" name="Vertical Text Placeholder 2"/>
          <p:cNvSpPr>
            <a:spLocks noGrp="1"/>
          </p:cNvSpPr>
          <p:nvPr>
            <p:ph type="body" orient="vert" idx="1"/>
          </p:nvPr>
        </p:nvSpPr>
        <p:spPr>
          <a:xfrm>
            <a:off x="503238" y="301625"/>
            <a:ext cx="6648450" cy="6451600"/>
          </a:xfrm>
        </p:spPr>
        <p:txBody>
          <a:bodyPr vert="eaVert"/>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IN"/>
          </a:p>
        </p:txBody>
      </p:sp>
      <p:sp>
        <p:nvSpPr>
          <p:cNvPr id="4" name="Rectangle 3"/>
          <p:cNvSpPr>
            <a:spLocks noGrp="1" noChangeArrowheads="1"/>
          </p:cNvSpPr>
          <p:nvPr>
            <p:ph type="dt" idx="10"/>
          </p:nvPr>
        </p:nvSpPr>
        <p:spPr/>
        <p:txBody>
          <a:bodyPr/>
          <a:lstStyle>
            <a:lvl1pPr>
              <a:defRPr/>
            </a:lvl1pPr>
          </a:lstStyle>
          <a:p>
            <a:pPr>
              <a:defRPr/>
            </a:pPr>
            <a:endParaRPr lang="en-US" altLang="en-US"/>
          </a:p>
        </p:txBody>
      </p:sp>
      <p:sp>
        <p:nvSpPr>
          <p:cNvPr id="5" name="Rectangle 4"/>
          <p:cNvSpPr>
            <a:spLocks noGrp="1" noChangeArrowheads="1"/>
          </p:cNvSpPr>
          <p:nvPr>
            <p:ph type="ftr" idx="11"/>
          </p:nvPr>
        </p:nvSpPr>
        <p:spPr/>
        <p:txBody>
          <a:bodyPr/>
          <a:lstStyle>
            <a:lvl1pPr>
              <a:defRPr/>
            </a:lvl1pPr>
          </a:lstStyle>
          <a:p>
            <a:pPr>
              <a:defRPr/>
            </a:pPr>
            <a:endParaRPr lang="en-US" altLang="en-US"/>
          </a:p>
        </p:txBody>
      </p:sp>
      <p:sp>
        <p:nvSpPr>
          <p:cNvPr id="6" name="Rectangle 5"/>
          <p:cNvSpPr>
            <a:spLocks noGrp="1" noChangeArrowheads="1"/>
          </p:cNvSpPr>
          <p:nvPr>
            <p:ph type="sldNum" idx="12"/>
          </p:nvPr>
        </p:nvSpPr>
        <p:spPr/>
        <p:txBody>
          <a:bodyPr/>
          <a:lstStyle>
            <a:lvl1pPr>
              <a:defRPr/>
            </a:lvl1pPr>
          </a:lstStyle>
          <a:p>
            <a:pPr>
              <a:defRPr/>
            </a:pPr>
            <a:fld id="{7BDA954C-593C-4269-A421-3301F7DFBF56}" type="slidenum">
              <a:rPr lang="en-US" altLang="en-US"/>
            </a:fld>
            <a:endParaRPr lang="en-US" alt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Custom Layout">
    <p:spTree>
      <p:nvGrpSpPr>
        <p:cNvPr id="1" name=""/>
        <p:cNvGrpSpPr/>
        <p:nvPr/>
      </p:nvGrpSpPr>
      <p:grpSpPr>
        <a:xfrm>
          <a:off x="0" y="0"/>
          <a:ext cx="0" cy="0"/>
          <a:chOff x="0" y="0"/>
          <a:chExt cx="0" cy="0"/>
        </a:xfrm>
      </p:grpSpPr>
      <p:sp>
        <p:nvSpPr>
          <p:cNvPr id="2" name="Title 1"/>
          <p:cNvSpPr>
            <a:spLocks noGrp="1"/>
          </p:cNvSpPr>
          <p:nvPr>
            <p:ph type="title"/>
          </p:nvPr>
        </p:nvSpPr>
        <p:spPr>
          <a:xfrm>
            <a:off x="503238" y="301625"/>
            <a:ext cx="9066212" cy="1257300"/>
          </a:xfrm>
        </p:spPr>
        <p:txBody>
          <a:bodyPr/>
          <a:lstStyle/>
          <a:p>
            <a:r>
              <a:rPr lang="en-US"/>
              <a:t>Click to edit Master title style</a:t>
            </a:r>
            <a:endParaRPr lang="en-IN"/>
          </a:p>
        </p:txBody>
      </p:sp>
      <p:sp>
        <p:nvSpPr>
          <p:cNvPr id="3" name="Rectangle 3"/>
          <p:cNvSpPr>
            <a:spLocks noGrp="1" noChangeArrowheads="1"/>
          </p:cNvSpPr>
          <p:nvPr>
            <p:ph type="dt" idx="10"/>
          </p:nvPr>
        </p:nvSpPr>
        <p:spPr/>
        <p:txBody>
          <a:bodyPr/>
          <a:lstStyle>
            <a:lvl1pPr>
              <a:defRPr/>
            </a:lvl1pPr>
          </a:lstStyle>
          <a:p>
            <a:pPr>
              <a:defRPr/>
            </a:pPr>
            <a:endParaRPr lang="en-US" altLang="en-US"/>
          </a:p>
        </p:txBody>
      </p:sp>
      <p:sp>
        <p:nvSpPr>
          <p:cNvPr id="4" name="Rectangle 4"/>
          <p:cNvSpPr>
            <a:spLocks noGrp="1" noChangeArrowheads="1"/>
          </p:cNvSpPr>
          <p:nvPr>
            <p:ph type="ftr" idx="11"/>
          </p:nvPr>
        </p:nvSpPr>
        <p:spPr/>
        <p:txBody>
          <a:bodyPr/>
          <a:lstStyle>
            <a:lvl1pPr>
              <a:defRPr/>
            </a:lvl1pPr>
          </a:lstStyle>
          <a:p>
            <a:pPr>
              <a:defRPr/>
            </a:pPr>
            <a:endParaRPr lang="en-US" altLang="en-US"/>
          </a:p>
        </p:txBody>
      </p:sp>
      <p:sp>
        <p:nvSpPr>
          <p:cNvPr id="5" name="Rectangle 5"/>
          <p:cNvSpPr>
            <a:spLocks noGrp="1" noChangeArrowheads="1"/>
          </p:cNvSpPr>
          <p:nvPr>
            <p:ph type="sldNum" idx="12"/>
          </p:nvPr>
        </p:nvSpPr>
        <p:spPr/>
        <p:txBody>
          <a:bodyPr/>
          <a:lstStyle>
            <a:lvl1pPr>
              <a:defRPr/>
            </a:lvl1pPr>
          </a:lstStyle>
          <a:p>
            <a:pPr>
              <a:defRPr/>
            </a:pPr>
            <a:fld id="{B18BE9D1-3BD5-4545-B599-82A0A5C2D351}" type="slidenum">
              <a:rPr lang="en-US" altLang="en-US"/>
            </a:fld>
            <a:endParaRPr lang="en-US" altLang="en-US"/>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x" preserve="1">
  <p:cSld name="Title and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Text Placeholder 2"/>
          <p:cNvSpPr>
            <a:spLocks noGrp="1"/>
          </p:cNvSpPr>
          <p:nvPr>
            <p:ph type="body" idx="1"/>
          </p:nvPr>
        </p:nvSpPr>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pPr>
              <a:defRPr/>
            </a:pPr>
            <a:endParaRPr lang="en-US" altLang="en-US"/>
          </a:p>
        </p:txBody>
      </p:sp>
      <p:sp>
        <p:nvSpPr>
          <p:cNvPr id="5" name="Footer Placeholder 4"/>
          <p:cNvSpPr>
            <a:spLocks noGrp="1"/>
          </p:cNvSpPr>
          <p:nvPr>
            <p:ph type="ftr" sz="quarter" idx="11"/>
          </p:nvPr>
        </p:nvSpPr>
        <p:spPr/>
        <p:txBody>
          <a:bodyPr/>
          <a:lstStyle/>
          <a:p>
            <a:pPr>
              <a:defRPr/>
            </a:pPr>
            <a:endParaRPr lang="en-US" altLang="en-US"/>
          </a:p>
        </p:txBody>
      </p:sp>
      <p:sp>
        <p:nvSpPr>
          <p:cNvPr id="6" name="Slide Number Placeholder 5"/>
          <p:cNvSpPr>
            <a:spLocks noGrp="1"/>
          </p:cNvSpPr>
          <p:nvPr>
            <p:ph type="sldNum" sz="quarter" idx="12"/>
          </p:nvPr>
        </p:nvSpPr>
        <p:spPr/>
        <p:txBody>
          <a:bodyPr/>
          <a:lstStyle/>
          <a:p>
            <a:pPr>
              <a:defRPr/>
            </a:pPr>
            <a:fld id="{19C680DD-BAEE-42FA-A231-422420A9F711}" type="slidenum">
              <a:rPr lang="en-US" altLang="en-US"/>
            </a:fld>
            <a:endParaRPr lang="en-US" altLang="en-US"/>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4" Type="http://schemas.openxmlformats.org/officeDocument/2006/relationships/theme" Target="../theme/theme1.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026" name="Rectangle 1"/>
          <p:cNvSpPr>
            <a:spLocks noGrp="1" noChangeArrowheads="1"/>
          </p:cNvSpPr>
          <p:nvPr>
            <p:ph type="title"/>
          </p:nvPr>
        </p:nvSpPr>
        <p:spPr bwMode="auto">
          <a:xfrm>
            <a:off x="503238" y="301625"/>
            <a:ext cx="9066212" cy="12573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ctr" anchorCtr="0" compatLnSpc="1"/>
          <a:lstStyle/>
          <a:p>
            <a:pPr lvl="0"/>
            <a:r>
              <a:rPr lang="en-GB" altLang="en-US"/>
              <a:t>Click to edit the title text format</a:t>
            </a:r>
            <a:endParaRPr lang="en-GB" altLang="en-US"/>
          </a:p>
        </p:txBody>
      </p:sp>
      <p:sp>
        <p:nvSpPr>
          <p:cNvPr id="1027" name="Rectangle 2"/>
          <p:cNvSpPr>
            <a:spLocks noGrp="1" noChangeArrowheads="1"/>
          </p:cNvSpPr>
          <p:nvPr>
            <p:ph type="body" idx="1"/>
          </p:nvPr>
        </p:nvSpPr>
        <p:spPr bwMode="auto">
          <a:xfrm>
            <a:off x="503238" y="1768475"/>
            <a:ext cx="9066212" cy="49847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28080" rIns="0" bIns="0" numCol="1" anchor="t" anchorCtr="0" compatLnSpc="1"/>
          <a:lstStyle/>
          <a:p>
            <a:pPr lvl="0"/>
            <a:r>
              <a:rPr lang="en-GB" altLang="en-US"/>
              <a:t>Click to edit the outline text format</a:t>
            </a:r>
            <a:endParaRPr lang="en-GB" altLang="en-US"/>
          </a:p>
          <a:p>
            <a:pPr lvl="1"/>
            <a:r>
              <a:rPr lang="en-GB" altLang="en-US"/>
              <a:t>Second Outline Level</a:t>
            </a:r>
            <a:endParaRPr lang="en-GB" altLang="en-US"/>
          </a:p>
          <a:p>
            <a:pPr lvl="2"/>
            <a:r>
              <a:rPr lang="en-GB" altLang="en-US"/>
              <a:t>Third Outline Level</a:t>
            </a:r>
            <a:endParaRPr lang="en-GB" altLang="en-US"/>
          </a:p>
          <a:p>
            <a:pPr lvl="3"/>
            <a:r>
              <a:rPr lang="en-GB" altLang="en-US"/>
              <a:t>Fourth Outline Level</a:t>
            </a:r>
            <a:endParaRPr lang="en-GB" altLang="en-US"/>
          </a:p>
          <a:p>
            <a:pPr lvl="4"/>
            <a:r>
              <a:rPr lang="en-GB" altLang="en-US"/>
              <a:t>Fifth Outline Level</a:t>
            </a:r>
            <a:endParaRPr lang="en-GB" altLang="en-US"/>
          </a:p>
          <a:p>
            <a:pPr lvl="4"/>
            <a:r>
              <a:rPr lang="en-GB" altLang="en-US"/>
              <a:t>Sixth Outline Level</a:t>
            </a:r>
            <a:endParaRPr lang="en-GB" altLang="en-US"/>
          </a:p>
          <a:p>
            <a:pPr lvl="4"/>
            <a:r>
              <a:rPr lang="en-GB" altLang="en-US"/>
              <a:t>Seventh Outline Level</a:t>
            </a:r>
            <a:endParaRPr lang="en-GB" altLang="en-US"/>
          </a:p>
          <a:p>
            <a:pPr lvl="4"/>
            <a:r>
              <a:rPr lang="en-GB" altLang="en-US"/>
              <a:t>Eighth Outline Level</a:t>
            </a:r>
            <a:endParaRPr lang="en-GB" altLang="en-US"/>
          </a:p>
          <a:p>
            <a:pPr lvl="4"/>
            <a:r>
              <a:rPr lang="en-GB" altLang="en-US"/>
              <a:t>Ninth Outline Level</a:t>
            </a:r>
            <a:endParaRPr lang="en-GB" altLang="en-US"/>
          </a:p>
        </p:txBody>
      </p:sp>
      <p:sp>
        <p:nvSpPr>
          <p:cNvPr id="2" name="Rectangle 3"/>
          <p:cNvSpPr>
            <a:spLocks noGrp="1" noChangeArrowheads="1"/>
          </p:cNvSpPr>
          <p:nvPr>
            <p:ph type="dt"/>
          </p:nvPr>
        </p:nvSpPr>
        <p:spPr bwMode="auto">
          <a:xfrm>
            <a:off x="503238" y="6886575"/>
            <a:ext cx="2343150" cy="515938"/>
          </a:xfrm>
          <a:prstGeom prst="rect">
            <a:avLst/>
          </a:prstGeom>
          <a:noFill/>
          <a:ln>
            <a:noFill/>
          </a:ln>
          <a:effectLst/>
        </p:spPr>
        <p:txBody>
          <a:bodyPr vert="horz" wrap="square" lIns="0" tIns="0" rIns="0" bIns="0" numCol="1" anchor="t" anchorCtr="0" compatLnSpc="1"/>
          <a:lstStyle>
            <a:lvl1pPr eaLnBrk="1">
              <a:lnSpc>
                <a:spcPct val="93000"/>
              </a:lnSpc>
              <a:buClrTx/>
              <a:buSzPct val="100000"/>
              <a:buFontTx/>
              <a:buNone/>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panose="020B0604020202020204" pitchFamily="34" charset="0"/>
                <a:ea typeface="Microsoft YaHei" panose="020B0503020204020204" pitchFamily="34" charset="-122"/>
              </a:defRPr>
            </a:lvl1pPr>
          </a:lstStyle>
          <a:p>
            <a:pPr>
              <a:defRPr/>
            </a:pPr>
            <a:endParaRPr lang="en-US" altLang="en-US"/>
          </a:p>
        </p:txBody>
      </p:sp>
      <p:sp>
        <p:nvSpPr>
          <p:cNvPr id="1028" name="Rectangle 4"/>
          <p:cNvSpPr>
            <a:spLocks noGrp="1" noChangeArrowheads="1"/>
          </p:cNvSpPr>
          <p:nvPr>
            <p:ph type="ftr"/>
          </p:nvPr>
        </p:nvSpPr>
        <p:spPr bwMode="auto">
          <a:xfrm>
            <a:off x="3448050" y="6886575"/>
            <a:ext cx="3190875" cy="515938"/>
          </a:xfrm>
          <a:prstGeom prst="rect">
            <a:avLst/>
          </a:prstGeom>
          <a:noFill/>
          <a:ln>
            <a:noFill/>
          </a:ln>
          <a:effectLst/>
        </p:spPr>
        <p:txBody>
          <a:bodyPr vert="horz" wrap="square" lIns="0" tIns="0" rIns="0" bIns="0" numCol="1" anchor="t" anchorCtr="0" compatLnSpc="1"/>
          <a:lstStyle>
            <a:lvl1pPr eaLnBrk="1">
              <a:lnSpc>
                <a:spcPct val="93000"/>
              </a:lnSpc>
              <a:buClrTx/>
              <a:buSzPct val="100000"/>
              <a:buFontTx/>
              <a:buNone/>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panose="020B0604020202020204" pitchFamily="34" charset="0"/>
                <a:ea typeface="Microsoft YaHei" panose="020B0503020204020204" pitchFamily="34" charset="-122"/>
              </a:defRPr>
            </a:lvl1pPr>
          </a:lstStyle>
          <a:p>
            <a:pPr>
              <a:defRPr/>
            </a:pPr>
            <a:endParaRPr lang="en-US" altLang="en-US"/>
          </a:p>
        </p:txBody>
      </p:sp>
      <p:sp>
        <p:nvSpPr>
          <p:cNvPr id="1029" name="Rectangle 5"/>
          <p:cNvSpPr>
            <a:spLocks noGrp="1" noChangeArrowheads="1"/>
          </p:cNvSpPr>
          <p:nvPr>
            <p:ph type="sldNum"/>
          </p:nvPr>
        </p:nvSpPr>
        <p:spPr bwMode="auto">
          <a:xfrm>
            <a:off x="7227888" y="6886575"/>
            <a:ext cx="2343150" cy="515938"/>
          </a:xfrm>
          <a:prstGeom prst="rect">
            <a:avLst/>
          </a:prstGeom>
          <a:noFill/>
          <a:ln>
            <a:noFill/>
          </a:ln>
          <a:effectLst/>
        </p:spPr>
        <p:txBody>
          <a:bodyPr vert="horz" wrap="square" lIns="0" tIns="0" rIns="0" bIns="0" numCol="1" anchor="t" anchorCtr="0" compatLnSpc="1"/>
          <a:lstStyle>
            <a:lvl1pPr eaLnBrk="1">
              <a:lnSpc>
                <a:spcPct val="93000"/>
              </a:lnSpc>
              <a:buSzPct val="10000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defRPr>
            </a:lvl1pPr>
          </a:lstStyle>
          <a:p>
            <a:pPr>
              <a:defRPr/>
            </a:pPr>
            <a:fld id="{19C680DD-BAEE-42FA-A231-422420A9F711}" type="slidenum">
              <a:rPr lang="en-US" altLang="en-US"/>
            </a:fld>
            <a:endParaRPr lang="en-US"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Lst>
  <p:txStyles>
    <p:titleStyle>
      <a:lvl1pPr algn="ctr" defTabSz="457200" rtl="0" eaLnBrk="0" fontAlgn="base" hangingPunct="0">
        <a:lnSpc>
          <a:spcPct val="93000"/>
        </a:lnSpc>
        <a:spcBef>
          <a:spcPct val="0"/>
        </a:spcBef>
        <a:spcAft>
          <a:spcPct val="0"/>
        </a:spcAft>
        <a:buClr>
          <a:srgbClr val="000000"/>
        </a:buClr>
        <a:buSzPct val="100000"/>
        <a:buFont typeface="Times New Roman" panose="02020603050405020304" pitchFamily="16" charset="0"/>
        <a:defRPr sz="4400">
          <a:solidFill>
            <a:srgbClr val="000000"/>
          </a:solidFill>
          <a:latin typeface="+mj-lt"/>
          <a:ea typeface="+mj-ea"/>
          <a:cs typeface="+mj-cs"/>
        </a:defRPr>
      </a:lvl1pPr>
      <a:lvl2pPr algn="ctr" defTabSz="457200" rtl="0" eaLnBrk="0" fontAlgn="base" hangingPunct="0">
        <a:lnSpc>
          <a:spcPct val="93000"/>
        </a:lnSpc>
        <a:spcBef>
          <a:spcPct val="0"/>
        </a:spcBef>
        <a:spcAft>
          <a:spcPct val="0"/>
        </a:spcAft>
        <a:buClr>
          <a:srgbClr val="000000"/>
        </a:buClr>
        <a:buSzPct val="100000"/>
        <a:buFont typeface="Times New Roman" panose="02020603050405020304" pitchFamily="16" charset="0"/>
        <a:defRPr sz="4400">
          <a:solidFill>
            <a:srgbClr val="000000"/>
          </a:solidFill>
          <a:latin typeface="Arial" panose="020B0604020202020204" pitchFamily="34" charset="0"/>
          <a:ea typeface="Microsoft YaHei" panose="020B0503020204020204" pitchFamily="34" charset="-122"/>
        </a:defRPr>
      </a:lvl2pPr>
      <a:lvl3pPr algn="ctr" defTabSz="457200" rtl="0" eaLnBrk="0" fontAlgn="base" hangingPunct="0">
        <a:lnSpc>
          <a:spcPct val="93000"/>
        </a:lnSpc>
        <a:spcBef>
          <a:spcPct val="0"/>
        </a:spcBef>
        <a:spcAft>
          <a:spcPct val="0"/>
        </a:spcAft>
        <a:buClr>
          <a:srgbClr val="000000"/>
        </a:buClr>
        <a:buSzPct val="100000"/>
        <a:buFont typeface="Times New Roman" panose="02020603050405020304" pitchFamily="16" charset="0"/>
        <a:defRPr sz="4400">
          <a:solidFill>
            <a:srgbClr val="000000"/>
          </a:solidFill>
          <a:latin typeface="Arial" panose="020B0604020202020204" pitchFamily="34" charset="0"/>
          <a:ea typeface="Microsoft YaHei" panose="020B0503020204020204" pitchFamily="34" charset="-122"/>
        </a:defRPr>
      </a:lvl3pPr>
      <a:lvl4pPr algn="ctr" defTabSz="457200" rtl="0" eaLnBrk="0" fontAlgn="base" hangingPunct="0">
        <a:lnSpc>
          <a:spcPct val="93000"/>
        </a:lnSpc>
        <a:spcBef>
          <a:spcPct val="0"/>
        </a:spcBef>
        <a:spcAft>
          <a:spcPct val="0"/>
        </a:spcAft>
        <a:buClr>
          <a:srgbClr val="000000"/>
        </a:buClr>
        <a:buSzPct val="100000"/>
        <a:buFont typeface="Times New Roman" panose="02020603050405020304" pitchFamily="16" charset="0"/>
        <a:defRPr sz="4400">
          <a:solidFill>
            <a:srgbClr val="000000"/>
          </a:solidFill>
          <a:latin typeface="Arial" panose="020B0604020202020204" pitchFamily="34" charset="0"/>
          <a:ea typeface="Microsoft YaHei" panose="020B0503020204020204" pitchFamily="34" charset="-122"/>
        </a:defRPr>
      </a:lvl4pPr>
      <a:lvl5pPr algn="ctr" defTabSz="457200" rtl="0" eaLnBrk="0" fontAlgn="base" hangingPunct="0">
        <a:lnSpc>
          <a:spcPct val="93000"/>
        </a:lnSpc>
        <a:spcBef>
          <a:spcPct val="0"/>
        </a:spcBef>
        <a:spcAft>
          <a:spcPct val="0"/>
        </a:spcAft>
        <a:buClr>
          <a:srgbClr val="000000"/>
        </a:buClr>
        <a:buSzPct val="100000"/>
        <a:buFont typeface="Times New Roman" panose="02020603050405020304" pitchFamily="16" charset="0"/>
        <a:defRPr sz="4400">
          <a:solidFill>
            <a:srgbClr val="000000"/>
          </a:solidFill>
          <a:latin typeface="Arial" panose="020B0604020202020204" pitchFamily="34" charset="0"/>
          <a:ea typeface="Microsoft YaHei" panose="020B0503020204020204" pitchFamily="34" charset="-122"/>
        </a:defRPr>
      </a:lvl5pPr>
      <a:lvl6pPr marL="2514600" indent="-228600" algn="ctr" defTabSz="457200" rtl="0" fontAlgn="base" hangingPunct="0">
        <a:lnSpc>
          <a:spcPct val="93000"/>
        </a:lnSpc>
        <a:spcBef>
          <a:spcPct val="0"/>
        </a:spcBef>
        <a:spcAft>
          <a:spcPct val="0"/>
        </a:spcAft>
        <a:buClr>
          <a:srgbClr val="000000"/>
        </a:buClr>
        <a:buSzPct val="100000"/>
        <a:buFont typeface="Times New Roman" panose="02020603050405020304" pitchFamily="16" charset="0"/>
        <a:defRPr sz="4400">
          <a:solidFill>
            <a:srgbClr val="000000"/>
          </a:solidFill>
          <a:latin typeface="Arial" panose="020B0604020202020204" pitchFamily="34" charset="0"/>
          <a:ea typeface="Microsoft YaHei" panose="020B0503020204020204" pitchFamily="34" charset="-122"/>
        </a:defRPr>
      </a:lvl6pPr>
      <a:lvl7pPr marL="2971800" indent="-228600" algn="ctr" defTabSz="457200" rtl="0" fontAlgn="base" hangingPunct="0">
        <a:lnSpc>
          <a:spcPct val="93000"/>
        </a:lnSpc>
        <a:spcBef>
          <a:spcPct val="0"/>
        </a:spcBef>
        <a:spcAft>
          <a:spcPct val="0"/>
        </a:spcAft>
        <a:buClr>
          <a:srgbClr val="000000"/>
        </a:buClr>
        <a:buSzPct val="100000"/>
        <a:buFont typeface="Times New Roman" panose="02020603050405020304" pitchFamily="16" charset="0"/>
        <a:defRPr sz="4400">
          <a:solidFill>
            <a:srgbClr val="000000"/>
          </a:solidFill>
          <a:latin typeface="Arial" panose="020B0604020202020204" pitchFamily="34" charset="0"/>
          <a:ea typeface="Microsoft YaHei" panose="020B0503020204020204" pitchFamily="34" charset="-122"/>
        </a:defRPr>
      </a:lvl7pPr>
      <a:lvl8pPr marL="3429000" indent="-228600" algn="ctr" defTabSz="457200" rtl="0" fontAlgn="base" hangingPunct="0">
        <a:lnSpc>
          <a:spcPct val="93000"/>
        </a:lnSpc>
        <a:spcBef>
          <a:spcPct val="0"/>
        </a:spcBef>
        <a:spcAft>
          <a:spcPct val="0"/>
        </a:spcAft>
        <a:buClr>
          <a:srgbClr val="000000"/>
        </a:buClr>
        <a:buSzPct val="100000"/>
        <a:buFont typeface="Times New Roman" panose="02020603050405020304" pitchFamily="16" charset="0"/>
        <a:defRPr sz="4400">
          <a:solidFill>
            <a:srgbClr val="000000"/>
          </a:solidFill>
          <a:latin typeface="Arial" panose="020B0604020202020204" pitchFamily="34" charset="0"/>
          <a:ea typeface="Microsoft YaHei" panose="020B0503020204020204" pitchFamily="34" charset="-122"/>
        </a:defRPr>
      </a:lvl8pPr>
      <a:lvl9pPr marL="3886200" indent="-228600" algn="ctr" defTabSz="457200" rtl="0" fontAlgn="base" hangingPunct="0">
        <a:lnSpc>
          <a:spcPct val="93000"/>
        </a:lnSpc>
        <a:spcBef>
          <a:spcPct val="0"/>
        </a:spcBef>
        <a:spcAft>
          <a:spcPct val="0"/>
        </a:spcAft>
        <a:buClr>
          <a:srgbClr val="000000"/>
        </a:buClr>
        <a:buSzPct val="100000"/>
        <a:buFont typeface="Times New Roman" panose="02020603050405020304" pitchFamily="16" charset="0"/>
        <a:defRPr sz="4400">
          <a:solidFill>
            <a:srgbClr val="000000"/>
          </a:solidFill>
          <a:latin typeface="Arial" panose="020B0604020202020204" pitchFamily="34" charset="0"/>
          <a:ea typeface="Microsoft YaHei" panose="020B0503020204020204" pitchFamily="34" charset="-122"/>
        </a:defRPr>
      </a:lvl9pPr>
    </p:titleStyle>
    <p:bodyStyle>
      <a:lvl1pPr marL="342900" indent="-342900" algn="l" defTabSz="457200" rtl="0" eaLnBrk="0" fontAlgn="base" hangingPunct="0">
        <a:lnSpc>
          <a:spcPct val="93000"/>
        </a:lnSpc>
        <a:spcBef>
          <a:spcPct val="0"/>
        </a:spcBef>
        <a:spcAft>
          <a:spcPts val="1415"/>
        </a:spcAft>
        <a:buClr>
          <a:srgbClr val="000000"/>
        </a:buClr>
        <a:buSzPct val="100000"/>
        <a:buFont typeface="Times New Roman" panose="02020603050405020304" pitchFamily="16" charset="0"/>
        <a:defRPr sz="3200">
          <a:solidFill>
            <a:srgbClr val="000000"/>
          </a:solidFill>
          <a:latin typeface="+mn-lt"/>
          <a:ea typeface="+mn-ea"/>
          <a:cs typeface="+mn-cs"/>
        </a:defRPr>
      </a:lvl1pPr>
      <a:lvl2pPr marL="742950" indent="-285750" algn="l" defTabSz="457200" rtl="0" eaLnBrk="0" fontAlgn="base" hangingPunct="0">
        <a:lnSpc>
          <a:spcPct val="93000"/>
        </a:lnSpc>
        <a:spcBef>
          <a:spcPct val="0"/>
        </a:spcBef>
        <a:spcAft>
          <a:spcPts val="1140"/>
        </a:spcAft>
        <a:buClr>
          <a:srgbClr val="000000"/>
        </a:buClr>
        <a:buSzPct val="100000"/>
        <a:buFont typeface="Times New Roman" panose="02020603050405020304" pitchFamily="16" charset="0"/>
        <a:defRPr sz="2800">
          <a:solidFill>
            <a:srgbClr val="000000"/>
          </a:solidFill>
          <a:latin typeface="+mn-lt"/>
          <a:ea typeface="+mn-ea"/>
        </a:defRPr>
      </a:lvl2pPr>
      <a:lvl3pPr marL="1143000" indent="-228600" algn="l" defTabSz="457200" rtl="0" eaLnBrk="0" fontAlgn="base" hangingPunct="0">
        <a:lnSpc>
          <a:spcPct val="93000"/>
        </a:lnSpc>
        <a:spcBef>
          <a:spcPct val="0"/>
        </a:spcBef>
        <a:spcAft>
          <a:spcPts val="850"/>
        </a:spcAft>
        <a:buClr>
          <a:srgbClr val="000000"/>
        </a:buClr>
        <a:buSzPct val="100000"/>
        <a:buFont typeface="Times New Roman" panose="02020603050405020304" pitchFamily="16" charset="0"/>
        <a:defRPr sz="2400">
          <a:solidFill>
            <a:srgbClr val="000000"/>
          </a:solidFill>
          <a:latin typeface="+mn-lt"/>
          <a:ea typeface="+mn-ea"/>
        </a:defRPr>
      </a:lvl3pPr>
      <a:lvl4pPr marL="1600200" indent="-228600" algn="l" defTabSz="457200" rtl="0" eaLnBrk="0" fontAlgn="base" hangingPunct="0">
        <a:lnSpc>
          <a:spcPct val="93000"/>
        </a:lnSpc>
        <a:spcBef>
          <a:spcPct val="0"/>
        </a:spcBef>
        <a:spcAft>
          <a:spcPts val="575"/>
        </a:spcAft>
        <a:buClr>
          <a:srgbClr val="000000"/>
        </a:buClr>
        <a:buSzPct val="100000"/>
        <a:buFont typeface="Times New Roman" panose="02020603050405020304" pitchFamily="16" charset="0"/>
        <a:defRPr sz="2000">
          <a:solidFill>
            <a:srgbClr val="000000"/>
          </a:solidFill>
          <a:latin typeface="+mn-lt"/>
          <a:ea typeface="+mn-ea"/>
        </a:defRPr>
      </a:lvl4pPr>
      <a:lvl5pPr marL="2057400" indent="-228600" algn="l" defTabSz="457200" rtl="0" eaLnBrk="0" fontAlgn="base" hangingPunct="0">
        <a:lnSpc>
          <a:spcPct val="93000"/>
        </a:lnSpc>
        <a:spcBef>
          <a:spcPct val="0"/>
        </a:spcBef>
        <a:spcAft>
          <a:spcPts val="290"/>
        </a:spcAft>
        <a:buClr>
          <a:srgbClr val="000000"/>
        </a:buClr>
        <a:buSzPct val="100000"/>
        <a:buFont typeface="Times New Roman" panose="02020603050405020304" pitchFamily="16" charset="0"/>
        <a:defRPr sz="2000">
          <a:solidFill>
            <a:srgbClr val="000000"/>
          </a:solidFill>
          <a:latin typeface="+mn-lt"/>
          <a:ea typeface="+mn-ea"/>
        </a:defRPr>
      </a:lvl5pPr>
      <a:lvl6pPr marL="2514600" indent="-228600" algn="l" defTabSz="457200" rtl="0" fontAlgn="base" hangingPunct="0">
        <a:lnSpc>
          <a:spcPct val="93000"/>
        </a:lnSpc>
        <a:spcBef>
          <a:spcPct val="0"/>
        </a:spcBef>
        <a:spcAft>
          <a:spcPts val="290"/>
        </a:spcAft>
        <a:buClr>
          <a:srgbClr val="000000"/>
        </a:buClr>
        <a:buSzPct val="100000"/>
        <a:buFont typeface="Times New Roman" panose="02020603050405020304" pitchFamily="16" charset="0"/>
        <a:defRPr sz="2000">
          <a:solidFill>
            <a:srgbClr val="000000"/>
          </a:solidFill>
          <a:latin typeface="+mn-lt"/>
          <a:ea typeface="+mn-ea"/>
        </a:defRPr>
      </a:lvl6pPr>
      <a:lvl7pPr marL="2971800" indent="-228600" algn="l" defTabSz="457200" rtl="0" fontAlgn="base" hangingPunct="0">
        <a:lnSpc>
          <a:spcPct val="93000"/>
        </a:lnSpc>
        <a:spcBef>
          <a:spcPct val="0"/>
        </a:spcBef>
        <a:spcAft>
          <a:spcPts val="290"/>
        </a:spcAft>
        <a:buClr>
          <a:srgbClr val="000000"/>
        </a:buClr>
        <a:buSzPct val="100000"/>
        <a:buFont typeface="Times New Roman" panose="02020603050405020304" pitchFamily="16" charset="0"/>
        <a:defRPr sz="2000">
          <a:solidFill>
            <a:srgbClr val="000000"/>
          </a:solidFill>
          <a:latin typeface="+mn-lt"/>
          <a:ea typeface="+mn-ea"/>
        </a:defRPr>
      </a:lvl7pPr>
      <a:lvl8pPr marL="3429000" indent="-228600" algn="l" defTabSz="457200" rtl="0" fontAlgn="base" hangingPunct="0">
        <a:lnSpc>
          <a:spcPct val="93000"/>
        </a:lnSpc>
        <a:spcBef>
          <a:spcPct val="0"/>
        </a:spcBef>
        <a:spcAft>
          <a:spcPts val="290"/>
        </a:spcAft>
        <a:buClr>
          <a:srgbClr val="000000"/>
        </a:buClr>
        <a:buSzPct val="100000"/>
        <a:buFont typeface="Times New Roman" panose="02020603050405020304" pitchFamily="16" charset="0"/>
        <a:defRPr sz="2000">
          <a:solidFill>
            <a:srgbClr val="000000"/>
          </a:solidFill>
          <a:latin typeface="+mn-lt"/>
          <a:ea typeface="+mn-ea"/>
        </a:defRPr>
      </a:lvl8pPr>
      <a:lvl9pPr marL="3886200" indent="-228600" algn="l" defTabSz="457200" rtl="0" fontAlgn="base" hangingPunct="0">
        <a:lnSpc>
          <a:spcPct val="93000"/>
        </a:lnSpc>
        <a:spcBef>
          <a:spcPct val="0"/>
        </a:spcBef>
        <a:spcAft>
          <a:spcPts val="290"/>
        </a:spcAft>
        <a:buClr>
          <a:srgbClr val="000000"/>
        </a:buClr>
        <a:buSzPct val="100000"/>
        <a:buFont typeface="Times New Roman" panose="02020603050405020304" pitchFamily="16" charset="0"/>
        <a:defRPr sz="2000">
          <a:solidFill>
            <a:srgbClr val="000000"/>
          </a:solidFill>
          <a:latin typeface="+mn-lt"/>
          <a:ea typeface="+mn-ea"/>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12.xml"/><Relationship Id="rId1" Type="http://schemas.openxmlformats.org/officeDocument/2006/relationships/image" Target="../media/image1.png"/></Relationships>
</file>

<file path=ppt/slides/_rels/slide3.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12.xml"/><Relationship Id="rId1" Type="http://schemas.openxmlformats.org/officeDocument/2006/relationships/image" Target="../media/image2.png"/></Relationships>
</file>

<file path=ppt/slides/_rels/slide4.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12.xml"/><Relationship Id="rId1" Type="http://schemas.openxmlformats.org/officeDocument/2006/relationships/image" Target="../media/image3.png"/></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1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1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12.xml"/></Relationships>
</file>

<file path=ppt/slides/_rels/slide30.xml.rels><?xml version="1.0" encoding="UTF-8" standalone="yes"?>
<Relationships xmlns="http://schemas.openxmlformats.org/package/2006/relationships"><Relationship Id="rId3" Type="http://schemas.openxmlformats.org/officeDocument/2006/relationships/notesSlide" Target="../notesSlides/notesSlide30.xml"/><Relationship Id="rId2" Type="http://schemas.openxmlformats.org/officeDocument/2006/relationships/slideLayout" Target="../slideLayouts/slideLayout12.xml"/><Relationship Id="rId1" Type="http://schemas.openxmlformats.org/officeDocument/2006/relationships/image" Target="../media/image4.png"/></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1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1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12.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12.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12.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12.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12.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12.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12.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12.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12.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12.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12.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12.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12.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12.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12.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12.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12.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12.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12.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12.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53.xml"/><Relationship Id="rId1" Type="http://schemas.openxmlformats.org/officeDocument/2006/relationships/slideLayout" Target="../slideLayouts/slideLayout12.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54.xml"/><Relationship Id="rId1" Type="http://schemas.openxmlformats.org/officeDocument/2006/relationships/slideLayout" Target="../slideLayouts/slideLayout12.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55.xml"/><Relationship Id="rId1" Type="http://schemas.openxmlformats.org/officeDocument/2006/relationships/slideLayout" Target="../slideLayouts/slideLayout12.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56.xml"/><Relationship Id="rId1" Type="http://schemas.openxmlformats.org/officeDocument/2006/relationships/slideLayout" Target="../slideLayouts/slideLayout12.xml"/></Relationships>
</file>

<file path=ppt/slides/_rels/slide57.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5.png"/></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3" Type="http://schemas.openxmlformats.org/officeDocument/2006/relationships/notesSlide" Target="../notesSlides/notesSlide57.xml"/><Relationship Id="rId2" Type="http://schemas.openxmlformats.org/officeDocument/2006/relationships/slideLayout" Target="../slideLayouts/slideLayout12.xml"/><Relationship Id="rId1" Type="http://schemas.openxmlformats.org/officeDocument/2006/relationships/image" Target="../media/image6.png"/></Relationships>
</file>

<file path=ppt/slides/_rels/slide62.xml.rels><?xml version="1.0" encoding="UTF-8" standalone="yes"?>
<Relationships xmlns="http://schemas.openxmlformats.org/package/2006/relationships"><Relationship Id="rId3" Type="http://schemas.openxmlformats.org/officeDocument/2006/relationships/notesSlide" Target="../notesSlides/notesSlide58.xml"/><Relationship Id="rId2" Type="http://schemas.openxmlformats.org/officeDocument/2006/relationships/slideLayout" Target="../slideLayouts/slideLayout12.xml"/><Relationship Id="rId1" Type="http://schemas.openxmlformats.org/officeDocument/2006/relationships/image" Target="../media/image7.png"/></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2" Type="http://schemas.openxmlformats.org/officeDocument/2006/relationships/notesSlide" Target="../notesSlides/notesSlide59.xml"/><Relationship Id="rId1" Type="http://schemas.openxmlformats.org/officeDocument/2006/relationships/slideLayout" Target="../slideLayouts/slideLayout12.xml"/></Relationships>
</file>

<file path=ppt/slides/_rels/slide65.xml.rels><?xml version="1.0" encoding="UTF-8" standalone="yes"?>
<Relationships xmlns="http://schemas.openxmlformats.org/package/2006/relationships"><Relationship Id="rId2" Type="http://schemas.openxmlformats.org/officeDocument/2006/relationships/notesSlide" Target="../notesSlides/notesSlide60.xml"/><Relationship Id="rId1" Type="http://schemas.openxmlformats.org/officeDocument/2006/relationships/slideLayout" Target="../slideLayouts/slideLayout12.xml"/></Relationships>
</file>

<file path=ppt/slides/_rels/slide66.xml.rels><?xml version="1.0" encoding="UTF-8" standalone="yes"?>
<Relationships xmlns="http://schemas.openxmlformats.org/package/2006/relationships"><Relationship Id="rId2" Type="http://schemas.openxmlformats.org/officeDocument/2006/relationships/notesSlide" Target="../notesSlides/notesSlide61.xml"/><Relationship Id="rId1" Type="http://schemas.openxmlformats.org/officeDocument/2006/relationships/slideLayout" Target="../slideLayouts/slideLayout12.xml"/></Relationships>
</file>

<file path=ppt/slides/_rels/slide67.xml.rels><?xml version="1.0" encoding="UTF-8" standalone="yes"?>
<Relationships xmlns="http://schemas.openxmlformats.org/package/2006/relationships"><Relationship Id="rId2" Type="http://schemas.openxmlformats.org/officeDocument/2006/relationships/notesSlide" Target="../notesSlides/notesSlide62.xml"/><Relationship Id="rId1" Type="http://schemas.openxmlformats.org/officeDocument/2006/relationships/slideLayout" Target="../slideLayouts/slideLayout12.xml"/></Relationships>
</file>

<file path=ppt/slides/_rels/slide68.xml.rels><?xml version="1.0" encoding="UTF-8" standalone="yes"?>
<Relationships xmlns="http://schemas.openxmlformats.org/package/2006/relationships"><Relationship Id="rId2" Type="http://schemas.openxmlformats.org/officeDocument/2006/relationships/notesSlide" Target="../notesSlides/notesSlide63.xml"/><Relationship Id="rId1" Type="http://schemas.openxmlformats.org/officeDocument/2006/relationships/slideLayout" Target="../slideLayouts/slideLayout12.xml"/></Relationships>
</file>

<file path=ppt/slides/_rels/slide69.xml.rels><?xml version="1.0" encoding="UTF-8" standalone="yes"?>
<Relationships xmlns="http://schemas.openxmlformats.org/package/2006/relationships"><Relationship Id="rId2" Type="http://schemas.openxmlformats.org/officeDocument/2006/relationships/notesSlide" Target="../notesSlides/notesSlide64.xml"/><Relationship Id="rId1" Type="http://schemas.openxmlformats.org/officeDocument/2006/relationships/slideLayout" Target="../slideLayouts/slideLayout12.xml"/></Relationships>
</file>

<file path=ppt/slides/_rels/slide70.xml.rels><?xml version="1.0" encoding="UTF-8" standalone="yes"?>
<Relationships xmlns="http://schemas.openxmlformats.org/package/2006/relationships"><Relationship Id="rId2" Type="http://schemas.openxmlformats.org/officeDocument/2006/relationships/notesSlide" Target="../notesSlides/notesSlide65.xml"/><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073" name="Rectangle 1"/>
          <p:cNvSpPr>
            <a:spLocks noGrp="1" noChangeArrowheads="1"/>
          </p:cNvSpPr>
          <p:nvPr>
            <p:ph type="subTitle"/>
          </p:nvPr>
        </p:nvSpPr>
        <p:spPr>
          <a:xfrm>
            <a:off x="530225" y="539750"/>
            <a:ext cx="9070975" cy="6769100"/>
          </a:xfrm>
        </p:spPr>
        <p:txBody>
          <a:bodyPr tIns="42480"/>
          <a:lstStyle/>
          <a:p>
            <a:pPr marL="342900" indent="-339725" eaLnBrk="1">
              <a:buClrTx/>
              <a:buFontTx/>
              <a:buNone/>
              <a:tabLst>
                <a:tab pos="342900" algn="l"/>
                <a:tab pos="455295" algn="l"/>
                <a:tab pos="912495" algn="l"/>
                <a:tab pos="1369695" algn="l"/>
                <a:tab pos="1826895" algn="l"/>
                <a:tab pos="2284095" algn="l"/>
                <a:tab pos="2741295" algn="l"/>
                <a:tab pos="3198495" algn="l"/>
                <a:tab pos="3655695" algn="l"/>
                <a:tab pos="4112895" algn="l"/>
                <a:tab pos="4570095" algn="l"/>
                <a:tab pos="5027295" algn="l"/>
                <a:tab pos="5484495" algn="l"/>
                <a:tab pos="5941695" algn="l"/>
                <a:tab pos="6398895" algn="l"/>
                <a:tab pos="6856095" algn="l"/>
                <a:tab pos="7313295" algn="l"/>
                <a:tab pos="7770495" algn="l"/>
                <a:tab pos="8227695" algn="l"/>
                <a:tab pos="8684895" algn="l"/>
                <a:tab pos="9142095" algn="l"/>
              </a:tabLst>
              <a:defRPr/>
            </a:pPr>
            <a:r>
              <a:rPr lang="en-US" altLang="en-US" sz="4800" dirty="0">
                <a:latin typeface="Comic Sans MS" panose="030F0702030302020204" pitchFamily="66" charset="0"/>
              </a:rPr>
              <a:t>Foundational Concepts</a:t>
            </a:r>
            <a:endParaRPr lang="en-US" altLang="en-US" sz="4800" dirty="0">
              <a:latin typeface="Comic Sans MS" panose="030F0702030302020204" pitchFamily="66" charset="0"/>
            </a:endParaRPr>
          </a:p>
          <a:p>
            <a:pPr marL="342900" indent="-339725" algn="r" eaLnBrk="1">
              <a:buClrTx/>
              <a:buFontTx/>
              <a:buNone/>
              <a:tabLst>
                <a:tab pos="342900" algn="l"/>
                <a:tab pos="455295" algn="l"/>
                <a:tab pos="912495" algn="l"/>
                <a:tab pos="1369695" algn="l"/>
                <a:tab pos="1826895" algn="l"/>
                <a:tab pos="2284095" algn="l"/>
                <a:tab pos="2741295" algn="l"/>
                <a:tab pos="3198495" algn="l"/>
                <a:tab pos="3655695" algn="l"/>
                <a:tab pos="4112895" algn="l"/>
                <a:tab pos="4570095" algn="l"/>
                <a:tab pos="5027295" algn="l"/>
                <a:tab pos="5484495" algn="l"/>
                <a:tab pos="5941695" algn="l"/>
                <a:tab pos="6398895" algn="l"/>
                <a:tab pos="6856095" algn="l"/>
                <a:tab pos="7313295" algn="l"/>
                <a:tab pos="7770495" algn="l"/>
                <a:tab pos="8227695" algn="l"/>
                <a:tab pos="8684895" algn="l"/>
                <a:tab pos="9142095" algn="l"/>
              </a:tabLst>
              <a:defRPr/>
            </a:pPr>
            <a:endParaRPr lang="en-US" altLang="en-US" sz="2000" dirty="0">
              <a:latin typeface="Comic Sans MS" panose="030F0702030302020204" pitchFamily="66" charset="0"/>
            </a:endParaRPr>
          </a:p>
          <a:p>
            <a:pPr marL="342900" indent="-339725" algn="r" eaLnBrk="1">
              <a:buClrTx/>
              <a:buFontTx/>
              <a:buNone/>
              <a:tabLst>
                <a:tab pos="342900" algn="l"/>
                <a:tab pos="455295" algn="l"/>
                <a:tab pos="912495" algn="l"/>
                <a:tab pos="1369695" algn="l"/>
                <a:tab pos="1826895" algn="l"/>
                <a:tab pos="2284095" algn="l"/>
                <a:tab pos="2741295" algn="l"/>
                <a:tab pos="3198495" algn="l"/>
                <a:tab pos="3655695" algn="l"/>
                <a:tab pos="4112895" algn="l"/>
                <a:tab pos="4570095" algn="l"/>
                <a:tab pos="5027295" algn="l"/>
                <a:tab pos="5484495" algn="l"/>
                <a:tab pos="5941695" algn="l"/>
                <a:tab pos="6398895" algn="l"/>
                <a:tab pos="6856095" algn="l"/>
                <a:tab pos="7313295" algn="l"/>
                <a:tab pos="7770495" algn="l"/>
                <a:tab pos="8227695" algn="l"/>
                <a:tab pos="8684895" algn="l"/>
                <a:tab pos="9142095" algn="l"/>
              </a:tabLst>
              <a:defRPr/>
            </a:pPr>
            <a:endParaRPr lang="en-US" altLang="en-US" sz="2000" dirty="0">
              <a:latin typeface="Comic Sans MS" panose="030F0702030302020204" pitchFamily="66" charset="0"/>
            </a:endParaRPr>
          </a:p>
          <a:p>
            <a:pPr marL="342900" indent="-339725" algn="r" eaLnBrk="1">
              <a:buClrTx/>
              <a:buFontTx/>
              <a:buNone/>
              <a:tabLst>
                <a:tab pos="342900" algn="l"/>
                <a:tab pos="455295" algn="l"/>
                <a:tab pos="912495" algn="l"/>
                <a:tab pos="1369695" algn="l"/>
                <a:tab pos="1826895" algn="l"/>
                <a:tab pos="2284095" algn="l"/>
                <a:tab pos="2741295" algn="l"/>
                <a:tab pos="3198495" algn="l"/>
                <a:tab pos="3655695" algn="l"/>
                <a:tab pos="4112895" algn="l"/>
                <a:tab pos="4570095" algn="l"/>
                <a:tab pos="5027295" algn="l"/>
                <a:tab pos="5484495" algn="l"/>
                <a:tab pos="5941695" algn="l"/>
                <a:tab pos="6398895" algn="l"/>
                <a:tab pos="6856095" algn="l"/>
                <a:tab pos="7313295" algn="l"/>
                <a:tab pos="7770495" algn="l"/>
                <a:tab pos="8227695" algn="l"/>
                <a:tab pos="8684895" algn="l"/>
                <a:tab pos="9142095" algn="l"/>
              </a:tabLst>
              <a:defRPr/>
            </a:pPr>
            <a:endParaRPr lang="en-US" altLang="en-US" sz="2000" dirty="0">
              <a:latin typeface="Comic Sans MS" panose="030F0702030302020204" pitchFamily="66" charset="0"/>
            </a:endParaRPr>
          </a:p>
          <a:p>
            <a:pPr marL="342900" indent="-339725" algn="r" eaLnBrk="1">
              <a:buClrTx/>
              <a:buFontTx/>
              <a:buNone/>
              <a:tabLst>
                <a:tab pos="342900" algn="l"/>
                <a:tab pos="455295" algn="l"/>
                <a:tab pos="912495" algn="l"/>
                <a:tab pos="1369695" algn="l"/>
                <a:tab pos="1826895" algn="l"/>
                <a:tab pos="2284095" algn="l"/>
                <a:tab pos="2741295" algn="l"/>
                <a:tab pos="3198495" algn="l"/>
                <a:tab pos="3655695" algn="l"/>
                <a:tab pos="4112895" algn="l"/>
                <a:tab pos="4570095" algn="l"/>
                <a:tab pos="5027295" algn="l"/>
                <a:tab pos="5484495" algn="l"/>
                <a:tab pos="5941695" algn="l"/>
                <a:tab pos="6398895" algn="l"/>
                <a:tab pos="6856095" algn="l"/>
                <a:tab pos="7313295" algn="l"/>
                <a:tab pos="7770495" algn="l"/>
                <a:tab pos="8227695" algn="l"/>
                <a:tab pos="8684895" algn="l"/>
                <a:tab pos="9142095" algn="l"/>
              </a:tabLst>
              <a:defRPr/>
            </a:pPr>
            <a:endParaRPr lang="en-US" altLang="en-US" sz="2000" dirty="0">
              <a:latin typeface="Comic Sans MS" panose="030F0702030302020204" pitchFamily="66" charset="0"/>
            </a:endParaRPr>
          </a:p>
          <a:p>
            <a:pPr marL="342900" indent="-339725" algn="r" eaLnBrk="1">
              <a:buClrTx/>
              <a:buFontTx/>
              <a:buNone/>
              <a:tabLst>
                <a:tab pos="342900" algn="l"/>
                <a:tab pos="455295" algn="l"/>
                <a:tab pos="912495" algn="l"/>
                <a:tab pos="1369695" algn="l"/>
                <a:tab pos="1826895" algn="l"/>
                <a:tab pos="2284095" algn="l"/>
                <a:tab pos="2741295" algn="l"/>
                <a:tab pos="3198495" algn="l"/>
                <a:tab pos="3655695" algn="l"/>
                <a:tab pos="4112895" algn="l"/>
                <a:tab pos="4570095" algn="l"/>
                <a:tab pos="5027295" algn="l"/>
                <a:tab pos="5484495" algn="l"/>
                <a:tab pos="5941695" algn="l"/>
                <a:tab pos="6398895" algn="l"/>
                <a:tab pos="6856095" algn="l"/>
                <a:tab pos="7313295" algn="l"/>
                <a:tab pos="7770495" algn="l"/>
                <a:tab pos="8227695" algn="l"/>
                <a:tab pos="8684895" algn="l"/>
                <a:tab pos="9142095" algn="l"/>
              </a:tabLst>
              <a:defRPr/>
            </a:pPr>
            <a:endParaRPr lang="en-US" altLang="en-US" sz="2000" dirty="0">
              <a:latin typeface="Comic Sans MS" panose="030F0702030302020204" pitchFamily="66" charset="0"/>
            </a:endParaRPr>
          </a:p>
          <a:p>
            <a:pPr marL="342900" indent="-339725" algn="r" eaLnBrk="1">
              <a:buClrTx/>
              <a:buFontTx/>
              <a:buNone/>
              <a:tabLst>
                <a:tab pos="342900" algn="l"/>
                <a:tab pos="455295" algn="l"/>
                <a:tab pos="912495" algn="l"/>
                <a:tab pos="1369695" algn="l"/>
                <a:tab pos="1826895" algn="l"/>
                <a:tab pos="2284095" algn="l"/>
                <a:tab pos="2741295" algn="l"/>
                <a:tab pos="3198495" algn="l"/>
                <a:tab pos="3655695" algn="l"/>
                <a:tab pos="4112895" algn="l"/>
                <a:tab pos="4570095" algn="l"/>
                <a:tab pos="5027295" algn="l"/>
                <a:tab pos="5484495" algn="l"/>
                <a:tab pos="5941695" algn="l"/>
                <a:tab pos="6398895" algn="l"/>
                <a:tab pos="6856095" algn="l"/>
                <a:tab pos="7313295" algn="l"/>
                <a:tab pos="7770495" algn="l"/>
                <a:tab pos="8227695" algn="l"/>
                <a:tab pos="8684895" algn="l"/>
                <a:tab pos="9142095" algn="l"/>
              </a:tabLst>
              <a:defRPr/>
            </a:pPr>
            <a:endParaRPr lang="en-US" altLang="en-US" sz="2000" dirty="0">
              <a:latin typeface="Comic Sans MS" panose="030F0702030302020204" pitchFamily="66" charset="0"/>
            </a:endParaRPr>
          </a:p>
          <a:p>
            <a:pPr marL="342900" indent="-339725" algn="r" eaLnBrk="1">
              <a:buClrTx/>
              <a:buFontTx/>
              <a:buNone/>
              <a:tabLst>
                <a:tab pos="342900" algn="l"/>
                <a:tab pos="455295" algn="l"/>
                <a:tab pos="912495" algn="l"/>
                <a:tab pos="1369695" algn="l"/>
                <a:tab pos="1826895" algn="l"/>
                <a:tab pos="2284095" algn="l"/>
                <a:tab pos="2741295" algn="l"/>
                <a:tab pos="3198495" algn="l"/>
                <a:tab pos="3655695" algn="l"/>
                <a:tab pos="4112895" algn="l"/>
                <a:tab pos="4570095" algn="l"/>
                <a:tab pos="5027295" algn="l"/>
                <a:tab pos="5484495" algn="l"/>
                <a:tab pos="5941695" algn="l"/>
                <a:tab pos="6398895" algn="l"/>
                <a:tab pos="6856095" algn="l"/>
                <a:tab pos="7313295" algn="l"/>
                <a:tab pos="7770495" algn="l"/>
                <a:tab pos="8227695" algn="l"/>
                <a:tab pos="8684895" algn="l"/>
                <a:tab pos="9142095" algn="l"/>
              </a:tabLst>
              <a:defRPr/>
            </a:pPr>
            <a:endParaRPr lang="en-US" altLang="en-US" sz="2000" dirty="0">
              <a:latin typeface="Comic Sans MS" panose="030F0702030302020204" pitchFamily="66" charset="0"/>
            </a:endParaRPr>
          </a:p>
          <a:p>
            <a:pPr marL="342900" indent="-339725" algn="r" eaLnBrk="1">
              <a:buClrTx/>
              <a:buFontTx/>
              <a:buNone/>
              <a:tabLst>
                <a:tab pos="342900" algn="l"/>
                <a:tab pos="455295" algn="l"/>
                <a:tab pos="912495" algn="l"/>
                <a:tab pos="1369695" algn="l"/>
                <a:tab pos="1826895" algn="l"/>
                <a:tab pos="2284095" algn="l"/>
                <a:tab pos="2741295" algn="l"/>
                <a:tab pos="3198495" algn="l"/>
                <a:tab pos="3655695" algn="l"/>
                <a:tab pos="4112895" algn="l"/>
                <a:tab pos="4570095" algn="l"/>
                <a:tab pos="5027295" algn="l"/>
                <a:tab pos="5484495" algn="l"/>
                <a:tab pos="5941695" algn="l"/>
                <a:tab pos="6398895" algn="l"/>
                <a:tab pos="6856095" algn="l"/>
                <a:tab pos="7313295" algn="l"/>
                <a:tab pos="7770495" algn="l"/>
                <a:tab pos="8227695" algn="l"/>
                <a:tab pos="8684895" algn="l"/>
                <a:tab pos="9142095" algn="l"/>
              </a:tabLst>
              <a:defRPr/>
            </a:pPr>
            <a:endParaRPr lang="en-US" altLang="en-US" sz="2000" dirty="0">
              <a:latin typeface="Comic Sans MS" panose="030F0702030302020204" pitchFamily="66" charset="0"/>
            </a:endParaRPr>
          </a:p>
          <a:p>
            <a:pPr marL="342900" indent="-339725" algn="r" eaLnBrk="1">
              <a:buClrTx/>
              <a:buFontTx/>
              <a:buNone/>
              <a:tabLst>
                <a:tab pos="342900" algn="l"/>
                <a:tab pos="455295" algn="l"/>
                <a:tab pos="912495" algn="l"/>
                <a:tab pos="1369695" algn="l"/>
                <a:tab pos="1826895" algn="l"/>
                <a:tab pos="2284095" algn="l"/>
                <a:tab pos="2741295" algn="l"/>
                <a:tab pos="3198495" algn="l"/>
                <a:tab pos="3655695" algn="l"/>
                <a:tab pos="4112895" algn="l"/>
                <a:tab pos="4570095" algn="l"/>
                <a:tab pos="5027295" algn="l"/>
                <a:tab pos="5484495" algn="l"/>
                <a:tab pos="5941695" algn="l"/>
                <a:tab pos="6398895" algn="l"/>
                <a:tab pos="6856095" algn="l"/>
                <a:tab pos="7313295" algn="l"/>
                <a:tab pos="7770495" algn="l"/>
                <a:tab pos="8227695" algn="l"/>
                <a:tab pos="8684895" algn="l"/>
                <a:tab pos="9142095" algn="l"/>
              </a:tabLst>
              <a:defRPr/>
            </a:pPr>
            <a:endParaRPr lang="en-US" altLang="en-US" sz="2000" dirty="0">
              <a:latin typeface="Comic Sans MS" panose="030F0702030302020204" pitchFamily="66" charset="0"/>
            </a:endParaRPr>
          </a:p>
          <a:p>
            <a:pPr marL="342900" indent="-339725" algn="r" eaLnBrk="1">
              <a:buClrTx/>
              <a:buFontTx/>
              <a:buNone/>
              <a:tabLst>
                <a:tab pos="342900" algn="l"/>
                <a:tab pos="455295" algn="l"/>
                <a:tab pos="912495" algn="l"/>
                <a:tab pos="1369695" algn="l"/>
                <a:tab pos="1826895" algn="l"/>
                <a:tab pos="2284095" algn="l"/>
                <a:tab pos="2741295" algn="l"/>
                <a:tab pos="3198495" algn="l"/>
                <a:tab pos="3655695" algn="l"/>
                <a:tab pos="4112895" algn="l"/>
                <a:tab pos="4570095" algn="l"/>
                <a:tab pos="5027295" algn="l"/>
                <a:tab pos="5484495" algn="l"/>
                <a:tab pos="5941695" algn="l"/>
                <a:tab pos="6398895" algn="l"/>
                <a:tab pos="6856095" algn="l"/>
                <a:tab pos="7313295" algn="l"/>
                <a:tab pos="7770495" algn="l"/>
                <a:tab pos="8227695" algn="l"/>
                <a:tab pos="8684895" algn="l"/>
                <a:tab pos="9142095" algn="l"/>
              </a:tabLst>
              <a:defRPr/>
            </a:pPr>
            <a:endParaRPr lang="en-US" altLang="en-US" sz="2000" dirty="0">
              <a:latin typeface="Comic Sans MS" panose="030F0702030302020204" pitchFamily="66" charset="0"/>
            </a:endParaRPr>
          </a:p>
          <a:p>
            <a:pPr marL="342900" indent="-339725" algn="r" eaLnBrk="1">
              <a:buClrTx/>
              <a:buFontTx/>
              <a:buNone/>
              <a:tabLst>
                <a:tab pos="342900" algn="l"/>
                <a:tab pos="455295" algn="l"/>
                <a:tab pos="912495" algn="l"/>
                <a:tab pos="1369695" algn="l"/>
                <a:tab pos="1826895" algn="l"/>
                <a:tab pos="2284095" algn="l"/>
                <a:tab pos="2741295" algn="l"/>
                <a:tab pos="3198495" algn="l"/>
                <a:tab pos="3655695" algn="l"/>
                <a:tab pos="4112895" algn="l"/>
                <a:tab pos="4570095" algn="l"/>
                <a:tab pos="5027295" algn="l"/>
                <a:tab pos="5484495" algn="l"/>
                <a:tab pos="5941695" algn="l"/>
                <a:tab pos="6398895" algn="l"/>
                <a:tab pos="6856095" algn="l"/>
                <a:tab pos="7313295" algn="l"/>
                <a:tab pos="7770495" algn="l"/>
                <a:tab pos="8227695" algn="l"/>
                <a:tab pos="8684895" algn="l"/>
                <a:tab pos="9142095" algn="l"/>
              </a:tabLst>
              <a:defRPr/>
            </a:pPr>
            <a:endParaRPr lang="en-US" altLang="en-US" sz="2000" dirty="0">
              <a:latin typeface="Comic Sans MS" panose="030F0702030302020204" pitchFamily="66" charset="0"/>
            </a:endParaRPr>
          </a:p>
          <a:p>
            <a:pPr marL="342900" indent="-339725" algn="r" eaLnBrk="1">
              <a:buClrTx/>
              <a:buFontTx/>
              <a:buNone/>
              <a:tabLst>
                <a:tab pos="342900" algn="l"/>
                <a:tab pos="455295" algn="l"/>
                <a:tab pos="912495" algn="l"/>
                <a:tab pos="1369695" algn="l"/>
                <a:tab pos="1826895" algn="l"/>
                <a:tab pos="2284095" algn="l"/>
                <a:tab pos="2741295" algn="l"/>
                <a:tab pos="3198495" algn="l"/>
                <a:tab pos="3655695" algn="l"/>
                <a:tab pos="4112895" algn="l"/>
                <a:tab pos="4570095" algn="l"/>
                <a:tab pos="5027295" algn="l"/>
                <a:tab pos="5484495" algn="l"/>
                <a:tab pos="5941695" algn="l"/>
                <a:tab pos="6398895" algn="l"/>
                <a:tab pos="6856095" algn="l"/>
                <a:tab pos="7313295" algn="l"/>
                <a:tab pos="7770495" algn="l"/>
                <a:tab pos="8227695" algn="l"/>
                <a:tab pos="8684895" algn="l"/>
                <a:tab pos="9142095" algn="l"/>
              </a:tabLst>
              <a:defRPr/>
            </a:pPr>
            <a:endParaRPr lang="en-US" altLang="en-US" sz="2000" dirty="0">
              <a:latin typeface="Comic Sans MS" panose="030F0702030302020204" pitchFamily="66" charset="0"/>
            </a:endParaRPr>
          </a:p>
        </p:txBody>
      </p:sp>
    </p:spTree>
  </p:cSld>
  <p:clrMapOvr>
    <a:masterClrMapping/>
  </p:clrMapOvr>
  <p:transition spd="med"/>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1"/>
          <p:cNvSpPr>
            <a:spLocks noGrp="1" noChangeArrowheads="1"/>
          </p:cNvSpPr>
          <p:nvPr>
            <p:ph type="title"/>
          </p:nvPr>
        </p:nvSpPr>
        <p:spPr>
          <a:xfrm>
            <a:off x="431800" y="107950"/>
            <a:ext cx="9070975" cy="792163"/>
          </a:xfrm>
        </p:spPr>
        <p:txBody>
          <a:bodyPr tIns="38880"/>
          <a:lstStyle/>
          <a:p>
            <a:pPr eaLnBrk="1">
              <a:buClrTx/>
              <a:buFontTx/>
              <a:buNone/>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r>
              <a:rPr lang="en-US" altLang="en-US" dirty="0">
                <a:latin typeface="Comic Sans MS" panose="030F0702030302020204" pitchFamily="66" charset="0"/>
              </a:rPr>
              <a:t>Foundational Concepts</a:t>
            </a:r>
            <a:endParaRPr lang="en-US" altLang="en-US" dirty="0">
              <a:latin typeface="Comic Sans MS" panose="030F0702030302020204" pitchFamily="66" charset="0"/>
            </a:endParaRPr>
          </a:p>
        </p:txBody>
      </p:sp>
      <p:sp>
        <p:nvSpPr>
          <p:cNvPr id="5123" name="TextBox 2"/>
          <p:cNvSpPr txBox="1">
            <a:spLocks noChangeArrowheads="1"/>
          </p:cNvSpPr>
          <p:nvPr/>
        </p:nvSpPr>
        <p:spPr bwMode="auto">
          <a:xfrm>
            <a:off x="647700" y="977404"/>
            <a:ext cx="9001124" cy="8309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285750" indent="-285750">
              <a:defRPr>
                <a:solidFill>
                  <a:schemeClr val="bg1"/>
                </a:solidFill>
                <a:latin typeface="Arial" panose="020B0604020202020204" pitchFamily="34" charset="0"/>
                <a:ea typeface="Microsoft YaHei" panose="020B0503020204020204" pitchFamily="34" charset="-122"/>
              </a:defRPr>
            </a:lvl1pPr>
            <a:lvl2pPr>
              <a:defRPr>
                <a:solidFill>
                  <a:schemeClr val="bg1"/>
                </a:solidFill>
                <a:latin typeface="Arial" panose="020B0604020202020204" pitchFamily="34" charset="0"/>
                <a:ea typeface="Microsoft YaHei" panose="020B0503020204020204" pitchFamily="34" charset="-122"/>
              </a:defRPr>
            </a:lvl2pPr>
            <a:lvl3pPr>
              <a:defRPr>
                <a:solidFill>
                  <a:schemeClr val="bg1"/>
                </a:solidFill>
                <a:latin typeface="Arial" panose="020B0604020202020204" pitchFamily="34" charset="0"/>
                <a:ea typeface="Microsoft YaHei" panose="020B0503020204020204" pitchFamily="34" charset="-122"/>
              </a:defRPr>
            </a:lvl3pPr>
            <a:lvl4pPr>
              <a:defRPr>
                <a:solidFill>
                  <a:schemeClr val="bg1"/>
                </a:solidFill>
                <a:latin typeface="Arial" panose="020B0604020202020204" pitchFamily="34" charset="0"/>
                <a:ea typeface="Microsoft YaHei" panose="020B0503020204020204" pitchFamily="34" charset="-122"/>
              </a:defRPr>
            </a:lvl4pPr>
            <a:lvl5pPr>
              <a:defRPr>
                <a:solidFill>
                  <a:schemeClr val="bg1"/>
                </a:solidFill>
                <a:latin typeface="Arial" panose="020B0604020202020204" pitchFamily="34" charset="0"/>
                <a:ea typeface="Microsoft YaHei" panose="020B0503020204020204" pitchFamily="34" charset="-122"/>
              </a:defRPr>
            </a:lvl5pPr>
            <a:lvl6pPr marL="2514600" indent="-228600" defTabSz="457200" eaLnBrk="0" fontAlgn="base" hangingPunct="0">
              <a:spcBef>
                <a:spcPct val="0"/>
              </a:spcBef>
              <a:spcAft>
                <a:spcPct val="0"/>
              </a:spcAft>
              <a:defRPr>
                <a:solidFill>
                  <a:schemeClr val="bg1"/>
                </a:solidFill>
                <a:latin typeface="Arial" panose="020B0604020202020204" pitchFamily="34" charset="0"/>
                <a:ea typeface="Microsoft YaHei" panose="020B0503020204020204" pitchFamily="34" charset="-122"/>
              </a:defRPr>
            </a:lvl6pPr>
            <a:lvl7pPr marL="2971800" indent="-228600" defTabSz="457200" eaLnBrk="0" fontAlgn="base" hangingPunct="0">
              <a:spcBef>
                <a:spcPct val="0"/>
              </a:spcBef>
              <a:spcAft>
                <a:spcPct val="0"/>
              </a:spcAft>
              <a:defRPr>
                <a:solidFill>
                  <a:schemeClr val="bg1"/>
                </a:solidFill>
                <a:latin typeface="Arial" panose="020B0604020202020204" pitchFamily="34" charset="0"/>
                <a:ea typeface="Microsoft YaHei" panose="020B0503020204020204" pitchFamily="34" charset="-122"/>
              </a:defRPr>
            </a:lvl7pPr>
            <a:lvl8pPr marL="3429000" indent="-228600" defTabSz="457200" eaLnBrk="0" fontAlgn="base" hangingPunct="0">
              <a:spcBef>
                <a:spcPct val="0"/>
              </a:spcBef>
              <a:spcAft>
                <a:spcPct val="0"/>
              </a:spcAft>
              <a:defRPr>
                <a:solidFill>
                  <a:schemeClr val="bg1"/>
                </a:solidFill>
                <a:latin typeface="Arial" panose="020B0604020202020204" pitchFamily="34" charset="0"/>
                <a:ea typeface="Microsoft YaHei" panose="020B0503020204020204" pitchFamily="34" charset="-122"/>
              </a:defRPr>
            </a:lvl8pPr>
            <a:lvl9pPr marL="3886200" indent="-228600" defTabSz="457200" eaLnBrk="0" fontAlgn="base" hangingPunct="0">
              <a:spcBef>
                <a:spcPct val="0"/>
              </a:spcBef>
              <a:spcAft>
                <a:spcPct val="0"/>
              </a:spcAft>
              <a:defRPr>
                <a:solidFill>
                  <a:schemeClr val="bg1"/>
                </a:solidFill>
                <a:latin typeface="Arial" panose="020B0604020202020204" pitchFamily="34" charset="0"/>
                <a:ea typeface="Microsoft YaHei" panose="020B0503020204020204" pitchFamily="34" charset="-122"/>
              </a:defRPr>
            </a:lvl9pPr>
          </a:lstStyle>
          <a:p>
            <a:pPr>
              <a:buFont typeface="Wingdings" panose="05000000000000000000" pitchFamily="2" charset="2"/>
              <a:buChar char="Ø"/>
            </a:pPr>
            <a:r>
              <a:rPr lang="en-US" altLang="en-US" sz="2400" dirty="0">
                <a:solidFill>
                  <a:schemeClr val="tx1"/>
                </a:solidFill>
                <a:latin typeface="Comic Sans MS" panose="030F0702030302020204" pitchFamily="66" charset="0"/>
              </a:rPr>
              <a:t>Introduction to Computational Systems</a:t>
            </a:r>
            <a:endParaRPr lang="en-US" altLang="en-US" sz="2400" dirty="0">
              <a:solidFill>
                <a:schemeClr val="tx1"/>
              </a:solidFill>
              <a:latin typeface="Comic Sans MS" panose="030F0702030302020204" pitchFamily="66" charset="0"/>
            </a:endParaRPr>
          </a:p>
          <a:p>
            <a:pPr>
              <a:buFont typeface="Wingdings" panose="05000000000000000000" pitchFamily="2" charset="2"/>
              <a:buChar char="Ø"/>
            </a:pPr>
            <a:endParaRPr lang="en-US" altLang="en-US" sz="2400" dirty="0">
              <a:solidFill>
                <a:schemeClr val="tx1"/>
              </a:solidFill>
              <a:latin typeface="Comic Sans MS" panose="030F0702030302020204" pitchFamily="66" charset="0"/>
            </a:endParaRPr>
          </a:p>
        </p:txBody>
      </p:sp>
      <p:pic>
        <p:nvPicPr>
          <p:cNvPr id="2" name="Picture 1"/>
          <p:cNvPicPr>
            <a:picLocks noChangeAspect="1"/>
          </p:cNvPicPr>
          <p:nvPr/>
        </p:nvPicPr>
        <p:blipFill>
          <a:blip r:embed="rId1"/>
          <a:stretch>
            <a:fillRect/>
          </a:stretch>
        </p:blipFill>
        <p:spPr>
          <a:xfrm>
            <a:off x="1566688" y="1547589"/>
            <a:ext cx="6858000" cy="5143500"/>
          </a:xfrm>
          <a:prstGeom prst="rect">
            <a:avLst/>
          </a:prstGeom>
        </p:spPr>
      </p:pic>
      <p:sp>
        <p:nvSpPr>
          <p:cNvPr id="3" name="TextBox 2"/>
          <p:cNvSpPr txBox="1"/>
          <p:nvPr/>
        </p:nvSpPr>
        <p:spPr>
          <a:xfrm>
            <a:off x="719708" y="6804173"/>
            <a:ext cx="9145140" cy="646331"/>
          </a:xfrm>
          <a:prstGeom prst="rect">
            <a:avLst/>
          </a:prstGeom>
          <a:noFill/>
        </p:spPr>
        <p:txBody>
          <a:bodyPr wrap="square" rtlCol="0">
            <a:spAutoFit/>
          </a:bodyPr>
          <a:lstStyle/>
          <a:p>
            <a:pPr algn="just"/>
            <a:r>
              <a:rPr lang="en-US" dirty="0">
                <a:solidFill>
                  <a:schemeClr val="tx1"/>
                </a:solidFill>
                <a:latin typeface="Comic Sans MS" panose="030F0702030302020204" pitchFamily="66" charset="0"/>
              </a:rPr>
              <a:t>Source: https://peda.net/kenya/ass/subjects2/computer-studies/form-1/the-computer-system/nameless-89db/bdotc#top </a:t>
            </a:r>
            <a:endParaRPr lang="en-US" dirty="0">
              <a:solidFill>
                <a:schemeClr val="tx1"/>
              </a:solidFill>
              <a:latin typeface="Comic Sans MS" panose="030F0702030302020204" pitchFamily="66" charset="0"/>
            </a:endParaRPr>
          </a:p>
        </p:txBody>
      </p:sp>
    </p:spTree>
  </p:cSld>
  <p:clrMapOvr>
    <a:masterClrMapping/>
  </p:clrMapOvr>
  <p:transition spd="med"/>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1"/>
          <p:cNvSpPr>
            <a:spLocks noGrp="1" noChangeArrowheads="1"/>
          </p:cNvSpPr>
          <p:nvPr>
            <p:ph type="title"/>
          </p:nvPr>
        </p:nvSpPr>
        <p:spPr>
          <a:xfrm>
            <a:off x="431800" y="107950"/>
            <a:ext cx="9070975" cy="792163"/>
          </a:xfrm>
        </p:spPr>
        <p:txBody>
          <a:bodyPr tIns="38880"/>
          <a:lstStyle/>
          <a:p>
            <a:pPr eaLnBrk="1">
              <a:buClrTx/>
              <a:buFontTx/>
              <a:buNone/>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r>
              <a:rPr lang="en-US" altLang="en-US" dirty="0">
                <a:latin typeface="Comic Sans MS" panose="030F0702030302020204" pitchFamily="66" charset="0"/>
              </a:rPr>
              <a:t>Foundational Concepts</a:t>
            </a:r>
            <a:endParaRPr lang="en-US" altLang="en-US" dirty="0">
              <a:latin typeface="Comic Sans MS" panose="030F0702030302020204" pitchFamily="66" charset="0"/>
            </a:endParaRPr>
          </a:p>
        </p:txBody>
      </p:sp>
      <p:sp>
        <p:nvSpPr>
          <p:cNvPr id="5123" name="TextBox 2"/>
          <p:cNvSpPr txBox="1">
            <a:spLocks noChangeArrowheads="1"/>
          </p:cNvSpPr>
          <p:nvPr/>
        </p:nvSpPr>
        <p:spPr bwMode="auto">
          <a:xfrm>
            <a:off x="647700" y="977404"/>
            <a:ext cx="9001124" cy="8309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285750" indent="-285750">
              <a:defRPr>
                <a:solidFill>
                  <a:schemeClr val="bg1"/>
                </a:solidFill>
                <a:latin typeface="Arial" panose="020B0604020202020204" pitchFamily="34" charset="0"/>
                <a:ea typeface="Microsoft YaHei" panose="020B0503020204020204" pitchFamily="34" charset="-122"/>
              </a:defRPr>
            </a:lvl1pPr>
            <a:lvl2pPr>
              <a:defRPr>
                <a:solidFill>
                  <a:schemeClr val="bg1"/>
                </a:solidFill>
                <a:latin typeface="Arial" panose="020B0604020202020204" pitchFamily="34" charset="0"/>
                <a:ea typeface="Microsoft YaHei" panose="020B0503020204020204" pitchFamily="34" charset="-122"/>
              </a:defRPr>
            </a:lvl2pPr>
            <a:lvl3pPr>
              <a:defRPr>
                <a:solidFill>
                  <a:schemeClr val="bg1"/>
                </a:solidFill>
                <a:latin typeface="Arial" panose="020B0604020202020204" pitchFamily="34" charset="0"/>
                <a:ea typeface="Microsoft YaHei" panose="020B0503020204020204" pitchFamily="34" charset="-122"/>
              </a:defRPr>
            </a:lvl3pPr>
            <a:lvl4pPr>
              <a:defRPr>
                <a:solidFill>
                  <a:schemeClr val="bg1"/>
                </a:solidFill>
                <a:latin typeface="Arial" panose="020B0604020202020204" pitchFamily="34" charset="0"/>
                <a:ea typeface="Microsoft YaHei" panose="020B0503020204020204" pitchFamily="34" charset="-122"/>
              </a:defRPr>
            </a:lvl4pPr>
            <a:lvl5pPr>
              <a:defRPr>
                <a:solidFill>
                  <a:schemeClr val="bg1"/>
                </a:solidFill>
                <a:latin typeface="Arial" panose="020B0604020202020204" pitchFamily="34" charset="0"/>
                <a:ea typeface="Microsoft YaHei" panose="020B0503020204020204" pitchFamily="34" charset="-122"/>
              </a:defRPr>
            </a:lvl5pPr>
            <a:lvl6pPr marL="2514600" indent="-228600" defTabSz="457200" eaLnBrk="0" fontAlgn="base" hangingPunct="0">
              <a:spcBef>
                <a:spcPct val="0"/>
              </a:spcBef>
              <a:spcAft>
                <a:spcPct val="0"/>
              </a:spcAft>
              <a:defRPr>
                <a:solidFill>
                  <a:schemeClr val="bg1"/>
                </a:solidFill>
                <a:latin typeface="Arial" panose="020B0604020202020204" pitchFamily="34" charset="0"/>
                <a:ea typeface="Microsoft YaHei" panose="020B0503020204020204" pitchFamily="34" charset="-122"/>
              </a:defRPr>
            </a:lvl6pPr>
            <a:lvl7pPr marL="2971800" indent="-228600" defTabSz="457200" eaLnBrk="0" fontAlgn="base" hangingPunct="0">
              <a:spcBef>
                <a:spcPct val="0"/>
              </a:spcBef>
              <a:spcAft>
                <a:spcPct val="0"/>
              </a:spcAft>
              <a:defRPr>
                <a:solidFill>
                  <a:schemeClr val="bg1"/>
                </a:solidFill>
                <a:latin typeface="Arial" panose="020B0604020202020204" pitchFamily="34" charset="0"/>
                <a:ea typeface="Microsoft YaHei" panose="020B0503020204020204" pitchFamily="34" charset="-122"/>
              </a:defRPr>
            </a:lvl7pPr>
            <a:lvl8pPr marL="3429000" indent="-228600" defTabSz="457200" eaLnBrk="0" fontAlgn="base" hangingPunct="0">
              <a:spcBef>
                <a:spcPct val="0"/>
              </a:spcBef>
              <a:spcAft>
                <a:spcPct val="0"/>
              </a:spcAft>
              <a:defRPr>
                <a:solidFill>
                  <a:schemeClr val="bg1"/>
                </a:solidFill>
                <a:latin typeface="Arial" panose="020B0604020202020204" pitchFamily="34" charset="0"/>
                <a:ea typeface="Microsoft YaHei" panose="020B0503020204020204" pitchFamily="34" charset="-122"/>
              </a:defRPr>
            </a:lvl8pPr>
            <a:lvl9pPr marL="3886200" indent="-228600" defTabSz="457200" eaLnBrk="0" fontAlgn="base" hangingPunct="0">
              <a:spcBef>
                <a:spcPct val="0"/>
              </a:spcBef>
              <a:spcAft>
                <a:spcPct val="0"/>
              </a:spcAft>
              <a:defRPr>
                <a:solidFill>
                  <a:schemeClr val="bg1"/>
                </a:solidFill>
                <a:latin typeface="Arial" panose="020B0604020202020204" pitchFamily="34" charset="0"/>
                <a:ea typeface="Microsoft YaHei" panose="020B0503020204020204" pitchFamily="34" charset="-122"/>
              </a:defRPr>
            </a:lvl9pPr>
          </a:lstStyle>
          <a:p>
            <a:pPr>
              <a:buFont typeface="Wingdings" panose="05000000000000000000" pitchFamily="2" charset="2"/>
              <a:buChar char="Ø"/>
            </a:pPr>
            <a:r>
              <a:rPr lang="en-US" altLang="en-US" sz="2400" dirty="0">
                <a:solidFill>
                  <a:schemeClr val="tx1"/>
                </a:solidFill>
                <a:latin typeface="Comic Sans MS" panose="030F0702030302020204" pitchFamily="66" charset="0"/>
              </a:rPr>
              <a:t>Input Devices</a:t>
            </a:r>
            <a:endParaRPr lang="en-US" altLang="en-US" sz="2400" dirty="0">
              <a:solidFill>
                <a:schemeClr val="tx1"/>
              </a:solidFill>
              <a:latin typeface="Comic Sans MS" panose="030F0702030302020204" pitchFamily="66" charset="0"/>
            </a:endParaRPr>
          </a:p>
          <a:p>
            <a:pPr>
              <a:buFont typeface="Wingdings" panose="05000000000000000000" pitchFamily="2" charset="2"/>
              <a:buChar char="Ø"/>
            </a:pPr>
            <a:endParaRPr lang="en-US" altLang="en-US" sz="2400" dirty="0">
              <a:solidFill>
                <a:schemeClr val="tx1"/>
              </a:solidFill>
              <a:latin typeface="Comic Sans MS" panose="030F0702030302020204" pitchFamily="66" charset="0"/>
            </a:endParaRPr>
          </a:p>
        </p:txBody>
      </p:sp>
      <p:sp>
        <p:nvSpPr>
          <p:cNvPr id="3" name="TextBox 2"/>
          <p:cNvSpPr txBox="1"/>
          <p:nvPr/>
        </p:nvSpPr>
        <p:spPr>
          <a:xfrm>
            <a:off x="719708" y="6804173"/>
            <a:ext cx="9145140" cy="369332"/>
          </a:xfrm>
          <a:prstGeom prst="rect">
            <a:avLst/>
          </a:prstGeom>
          <a:noFill/>
        </p:spPr>
        <p:txBody>
          <a:bodyPr wrap="square" rtlCol="0">
            <a:spAutoFit/>
          </a:bodyPr>
          <a:lstStyle/>
          <a:p>
            <a:r>
              <a:rPr lang="en-US" dirty="0">
                <a:solidFill>
                  <a:schemeClr val="tx1"/>
                </a:solidFill>
                <a:latin typeface="Comic Sans MS" panose="030F0702030302020204" pitchFamily="66" charset="0"/>
              </a:rPr>
              <a:t>Source: https://mycomputernotes.com/what-is-input-device/ </a:t>
            </a:r>
            <a:endParaRPr lang="en-US" dirty="0">
              <a:solidFill>
                <a:schemeClr val="tx1"/>
              </a:solidFill>
              <a:latin typeface="Comic Sans MS" panose="030F0702030302020204" pitchFamily="66" charset="0"/>
            </a:endParaRPr>
          </a:p>
        </p:txBody>
      </p:sp>
      <p:pic>
        <p:nvPicPr>
          <p:cNvPr id="4" name="Picture 3"/>
          <p:cNvPicPr>
            <a:picLocks noChangeAspect="1"/>
          </p:cNvPicPr>
          <p:nvPr/>
        </p:nvPicPr>
        <p:blipFill>
          <a:blip r:embed="rId1"/>
          <a:stretch>
            <a:fillRect/>
          </a:stretch>
        </p:blipFill>
        <p:spPr>
          <a:xfrm>
            <a:off x="528790" y="1517904"/>
            <a:ext cx="9192042" cy="5214261"/>
          </a:xfrm>
          <a:prstGeom prst="rect">
            <a:avLst/>
          </a:prstGeom>
        </p:spPr>
      </p:pic>
    </p:spTree>
  </p:cSld>
  <p:clrMapOvr>
    <a:masterClrMapping/>
  </p:clrMapOvr>
  <p:transition spd="med"/>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1"/>
          <p:cNvSpPr>
            <a:spLocks noGrp="1" noChangeArrowheads="1"/>
          </p:cNvSpPr>
          <p:nvPr>
            <p:ph type="title"/>
          </p:nvPr>
        </p:nvSpPr>
        <p:spPr>
          <a:xfrm>
            <a:off x="431800" y="107950"/>
            <a:ext cx="9070975" cy="792163"/>
          </a:xfrm>
        </p:spPr>
        <p:txBody>
          <a:bodyPr tIns="38880"/>
          <a:lstStyle/>
          <a:p>
            <a:pPr eaLnBrk="1">
              <a:buClrTx/>
              <a:buFontTx/>
              <a:buNone/>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r>
              <a:rPr lang="en-US" altLang="en-US" dirty="0">
                <a:latin typeface="Comic Sans MS" panose="030F0702030302020204" pitchFamily="66" charset="0"/>
              </a:rPr>
              <a:t>Foundational Concepts</a:t>
            </a:r>
            <a:endParaRPr lang="en-US" altLang="en-US" dirty="0">
              <a:latin typeface="Comic Sans MS" panose="030F0702030302020204" pitchFamily="66" charset="0"/>
            </a:endParaRPr>
          </a:p>
        </p:txBody>
      </p:sp>
      <p:sp>
        <p:nvSpPr>
          <p:cNvPr id="5123" name="TextBox 2"/>
          <p:cNvSpPr txBox="1">
            <a:spLocks noChangeArrowheads="1"/>
          </p:cNvSpPr>
          <p:nvPr/>
        </p:nvSpPr>
        <p:spPr bwMode="auto">
          <a:xfrm>
            <a:off x="647700" y="977404"/>
            <a:ext cx="9001124" cy="8309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285750" indent="-285750">
              <a:defRPr>
                <a:solidFill>
                  <a:schemeClr val="bg1"/>
                </a:solidFill>
                <a:latin typeface="Arial" panose="020B0604020202020204" pitchFamily="34" charset="0"/>
                <a:ea typeface="Microsoft YaHei" panose="020B0503020204020204" pitchFamily="34" charset="-122"/>
              </a:defRPr>
            </a:lvl1pPr>
            <a:lvl2pPr>
              <a:defRPr>
                <a:solidFill>
                  <a:schemeClr val="bg1"/>
                </a:solidFill>
                <a:latin typeface="Arial" panose="020B0604020202020204" pitchFamily="34" charset="0"/>
                <a:ea typeface="Microsoft YaHei" panose="020B0503020204020204" pitchFamily="34" charset="-122"/>
              </a:defRPr>
            </a:lvl2pPr>
            <a:lvl3pPr>
              <a:defRPr>
                <a:solidFill>
                  <a:schemeClr val="bg1"/>
                </a:solidFill>
                <a:latin typeface="Arial" panose="020B0604020202020204" pitchFamily="34" charset="0"/>
                <a:ea typeface="Microsoft YaHei" panose="020B0503020204020204" pitchFamily="34" charset="-122"/>
              </a:defRPr>
            </a:lvl3pPr>
            <a:lvl4pPr>
              <a:defRPr>
                <a:solidFill>
                  <a:schemeClr val="bg1"/>
                </a:solidFill>
                <a:latin typeface="Arial" panose="020B0604020202020204" pitchFamily="34" charset="0"/>
                <a:ea typeface="Microsoft YaHei" panose="020B0503020204020204" pitchFamily="34" charset="-122"/>
              </a:defRPr>
            </a:lvl4pPr>
            <a:lvl5pPr>
              <a:defRPr>
                <a:solidFill>
                  <a:schemeClr val="bg1"/>
                </a:solidFill>
                <a:latin typeface="Arial" panose="020B0604020202020204" pitchFamily="34" charset="0"/>
                <a:ea typeface="Microsoft YaHei" panose="020B0503020204020204" pitchFamily="34" charset="-122"/>
              </a:defRPr>
            </a:lvl5pPr>
            <a:lvl6pPr marL="2514600" indent="-228600" defTabSz="457200" eaLnBrk="0" fontAlgn="base" hangingPunct="0">
              <a:spcBef>
                <a:spcPct val="0"/>
              </a:spcBef>
              <a:spcAft>
                <a:spcPct val="0"/>
              </a:spcAft>
              <a:defRPr>
                <a:solidFill>
                  <a:schemeClr val="bg1"/>
                </a:solidFill>
                <a:latin typeface="Arial" panose="020B0604020202020204" pitchFamily="34" charset="0"/>
                <a:ea typeface="Microsoft YaHei" panose="020B0503020204020204" pitchFamily="34" charset="-122"/>
              </a:defRPr>
            </a:lvl6pPr>
            <a:lvl7pPr marL="2971800" indent="-228600" defTabSz="457200" eaLnBrk="0" fontAlgn="base" hangingPunct="0">
              <a:spcBef>
                <a:spcPct val="0"/>
              </a:spcBef>
              <a:spcAft>
                <a:spcPct val="0"/>
              </a:spcAft>
              <a:defRPr>
                <a:solidFill>
                  <a:schemeClr val="bg1"/>
                </a:solidFill>
                <a:latin typeface="Arial" panose="020B0604020202020204" pitchFamily="34" charset="0"/>
                <a:ea typeface="Microsoft YaHei" panose="020B0503020204020204" pitchFamily="34" charset="-122"/>
              </a:defRPr>
            </a:lvl7pPr>
            <a:lvl8pPr marL="3429000" indent="-228600" defTabSz="457200" eaLnBrk="0" fontAlgn="base" hangingPunct="0">
              <a:spcBef>
                <a:spcPct val="0"/>
              </a:spcBef>
              <a:spcAft>
                <a:spcPct val="0"/>
              </a:spcAft>
              <a:defRPr>
                <a:solidFill>
                  <a:schemeClr val="bg1"/>
                </a:solidFill>
                <a:latin typeface="Arial" panose="020B0604020202020204" pitchFamily="34" charset="0"/>
                <a:ea typeface="Microsoft YaHei" panose="020B0503020204020204" pitchFamily="34" charset="-122"/>
              </a:defRPr>
            </a:lvl8pPr>
            <a:lvl9pPr marL="3886200" indent="-228600" defTabSz="457200" eaLnBrk="0" fontAlgn="base" hangingPunct="0">
              <a:spcBef>
                <a:spcPct val="0"/>
              </a:spcBef>
              <a:spcAft>
                <a:spcPct val="0"/>
              </a:spcAft>
              <a:defRPr>
                <a:solidFill>
                  <a:schemeClr val="bg1"/>
                </a:solidFill>
                <a:latin typeface="Arial" panose="020B0604020202020204" pitchFamily="34" charset="0"/>
                <a:ea typeface="Microsoft YaHei" panose="020B0503020204020204" pitchFamily="34" charset="-122"/>
              </a:defRPr>
            </a:lvl9pPr>
          </a:lstStyle>
          <a:p>
            <a:pPr>
              <a:buFont typeface="Wingdings" panose="05000000000000000000" pitchFamily="2" charset="2"/>
              <a:buChar char="Ø"/>
            </a:pPr>
            <a:r>
              <a:rPr lang="en-US" altLang="en-US" sz="2400" dirty="0">
                <a:solidFill>
                  <a:schemeClr val="tx1"/>
                </a:solidFill>
                <a:latin typeface="Comic Sans MS" panose="030F0702030302020204" pitchFamily="66" charset="0"/>
              </a:rPr>
              <a:t>Output Devices</a:t>
            </a:r>
            <a:endParaRPr lang="en-US" altLang="en-US" sz="2400" dirty="0">
              <a:solidFill>
                <a:schemeClr val="tx1"/>
              </a:solidFill>
              <a:latin typeface="Comic Sans MS" panose="030F0702030302020204" pitchFamily="66" charset="0"/>
            </a:endParaRPr>
          </a:p>
          <a:p>
            <a:pPr>
              <a:buFont typeface="Wingdings" panose="05000000000000000000" pitchFamily="2" charset="2"/>
              <a:buChar char="Ø"/>
            </a:pPr>
            <a:endParaRPr lang="en-US" altLang="en-US" sz="2400" dirty="0">
              <a:solidFill>
                <a:schemeClr val="tx1"/>
              </a:solidFill>
              <a:latin typeface="Comic Sans MS" panose="030F0702030302020204" pitchFamily="66" charset="0"/>
            </a:endParaRPr>
          </a:p>
        </p:txBody>
      </p:sp>
      <p:sp>
        <p:nvSpPr>
          <p:cNvPr id="3" name="TextBox 2"/>
          <p:cNvSpPr txBox="1"/>
          <p:nvPr/>
        </p:nvSpPr>
        <p:spPr>
          <a:xfrm>
            <a:off x="719708" y="6804173"/>
            <a:ext cx="9145140" cy="369332"/>
          </a:xfrm>
          <a:prstGeom prst="rect">
            <a:avLst/>
          </a:prstGeom>
          <a:noFill/>
        </p:spPr>
        <p:txBody>
          <a:bodyPr wrap="square" rtlCol="0">
            <a:spAutoFit/>
          </a:bodyPr>
          <a:lstStyle/>
          <a:p>
            <a:r>
              <a:rPr lang="en-US" dirty="0">
                <a:solidFill>
                  <a:schemeClr val="tx1"/>
                </a:solidFill>
                <a:latin typeface="Comic Sans MS" panose="030F0702030302020204" pitchFamily="66" charset="0"/>
              </a:rPr>
              <a:t>Source: https://www.proprofs.com/quiz-school/story.php?title=output-device-quiz </a:t>
            </a:r>
            <a:endParaRPr lang="en-US" dirty="0">
              <a:solidFill>
                <a:schemeClr val="tx1"/>
              </a:solidFill>
              <a:latin typeface="Comic Sans MS" panose="030F0702030302020204" pitchFamily="66" charset="0"/>
            </a:endParaRPr>
          </a:p>
        </p:txBody>
      </p:sp>
      <p:pic>
        <p:nvPicPr>
          <p:cNvPr id="5" name="Picture 4"/>
          <p:cNvPicPr>
            <a:picLocks noChangeAspect="1"/>
          </p:cNvPicPr>
          <p:nvPr/>
        </p:nvPicPr>
        <p:blipFill>
          <a:blip r:embed="rId1"/>
          <a:stretch>
            <a:fillRect/>
          </a:stretch>
        </p:blipFill>
        <p:spPr>
          <a:xfrm>
            <a:off x="1186709" y="2029709"/>
            <a:ext cx="7662578" cy="3766352"/>
          </a:xfrm>
          <a:prstGeom prst="rect">
            <a:avLst/>
          </a:prstGeom>
        </p:spPr>
      </p:pic>
    </p:spTree>
  </p:cSld>
  <p:clrMapOvr>
    <a:masterClrMapping/>
  </p:clrMapOvr>
  <p:transition spd="med"/>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1"/>
          <p:cNvSpPr>
            <a:spLocks noGrp="1" noChangeArrowheads="1"/>
          </p:cNvSpPr>
          <p:nvPr>
            <p:ph type="title"/>
          </p:nvPr>
        </p:nvSpPr>
        <p:spPr>
          <a:xfrm>
            <a:off x="431800" y="107950"/>
            <a:ext cx="9070975" cy="792163"/>
          </a:xfrm>
        </p:spPr>
        <p:txBody>
          <a:bodyPr tIns="38880"/>
          <a:lstStyle/>
          <a:p>
            <a:pPr eaLnBrk="1">
              <a:buClrTx/>
              <a:buFontTx/>
              <a:buNone/>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r>
              <a:rPr lang="en-US" altLang="en-US" dirty="0">
                <a:latin typeface="Comic Sans MS" panose="030F0702030302020204" pitchFamily="66" charset="0"/>
              </a:rPr>
              <a:t>Foundational Concepts</a:t>
            </a:r>
            <a:endParaRPr lang="en-US" altLang="en-US" dirty="0">
              <a:latin typeface="Comic Sans MS" panose="030F0702030302020204" pitchFamily="66" charset="0"/>
            </a:endParaRPr>
          </a:p>
        </p:txBody>
      </p:sp>
      <p:sp>
        <p:nvSpPr>
          <p:cNvPr id="5123" name="TextBox 2"/>
          <p:cNvSpPr txBox="1">
            <a:spLocks noChangeArrowheads="1"/>
          </p:cNvSpPr>
          <p:nvPr/>
        </p:nvSpPr>
        <p:spPr bwMode="auto">
          <a:xfrm>
            <a:off x="647700" y="977404"/>
            <a:ext cx="9001124" cy="8309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285750" indent="-285750">
              <a:defRPr>
                <a:solidFill>
                  <a:schemeClr val="bg1"/>
                </a:solidFill>
                <a:latin typeface="Arial" panose="020B0604020202020204" pitchFamily="34" charset="0"/>
                <a:ea typeface="Microsoft YaHei" panose="020B0503020204020204" pitchFamily="34" charset="-122"/>
              </a:defRPr>
            </a:lvl1pPr>
            <a:lvl2pPr>
              <a:defRPr>
                <a:solidFill>
                  <a:schemeClr val="bg1"/>
                </a:solidFill>
                <a:latin typeface="Arial" panose="020B0604020202020204" pitchFamily="34" charset="0"/>
                <a:ea typeface="Microsoft YaHei" panose="020B0503020204020204" pitchFamily="34" charset="-122"/>
              </a:defRPr>
            </a:lvl2pPr>
            <a:lvl3pPr>
              <a:defRPr>
                <a:solidFill>
                  <a:schemeClr val="bg1"/>
                </a:solidFill>
                <a:latin typeface="Arial" panose="020B0604020202020204" pitchFamily="34" charset="0"/>
                <a:ea typeface="Microsoft YaHei" panose="020B0503020204020204" pitchFamily="34" charset="-122"/>
              </a:defRPr>
            </a:lvl3pPr>
            <a:lvl4pPr>
              <a:defRPr>
                <a:solidFill>
                  <a:schemeClr val="bg1"/>
                </a:solidFill>
                <a:latin typeface="Arial" panose="020B0604020202020204" pitchFamily="34" charset="0"/>
                <a:ea typeface="Microsoft YaHei" panose="020B0503020204020204" pitchFamily="34" charset="-122"/>
              </a:defRPr>
            </a:lvl4pPr>
            <a:lvl5pPr>
              <a:defRPr>
                <a:solidFill>
                  <a:schemeClr val="bg1"/>
                </a:solidFill>
                <a:latin typeface="Arial" panose="020B0604020202020204" pitchFamily="34" charset="0"/>
                <a:ea typeface="Microsoft YaHei" panose="020B0503020204020204" pitchFamily="34" charset="-122"/>
              </a:defRPr>
            </a:lvl5pPr>
            <a:lvl6pPr marL="2514600" indent="-228600" defTabSz="457200" eaLnBrk="0" fontAlgn="base" hangingPunct="0">
              <a:spcBef>
                <a:spcPct val="0"/>
              </a:spcBef>
              <a:spcAft>
                <a:spcPct val="0"/>
              </a:spcAft>
              <a:defRPr>
                <a:solidFill>
                  <a:schemeClr val="bg1"/>
                </a:solidFill>
                <a:latin typeface="Arial" panose="020B0604020202020204" pitchFamily="34" charset="0"/>
                <a:ea typeface="Microsoft YaHei" panose="020B0503020204020204" pitchFamily="34" charset="-122"/>
              </a:defRPr>
            </a:lvl6pPr>
            <a:lvl7pPr marL="2971800" indent="-228600" defTabSz="457200" eaLnBrk="0" fontAlgn="base" hangingPunct="0">
              <a:spcBef>
                <a:spcPct val="0"/>
              </a:spcBef>
              <a:spcAft>
                <a:spcPct val="0"/>
              </a:spcAft>
              <a:defRPr>
                <a:solidFill>
                  <a:schemeClr val="bg1"/>
                </a:solidFill>
                <a:latin typeface="Arial" panose="020B0604020202020204" pitchFamily="34" charset="0"/>
                <a:ea typeface="Microsoft YaHei" panose="020B0503020204020204" pitchFamily="34" charset="-122"/>
              </a:defRPr>
            </a:lvl7pPr>
            <a:lvl8pPr marL="3429000" indent="-228600" defTabSz="457200" eaLnBrk="0" fontAlgn="base" hangingPunct="0">
              <a:spcBef>
                <a:spcPct val="0"/>
              </a:spcBef>
              <a:spcAft>
                <a:spcPct val="0"/>
              </a:spcAft>
              <a:defRPr>
                <a:solidFill>
                  <a:schemeClr val="bg1"/>
                </a:solidFill>
                <a:latin typeface="Arial" panose="020B0604020202020204" pitchFamily="34" charset="0"/>
                <a:ea typeface="Microsoft YaHei" panose="020B0503020204020204" pitchFamily="34" charset="-122"/>
              </a:defRPr>
            </a:lvl8pPr>
            <a:lvl9pPr marL="3886200" indent="-228600" defTabSz="457200" eaLnBrk="0" fontAlgn="base" hangingPunct="0">
              <a:spcBef>
                <a:spcPct val="0"/>
              </a:spcBef>
              <a:spcAft>
                <a:spcPct val="0"/>
              </a:spcAft>
              <a:defRPr>
                <a:solidFill>
                  <a:schemeClr val="bg1"/>
                </a:solidFill>
                <a:latin typeface="Arial" panose="020B0604020202020204" pitchFamily="34" charset="0"/>
                <a:ea typeface="Microsoft YaHei" panose="020B0503020204020204" pitchFamily="34" charset="-122"/>
              </a:defRPr>
            </a:lvl9pPr>
          </a:lstStyle>
          <a:p>
            <a:pPr>
              <a:buFont typeface="Wingdings" panose="05000000000000000000" pitchFamily="2" charset="2"/>
              <a:buChar char="Ø"/>
            </a:pPr>
            <a:r>
              <a:rPr lang="en-US" altLang="en-US" sz="2400" dirty="0">
                <a:solidFill>
                  <a:schemeClr val="tx1"/>
                </a:solidFill>
                <a:latin typeface="Comic Sans MS" panose="030F0702030302020204" pitchFamily="66" charset="0"/>
              </a:rPr>
              <a:t>Arithmetic and Logic Unit (ALU) and Control Unit (CU)</a:t>
            </a:r>
            <a:endParaRPr lang="en-US" altLang="en-US" sz="2400" dirty="0">
              <a:solidFill>
                <a:schemeClr val="tx1"/>
              </a:solidFill>
              <a:latin typeface="Comic Sans MS" panose="030F0702030302020204" pitchFamily="66" charset="0"/>
            </a:endParaRPr>
          </a:p>
          <a:p>
            <a:pPr>
              <a:buFont typeface="Wingdings" panose="05000000000000000000" pitchFamily="2" charset="2"/>
              <a:buChar char="Ø"/>
            </a:pPr>
            <a:endParaRPr lang="en-US" altLang="en-US" sz="2400" dirty="0">
              <a:solidFill>
                <a:schemeClr val="tx1"/>
              </a:solidFill>
              <a:latin typeface="Comic Sans MS" panose="030F0702030302020204" pitchFamily="66" charset="0"/>
            </a:endParaRPr>
          </a:p>
        </p:txBody>
      </p:sp>
    </p:spTree>
  </p:cSld>
  <p:clrMapOvr>
    <a:masterClrMapping/>
  </p:clrMapOvr>
  <p:transition spd="med"/>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1"/>
          <p:cNvSpPr>
            <a:spLocks noGrp="1" noChangeArrowheads="1"/>
          </p:cNvSpPr>
          <p:nvPr>
            <p:ph type="title"/>
          </p:nvPr>
        </p:nvSpPr>
        <p:spPr>
          <a:xfrm>
            <a:off x="431800" y="107950"/>
            <a:ext cx="9070975" cy="792163"/>
          </a:xfrm>
        </p:spPr>
        <p:txBody>
          <a:bodyPr tIns="38880"/>
          <a:lstStyle/>
          <a:p>
            <a:pPr eaLnBrk="1">
              <a:buClrTx/>
              <a:buFontTx/>
              <a:buNone/>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r>
              <a:rPr lang="en-US" altLang="en-US" dirty="0">
                <a:latin typeface="Comic Sans MS" panose="030F0702030302020204" pitchFamily="66" charset="0"/>
              </a:rPr>
              <a:t>Foundational Concepts</a:t>
            </a:r>
            <a:endParaRPr lang="en-US" altLang="en-US" dirty="0">
              <a:latin typeface="Comic Sans MS" panose="030F0702030302020204" pitchFamily="66" charset="0"/>
            </a:endParaRPr>
          </a:p>
        </p:txBody>
      </p:sp>
      <p:sp>
        <p:nvSpPr>
          <p:cNvPr id="5123" name="TextBox 2"/>
          <p:cNvSpPr txBox="1">
            <a:spLocks noChangeArrowheads="1"/>
          </p:cNvSpPr>
          <p:nvPr/>
        </p:nvSpPr>
        <p:spPr bwMode="auto">
          <a:xfrm>
            <a:off x="647700" y="977404"/>
            <a:ext cx="9001124" cy="212365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285750" indent="-285750">
              <a:defRPr>
                <a:solidFill>
                  <a:schemeClr val="bg1"/>
                </a:solidFill>
                <a:latin typeface="Arial" panose="020B0604020202020204" pitchFamily="34" charset="0"/>
                <a:ea typeface="Microsoft YaHei" panose="020B0503020204020204" pitchFamily="34" charset="-122"/>
              </a:defRPr>
            </a:lvl1pPr>
            <a:lvl2pPr>
              <a:defRPr>
                <a:solidFill>
                  <a:schemeClr val="bg1"/>
                </a:solidFill>
                <a:latin typeface="Arial" panose="020B0604020202020204" pitchFamily="34" charset="0"/>
                <a:ea typeface="Microsoft YaHei" panose="020B0503020204020204" pitchFamily="34" charset="-122"/>
              </a:defRPr>
            </a:lvl2pPr>
            <a:lvl3pPr>
              <a:defRPr>
                <a:solidFill>
                  <a:schemeClr val="bg1"/>
                </a:solidFill>
                <a:latin typeface="Arial" panose="020B0604020202020204" pitchFamily="34" charset="0"/>
                <a:ea typeface="Microsoft YaHei" panose="020B0503020204020204" pitchFamily="34" charset="-122"/>
              </a:defRPr>
            </a:lvl3pPr>
            <a:lvl4pPr>
              <a:defRPr>
                <a:solidFill>
                  <a:schemeClr val="bg1"/>
                </a:solidFill>
                <a:latin typeface="Arial" panose="020B0604020202020204" pitchFamily="34" charset="0"/>
                <a:ea typeface="Microsoft YaHei" panose="020B0503020204020204" pitchFamily="34" charset="-122"/>
              </a:defRPr>
            </a:lvl4pPr>
            <a:lvl5pPr>
              <a:defRPr>
                <a:solidFill>
                  <a:schemeClr val="bg1"/>
                </a:solidFill>
                <a:latin typeface="Arial" panose="020B0604020202020204" pitchFamily="34" charset="0"/>
                <a:ea typeface="Microsoft YaHei" panose="020B0503020204020204" pitchFamily="34" charset="-122"/>
              </a:defRPr>
            </a:lvl5pPr>
            <a:lvl6pPr marL="2514600" indent="-228600" defTabSz="457200" eaLnBrk="0" fontAlgn="base" hangingPunct="0">
              <a:spcBef>
                <a:spcPct val="0"/>
              </a:spcBef>
              <a:spcAft>
                <a:spcPct val="0"/>
              </a:spcAft>
              <a:defRPr>
                <a:solidFill>
                  <a:schemeClr val="bg1"/>
                </a:solidFill>
                <a:latin typeface="Arial" panose="020B0604020202020204" pitchFamily="34" charset="0"/>
                <a:ea typeface="Microsoft YaHei" panose="020B0503020204020204" pitchFamily="34" charset="-122"/>
              </a:defRPr>
            </a:lvl6pPr>
            <a:lvl7pPr marL="2971800" indent="-228600" defTabSz="457200" eaLnBrk="0" fontAlgn="base" hangingPunct="0">
              <a:spcBef>
                <a:spcPct val="0"/>
              </a:spcBef>
              <a:spcAft>
                <a:spcPct val="0"/>
              </a:spcAft>
              <a:defRPr>
                <a:solidFill>
                  <a:schemeClr val="bg1"/>
                </a:solidFill>
                <a:latin typeface="Arial" panose="020B0604020202020204" pitchFamily="34" charset="0"/>
                <a:ea typeface="Microsoft YaHei" panose="020B0503020204020204" pitchFamily="34" charset="-122"/>
              </a:defRPr>
            </a:lvl7pPr>
            <a:lvl8pPr marL="3429000" indent="-228600" defTabSz="457200" eaLnBrk="0" fontAlgn="base" hangingPunct="0">
              <a:spcBef>
                <a:spcPct val="0"/>
              </a:spcBef>
              <a:spcAft>
                <a:spcPct val="0"/>
              </a:spcAft>
              <a:defRPr>
                <a:solidFill>
                  <a:schemeClr val="bg1"/>
                </a:solidFill>
                <a:latin typeface="Arial" panose="020B0604020202020204" pitchFamily="34" charset="0"/>
                <a:ea typeface="Microsoft YaHei" panose="020B0503020204020204" pitchFamily="34" charset="-122"/>
              </a:defRPr>
            </a:lvl8pPr>
            <a:lvl9pPr marL="3886200" indent="-228600" defTabSz="457200" eaLnBrk="0" fontAlgn="base" hangingPunct="0">
              <a:spcBef>
                <a:spcPct val="0"/>
              </a:spcBef>
              <a:spcAft>
                <a:spcPct val="0"/>
              </a:spcAft>
              <a:defRPr>
                <a:solidFill>
                  <a:schemeClr val="bg1"/>
                </a:solidFill>
                <a:latin typeface="Arial" panose="020B0604020202020204" pitchFamily="34" charset="0"/>
                <a:ea typeface="Microsoft YaHei" panose="020B0503020204020204" pitchFamily="34" charset="-122"/>
              </a:defRPr>
            </a:lvl9pPr>
          </a:lstStyle>
          <a:p>
            <a:pPr>
              <a:buFont typeface="Wingdings" panose="05000000000000000000" pitchFamily="2" charset="2"/>
              <a:buChar char="Ø"/>
            </a:pPr>
            <a:r>
              <a:rPr lang="en-US" altLang="en-US" sz="2400" dirty="0">
                <a:solidFill>
                  <a:schemeClr val="tx1"/>
                </a:solidFill>
                <a:latin typeface="Comic Sans MS" panose="030F0702030302020204" pitchFamily="66" charset="0"/>
              </a:rPr>
              <a:t>Arithmetic and Logic Unit (ALU) and Control Unit (CU)</a:t>
            </a:r>
            <a:endParaRPr lang="en-US" altLang="en-US" sz="2400" dirty="0">
              <a:solidFill>
                <a:schemeClr val="tx1"/>
              </a:solidFill>
              <a:latin typeface="Comic Sans MS" panose="030F0702030302020204" pitchFamily="66" charset="0"/>
            </a:endParaRPr>
          </a:p>
          <a:p>
            <a:pPr>
              <a:buFont typeface="Wingdings" panose="05000000000000000000" pitchFamily="2" charset="2"/>
              <a:buChar char="Ø"/>
            </a:pPr>
            <a:endParaRPr lang="en-US" altLang="en-US" sz="2400" dirty="0">
              <a:solidFill>
                <a:schemeClr val="tx1"/>
              </a:solidFill>
              <a:latin typeface="Comic Sans MS" panose="030F0702030302020204" pitchFamily="66" charset="0"/>
            </a:endParaRPr>
          </a:p>
          <a:p>
            <a:pPr lvl="1" algn="just">
              <a:buFont typeface="Wingdings" panose="05000000000000000000" pitchFamily="2" charset="2"/>
              <a:buChar char="Ø"/>
            </a:pPr>
            <a:r>
              <a:rPr lang="en-US" altLang="en-US" sz="2000" dirty="0">
                <a:solidFill>
                  <a:schemeClr val="tx1"/>
                </a:solidFill>
                <a:latin typeface="Comic Sans MS" panose="030F0702030302020204" pitchFamily="66" charset="0"/>
              </a:rPr>
              <a:t>The ALU performs all arithmetic and logic operations required by a program's instructions. </a:t>
            </a:r>
            <a:endParaRPr lang="en-US" altLang="en-US" sz="2000" dirty="0">
              <a:solidFill>
                <a:schemeClr val="tx1"/>
              </a:solidFill>
              <a:latin typeface="Comic Sans MS" panose="030F0702030302020204" pitchFamily="66" charset="0"/>
            </a:endParaRPr>
          </a:p>
          <a:p>
            <a:pPr lvl="1" algn="just">
              <a:buFont typeface="Wingdings" panose="05000000000000000000" pitchFamily="2" charset="2"/>
              <a:buChar char="Ø"/>
            </a:pPr>
            <a:endParaRPr lang="en-US" altLang="en-US" sz="2000" dirty="0">
              <a:solidFill>
                <a:schemeClr val="tx1"/>
              </a:solidFill>
              <a:latin typeface="Comic Sans MS" panose="030F0702030302020204" pitchFamily="66" charset="0"/>
            </a:endParaRPr>
          </a:p>
          <a:p>
            <a:pPr marL="0" indent="0"/>
            <a:endParaRPr lang="en-US" altLang="en-US" sz="2400" dirty="0">
              <a:solidFill>
                <a:schemeClr val="tx1"/>
              </a:solidFill>
              <a:latin typeface="Comic Sans MS" panose="030F0702030302020204" pitchFamily="66" charset="0"/>
            </a:endParaRPr>
          </a:p>
        </p:txBody>
      </p:sp>
    </p:spTree>
  </p:cSld>
  <p:clrMapOvr>
    <a:masterClrMapping/>
  </p:clrMapOvr>
  <p:transition spd="med"/>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1"/>
          <p:cNvSpPr>
            <a:spLocks noGrp="1" noChangeArrowheads="1"/>
          </p:cNvSpPr>
          <p:nvPr>
            <p:ph type="title"/>
          </p:nvPr>
        </p:nvSpPr>
        <p:spPr>
          <a:xfrm>
            <a:off x="431800" y="107950"/>
            <a:ext cx="9070975" cy="792163"/>
          </a:xfrm>
        </p:spPr>
        <p:txBody>
          <a:bodyPr tIns="38880"/>
          <a:lstStyle/>
          <a:p>
            <a:pPr eaLnBrk="1">
              <a:buClrTx/>
              <a:buFontTx/>
              <a:buNone/>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r>
              <a:rPr lang="en-US" altLang="en-US" dirty="0">
                <a:latin typeface="Comic Sans MS" panose="030F0702030302020204" pitchFamily="66" charset="0"/>
              </a:rPr>
              <a:t>Foundational Concepts</a:t>
            </a:r>
            <a:endParaRPr lang="en-US" altLang="en-US" dirty="0">
              <a:latin typeface="Comic Sans MS" panose="030F0702030302020204" pitchFamily="66" charset="0"/>
            </a:endParaRPr>
          </a:p>
        </p:txBody>
      </p:sp>
      <p:sp>
        <p:nvSpPr>
          <p:cNvPr id="5123" name="TextBox 2"/>
          <p:cNvSpPr txBox="1">
            <a:spLocks noChangeArrowheads="1"/>
          </p:cNvSpPr>
          <p:nvPr/>
        </p:nvSpPr>
        <p:spPr bwMode="auto">
          <a:xfrm>
            <a:off x="647700" y="977404"/>
            <a:ext cx="9001124" cy="30469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285750" indent="-285750">
              <a:defRPr>
                <a:solidFill>
                  <a:schemeClr val="bg1"/>
                </a:solidFill>
                <a:latin typeface="Arial" panose="020B0604020202020204" pitchFamily="34" charset="0"/>
                <a:ea typeface="Microsoft YaHei" panose="020B0503020204020204" pitchFamily="34" charset="-122"/>
              </a:defRPr>
            </a:lvl1pPr>
            <a:lvl2pPr>
              <a:defRPr>
                <a:solidFill>
                  <a:schemeClr val="bg1"/>
                </a:solidFill>
                <a:latin typeface="Arial" panose="020B0604020202020204" pitchFamily="34" charset="0"/>
                <a:ea typeface="Microsoft YaHei" panose="020B0503020204020204" pitchFamily="34" charset="-122"/>
              </a:defRPr>
            </a:lvl2pPr>
            <a:lvl3pPr>
              <a:defRPr>
                <a:solidFill>
                  <a:schemeClr val="bg1"/>
                </a:solidFill>
                <a:latin typeface="Arial" panose="020B0604020202020204" pitchFamily="34" charset="0"/>
                <a:ea typeface="Microsoft YaHei" panose="020B0503020204020204" pitchFamily="34" charset="-122"/>
              </a:defRPr>
            </a:lvl3pPr>
            <a:lvl4pPr>
              <a:defRPr>
                <a:solidFill>
                  <a:schemeClr val="bg1"/>
                </a:solidFill>
                <a:latin typeface="Arial" panose="020B0604020202020204" pitchFamily="34" charset="0"/>
                <a:ea typeface="Microsoft YaHei" panose="020B0503020204020204" pitchFamily="34" charset="-122"/>
              </a:defRPr>
            </a:lvl4pPr>
            <a:lvl5pPr>
              <a:defRPr>
                <a:solidFill>
                  <a:schemeClr val="bg1"/>
                </a:solidFill>
                <a:latin typeface="Arial" panose="020B0604020202020204" pitchFamily="34" charset="0"/>
                <a:ea typeface="Microsoft YaHei" panose="020B0503020204020204" pitchFamily="34" charset="-122"/>
              </a:defRPr>
            </a:lvl5pPr>
            <a:lvl6pPr marL="2514600" indent="-228600" defTabSz="457200" eaLnBrk="0" fontAlgn="base" hangingPunct="0">
              <a:spcBef>
                <a:spcPct val="0"/>
              </a:spcBef>
              <a:spcAft>
                <a:spcPct val="0"/>
              </a:spcAft>
              <a:defRPr>
                <a:solidFill>
                  <a:schemeClr val="bg1"/>
                </a:solidFill>
                <a:latin typeface="Arial" panose="020B0604020202020204" pitchFamily="34" charset="0"/>
                <a:ea typeface="Microsoft YaHei" panose="020B0503020204020204" pitchFamily="34" charset="-122"/>
              </a:defRPr>
            </a:lvl6pPr>
            <a:lvl7pPr marL="2971800" indent="-228600" defTabSz="457200" eaLnBrk="0" fontAlgn="base" hangingPunct="0">
              <a:spcBef>
                <a:spcPct val="0"/>
              </a:spcBef>
              <a:spcAft>
                <a:spcPct val="0"/>
              </a:spcAft>
              <a:defRPr>
                <a:solidFill>
                  <a:schemeClr val="bg1"/>
                </a:solidFill>
                <a:latin typeface="Arial" panose="020B0604020202020204" pitchFamily="34" charset="0"/>
                <a:ea typeface="Microsoft YaHei" panose="020B0503020204020204" pitchFamily="34" charset="-122"/>
              </a:defRPr>
            </a:lvl7pPr>
            <a:lvl8pPr marL="3429000" indent="-228600" defTabSz="457200" eaLnBrk="0" fontAlgn="base" hangingPunct="0">
              <a:spcBef>
                <a:spcPct val="0"/>
              </a:spcBef>
              <a:spcAft>
                <a:spcPct val="0"/>
              </a:spcAft>
              <a:defRPr>
                <a:solidFill>
                  <a:schemeClr val="bg1"/>
                </a:solidFill>
                <a:latin typeface="Arial" panose="020B0604020202020204" pitchFamily="34" charset="0"/>
                <a:ea typeface="Microsoft YaHei" panose="020B0503020204020204" pitchFamily="34" charset="-122"/>
              </a:defRPr>
            </a:lvl8pPr>
            <a:lvl9pPr marL="3886200" indent="-228600" defTabSz="457200" eaLnBrk="0" fontAlgn="base" hangingPunct="0">
              <a:spcBef>
                <a:spcPct val="0"/>
              </a:spcBef>
              <a:spcAft>
                <a:spcPct val="0"/>
              </a:spcAft>
              <a:defRPr>
                <a:solidFill>
                  <a:schemeClr val="bg1"/>
                </a:solidFill>
                <a:latin typeface="Arial" panose="020B0604020202020204" pitchFamily="34" charset="0"/>
                <a:ea typeface="Microsoft YaHei" panose="020B0503020204020204" pitchFamily="34" charset="-122"/>
              </a:defRPr>
            </a:lvl9pPr>
          </a:lstStyle>
          <a:p>
            <a:pPr>
              <a:buFont typeface="Wingdings" panose="05000000000000000000" pitchFamily="2" charset="2"/>
              <a:buChar char="Ø"/>
            </a:pPr>
            <a:r>
              <a:rPr lang="en-US" altLang="en-US" sz="2400" dirty="0">
                <a:solidFill>
                  <a:schemeClr val="tx1"/>
                </a:solidFill>
                <a:latin typeface="Comic Sans MS" panose="030F0702030302020204" pitchFamily="66" charset="0"/>
              </a:rPr>
              <a:t>Arithmetic and Logic Unit (ALU) and Control Unit (CU)</a:t>
            </a:r>
            <a:endParaRPr lang="en-US" altLang="en-US" sz="2400" dirty="0">
              <a:solidFill>
                <a:schemeClr val="tx1"/>
              </a:solidFill>
              <a:latin typeface="Comic Sans MS" panose="030F0702030302020204" pitchFamily="66" charset="0"/>
            </a:endParaRPr>
          </a:p>
          <a:p>
            <a:pPr>
              <a:buFont typeface="Wingdings" panose="05000000000000000000" pitchFamily="2" charset="2"/>
              <a:buChar char="Ø"/>
            </a:pPr>
            <a:endParaRPr lang="en-US" altLang="en-US" sz="2400" dirty="0">
              <a:solidFill>
                <a:schemeClr val="tx1"/>
              </a:solidFill>
              <a:latin typeface="Comic Sans MS" panose="030F0702030302020204" pitchFamily="66" charset="0"/>
            </a:endParaRPr>
          </a:p>
          <a:p>
            <a:pPr lvl="1" algn="just">
              <a:buFont typeface="Wingdings" panose="05000000000000000000" pitchFamily="2" charset="2"/>
              <a:buChar char="Ø"/>
            </a:pPr>
            <a:r>
              <a:rPr lang="en-US" altLang="en-US" sz="2000" dirty="0">
                <a:solidFill>
                  <a:schemeClr val="tx1"/>
                </a:solidFill>
                <a:latin typeface="Comic Sans MS" panose="030F0702030302020204" pitchFamily="66" charset="0"/>
              </a:rPr>
              <a:t>The ALU performs all arithmetic and logic operations required by a program's instructions. </a:t>
            </a:r>
            <a:endParaRPr lang="en-US" altLang="en-US" sz="2000" dirty="0">
              <a:solidFill>
                <a:schemeClr val="tx1"/>
              </a:solidFill>
              <a:latin typeface="Comic Sans MS" panose="030F0702030302020204" pitchFamily="66" charset="0"/>
            </a:endParaRPr>
          </a:p>
          <a:p>
            <a:pPr lvl="1" algn="just">
              <a:buFont typeface="Wingdings" panose="05000000000000000000" pitchFamily="2" charset="2"/>
              <a:buChar char="Ø"/>
            </a:pPr>
            <a:endParaRPr lang="en-US" altLang="en-US" sz="2000" dirty="0">
              <a:solidFill>
                <a:schemeClr val="tx1"/>
              </a:solidFill>
              <a:latin typeface="Comic Sans MS" panose="030F0702030302020204" pitchFamily="66" charset="0"/>
            </a:endParaRPr>
          </a:p>
          <a:p>
            <a:pPr lvl="1" algn="just">
              <a:buFont typeface="Wingdings" panose="05000000000000000000" pitchFamily="2" charset="2"/>
              <a:buChar char="Ø"/>
            </a:pPr>
            <a:r>
              <a:rPr lang="en-US" altLang="en-US" sz="2000" dirty="0">
                <a:solidFill>
                  <a:schemeClr val="tx1"/>
                </a:solidFill>
                <a:latin typeface="Comic Sans MS" panose="030F0702030302020204" pitchFamily="66" charset="0"/>
              </a:rPr>
              <a:t>The central processing unit (CU) manages sequential instruction execution, interprets instructions, and directs data flow through the computer's memory, ALU, and input/output devices.</a:t>
            </a:r>
            <a:endParaRPr lang="en-US" altLang="en-US" sz="2000" dirty="0">
              <a:solidFill>
                <a:schemeClr val="tx1"/>
              </a:solidFill>
              <a:latin typeface="Comic Sans MS" panose="030F0702030302020204" pitchFamily="66" charset="0"/>
            </a:endParaRPr>
          </a:p>
          <a:p>
            <a:pPr>
              <a:buFont typeface="Wingdings" panose="05000000000000000000" pitchFamily="2" charset="2"/>
              <a:buChar char="Ø"/>
            </a:pPr>
            <a:endParaRPr lang="en-US" altLang="en-US" sz="2400" dirty="0">
              <a:solidFill>
                <a:schemeClr val="tx1"/>
              </a:solidFill>
              <a:latin typeface="Comic Sans MS" panose="030F0702030302020204" pitchFamily="66" charset="0"/>
            </a:endParaRPr>
          </a:p>
        </p:txBody>
      </p:sp>
    </p:spTree>
  </p:cSld>
  <p:clrMapOvr>
    <a:masterClrMapping/>
  </p:clrMapOvr>
  <p:transition spd="med"/>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1"/>
          <p:cNvSpPr>
            <a:spLocks noGrp="1" noChangeArrowheads="1"/>
          </p:cNvSpPr>
          <p:nvPr>
            <p:ph type="title"/>
          </p:nvPr>
        </p:nvSpPr>
        <p:spPr>
          <a:xfrm>
            <a:off x="431800" y="107950"/>
            <a:ext cx="9070975" cy="792163"/>
          </a:xfrm>
        </p:spPr>
        <p:txBody>
          <a:bodyPr tIns="38880"/>
          <a:lstStyle/>
          <a:p>
            <a:pPr eaLnBrk="1">
              <a:buClrTx/>
              <a:buFontTx/>
              <a:buNone/>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r>
              <a:rPr lang="en-US" altLang="en-US" dirty="0">
                <a:latin typeface="Comic Sans MS" panose="030F0702030302020204" pitchFamily="66" charset="0"/>
              </a:rPr>
              <a:t>Foundational Concepts</a:t>
            </a:r>
            <a:endParaRPr lang="en-US" altLang="en-US" dirty="0">
              <a:latin typeface="Comic Sans MS" panose="030F0702030302020204" pitchFamily="66" charset="0"/>
            </a:endParaRPr>
          </a:p>
        </p:txBody>
      </p:sp>
      <p:sp>
        <p:nvSpPr>
          <p:cNvPr id="5123" name="TextBox 2"/>
          <p:cNvSpPr txBox="1">
            <a:spLocks noChangeArrowheads="1"/>
          </p:cNvSpPr>
          <p:nvPr/>
        </p:nvSpPr>
        <p:spPr bwMode="auto">
          <a:xfrm>
            <a:off x="647700" y="977404"/>
            <a:ext cx="9001124" cy="8309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285750" indent="-285750">
              <a:defRPr>
                <a:solidFill>
                  <a:schemeClr val="bg1"/>
                </a:solidFill>
                <a:latin typeface="Arial" panose="020B0604020202020204" pitchFamily="34" charset="0"/>
                <a:ea typeface="Microsoft YaHei" panose="020B0503020204020204" pitchFamily="34" charset="-122"/>
              </a:defRPr>
            </a:lvl1pPr>
            <a:lvl2pPr>
              <a:defRPr>
                <a:solidFill>
                  <a:schemeClr val="bg1"/>
                </a:solidFill>
                <a:latin typeface="Arial" panose="020B0604020202020204" pitchFamily="34" charset="0"/>
                <a:ea typeface="Microsoft YaHei" panose="020B0503020204020204" pitchFamily="34" charset="-122"/>
              </a:defRPr>
            </a:lvl2pPr>
            <a:lvl3pPr>
              <a:defRPr>
                <a:solidFill>
                  <a:schemeClr val="bg1"/>
                </a:solidFill>
                <a:latin typeface="Arial" panose="020B0604020202020204" pitchFamily="34" charset="0"/>
                <a:ea typeface="Microsoft YaHei" panose="020B0503020204020204" pitchFamily="34" charset="-122"/>
              </a:defRPr>
            </a:lvl3pPr>
            <a:lvl4pPr>
              <a:defRPr>
                <a:solidFill>
                  <a:schemeClr val="bg1"/>
                </a:solidFill>
                <a:latin typeface="Arial" panose="020B0604020202020204" pitchFamily="34" charset="0"/>
                <a:ea typeface="Microsoft YaHei" panose="020B0503020204020204" pitchFamily="34" charset="-122"/>
              </a:defRPr>
            </a:lvl4pPr>
            <a:lvl5pPr>
              <a:defRPr>
                <a:solidFill>
                  <a:schemeClr val="bg1"/>
                </a:solidFill>
                <a:latin typeface="Arial" panose="020B0604020202020204" pitchFamily="34" charset="0"/>
                <a:ea typeface="Microsoft YaHei" panose="020B0503020204020204" pitchFamily="34" charset="-122"/>
              </a:defRPr>
            </a:lvl5pPr>
            <a:lvl6pPr marL="2514600" indent="-228600" defTabSz="457200" eaLnBrk="0" fontAlgn="base" hangingPunct="0">
              <a:spcBef>
                <a:spcPct val="0"/>
              </a:spcBef>
              <a:spcAft>
                <a:spcPct val="0"/>
              </a:spcAft>
              <a:defRPr>
                <a:solidFill>
                  <a:schemeClr val="bg1"/>
                </a:solidFill>
                <a:latin typeface="Arial" panose="020B0604020202020204" pitchFamily="34" charset="0"/>
                <a:ea typeface="Microsoft YaHei" panose="020B0503020204020204" pitchFamily="34" charset="-122"/>
              </a:defRPr>
            </a:lvl6pPr>
            <a:lvl7pPr marL="2971800" indent="-228600" defTabSz="457200" eaLnBrk="0" fontAlgn="base" hangingPunct="0">
              <a:spcBef>
                <a:spcPct val="0"/>
              </a:spcBef>
              <a:spcAft>
                <a:spcPct val="0"/>
              </a:spcAft>
              <a:defRPr>
                <a:solidFill>
                  <a:schemeClr val="bg1"/>
                </a:solidFill>
                <a:latin typeface="Arial" panose="020B0604020202020204" pitchFamily="34" charset="0"/>
                <a:ea typeface="Microsoft YaHei" panose="020B0503020204020204" pitchFamily="34" charset="-122"/>
              </a:defRPr>
            </a:lvl7pPr>
            <a:lvl8pPr marL="3429000" indent="-228600" defTabSz="457200" eaLnBrk="0" fontAlgn="base" hangingPunct="0">
              <a:spcBef>
                <a:spcPct val="0"/>
              </a:spcBef>
              <a:spcAft>
                <a:spcPct val="0"/>
              </a:spcAft>
              <a:defRPr>
                <a:solidFill>
                  <a:schemeClr val="bg1"/>
                </a:solidFill>
                <a:latin typeface="Arial" panose="020B0604020202020204" pitchFamily="34" charset="0"/>
                <a:ea typeface="Microsoft YaHei" panose="020B0503020204020204" pitchFamily="34" charset="-122"/>
              </a:defRPr>
            </a:lvl8pPr>
            <a:lvl9pPr marL="3886200" indent="-228600" defTabSz="457200" eaLnBrk="0" fontAlgn="base" hangingPunct="0">
              <a:spcBef>
                <a:spcPct val="0"/>
              </a:spcBef>
              <a:spcAft>
                <a:spcPct val="0"/>
              </a:spcAft>
              <a:defRPr>
                <a:solidFill>
                  <a:schemeClr val="bg1"/>
                </a:solidFill>
                <a:latin typeface="Arial" panose="020B0604020202020204" pitchFamily="34" charset="0"/>
                <a:ea typeface="Microsoft YaHei" panose="020B0503020204020204" pitchFamily="34" charset="-122"/>
              </a:defRPr>
            </a:lvl9pPr>
          </a:lstStyle>
          <a:p>
            <a:pPr>
              <a:buFont typeface="Wingdings" panose="05000000000000000000" pitchFamily="2" charset="2"/>
              <a:buChar char="Ø"/>
            </a:pPr>
            <a:r>
              <a:rPr lang="en-US" altLang="en-US" sz="2400" dirty="0">
                <a:solidFill>
                  <a:schemeClr val="tx1"/>
                </a:solidFill>
                <a:latin typeface="Comic Sans MS" panose="030F0702030302020204" pitchFamily="66" charset="0"/>
              </a:rPr>
              <a:t>Types of Memory</a:t>
            </a:r>
            <a:endParaRPr lang="en-US" altLang="en-US" sz="2400" dirty="0">
              <a:solidFill>
                <a:schemeClr val="tx1"/>
              </a:solidFill>
              <a:latin typeface="Comic Sans MS" panose="030F0702030302020204" pitchFamily="66" charset="0"/>
            </a:endParaRPr>
          </a:p>
          <a:p>
            <a:pPr>
              <a:buFont typeface="Wingdings" panose="05000000000000000000" pitchFamily="2" charset="2"/>
              <a:buChar char="Ø"/>
            </a:pPr>
            <a:endParaRPr lang="en-US" altLang="en-US" sz="2400" dirty="0">
              <a:solidFill>
                <a:schemeClr val="tx1"/>
              </a:solidFill>
              <a:latin typeface="Comic Sans MS" panose="030F0702030302020204" pitchFamily="66" charset="0"/>
            </a:endParaRPr>
          </a:p>
        </p:txBody>
      </p:sp>
    </p:spTree>
  </p:cSld>
  <p:clrMapOvr>
    <a:masterClrMapping/>
  </p:clrMapOvr>
  <p:transition spd="med"/>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1"/>
          <p:cNvSpPr>
            <a:spLocks noGrp="1" noChangeArrowheads="1"/>
          </p:cNvSpPr>
          <p:nvPr>
            <p:ph type="title"/>
          </p:nvPr>
        </p:nvSpPr>
        <p:spPr>
          <a:xfrm>
            <a:off x="431800" y="107950"/>
            <a:ext cx="9070975" cy="792163"/>
          </a:xfrm>
        </p:spPr>
        <p:txBody>
          <a:bodyPr tIns="38880"/>
          <a:lstStyle/>
          <a:p>
            <a:pPr eaLnBrk="1">
              <a:buClrTx/>
              <a:buFontTx/>
              <a:buNone/>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r>
              <a:rPr lang="en-US" altLang="en-US" dirty="0">
                <a:latin typeface="Comic Sans MS" panose="030F0702030302020204" pitchFamily="66" charset="0"/>
              </a:rPr>
              <a:t>Foundational Concepts</a:t>
            </a:r>
            <a:endParaRPr lang="en-US" altLang="en-US" dirty="0">
              <a:latin typeface="Comic Sans MS" panose="030F0702030302020204" pitchFamily="66" charset="0"/>
            </a:endParaRPr>
          </a:p>
        </p:txBody>
      </p:sp>
      <p:sp>
        <p:nvSpPr>
          <p:cNvPr id="5123" name="TextBox 2"/>
          <p:cNvSpPr txBox="1">
            <a:spLocks noChangeArrowheads="1"/>
          </p:cNvSpPr>
          <p:nvPr/>
        </p:nvSpPr>
        <p:spPr bwMode="auto">
          <a:xfrm>
            <a:off x="647700" y="977404"/>
            <a:ext cx="9001124" cy="144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285750" indent="-285750">
              <a:defRPr>
                <a:solidFill>
                  <a:schemeClr val="bg1"/>
                </a:solidFill>
                <a:latin typeface="Arial" panose="020B0604020202020204" pitchFamily="34" charset="0"/>
                <a:ea typeface="Microsoft YaHei" panose="020B0503020204020204" pitchFamily="34" charset="-122"/>
              </a:defRPr>
            </a:lvl1pPr>
            <a:lvl2pPr>
              <a:defRPr>
                <a:solidFill>
                  <a:schemeClr val="bg1"/>
                </a:solidFill>
                <a:latin typeface="Arial" panose="020B0604020202020204" pitchFamily="34" charset="0"/>
                <a:ea typeface="Microsoft YaHei" panose="020B0503020204020204" pitchFamily="34" charset="-122"/>
              </a:defRPr>
            </a:lvl2pPr>
            <a:lvl3pPr>
              <a:defRPr>
                <a:solidFill>
                  <a:schemeClr val="bg1"/>
                </a:solidFill>
                <a:latin typeface="Arial" panose="020B0604020202020204" pitchFamily="34" charset="0"/>
                <a:ea typeface="Microsoft YaHei" panose="020B0503020204020204" pitchFamily="34" charset="-122"/>
              </a:defRPr>
            </a:lvl3pPr>
            <a:lvl4pPr>
              <a:defRPr>
                <a:solidFill>
                  <a:schemeClr val="bg1"/>
                </a:solidFill>
                <a:latin typeface="Arial" panose="020B0604020202020204" pitchFamily="34" charset="0"/>
                <a:ea typeface="Microsoft YaHei" panose="020B0503020204020204" pitchFamily="34" charset="-122"/>
              </a:defRPr>
            </a:lvl4pPr>
            <a:lvl5pPr>
              <a:defRPr>
                <a:solidFill>
                  <a:schemeClr val="bg1"/>
                </a:solidFill>
                <a:latin typeface="Arial" panose="020B0604020202020204" pitchFamily="34" charset="0"/>
                <a:ea typeface="Microsoft YaHei" panose="020B0503020204020204" pitchFamily="34" charset="-122"/>
              </a:defRPr>
            </a:lvl5pPr>
            <a:lvl6pPr marL="2514600" indent="-228600" defTabSz="457200" eaLnBrk="0" fontAlgn="base" hangingPunct="0">
              <a:spcBef>
                <a:spcPct val="0"/>
              </a:spcBef>
              <a:spcAft>
                <a:spcPct val="0"/>
              </a:spcAft>
              <a:defRPr>
                <a:solidFill>
                  <a:schemeClr val="bg1"/>
                </a:solidFill>
                <a:latin typeface="Arial" panose="020B0604020202020204" pitchFamily="34" charset="0"/>
                <a:ea typeface="Microsoft YaHei" panose="020B0503020204020204" pitchFamily="34" charset="-122"/>
              </a:defRPr>
            </a:lvl6pPr>
            <a:lvl7pPr marL="2971800" indent="-228600" defTabSz="457200" eaLnBrk="0" fontAlgn="base" hangingPunct="0">
              <a:spcBef>
                <a:spcPct val="0"/>
              </a:spcBef>
              <a:spcAft>
                <a:spcPct val="0"/>
              </a:spcAft>
              <a:defRPr>
                <a:solidFill>
                  <a:schemeClr val="bg1"/>
                </a:solidFill>
                <a:latin typeface="Arial" panose="020B0604020202020204" pitchFamily="34" charset="0"/>
                <a:ea typeface="Microsoft YaHei" panose="020B0503020204020204" pitchFamily="34" charset="-122"/>
              </a:defRPr>
            </a:lvl7pPr>
            <a:lvl8pPr marL="3429000" indent="-228600" defTabSz="457200" eaLnBrk="0" fontAlgn="base" hangingPunct="0">
              <a:spcBef>
                <a:spcPct val="0"/>
              </a:spcBef>
              <a:spcAft>
                <a:spcPct val="0"/>
              </a:spcAft>
              <a:defRPr>
                <a:solidFill>
                  <a:schemeClr val="bg1"/>
                </a:solidFill>
                <a:latin typeface="Arial" panose="020B0604020202020204" pitchFamily="34" charset="0"/>
                <a:ea typeface="Microsoft YaHei" panose="020B0503020204020204" pitchFamily="34" charset="-122"/>
              </a:defRPr>
            </a:lvl8pPr>
            <a:lvl9pPr marL="3886200" indent="-228600" defTabSz="457200" eaLnBrk="0" fontAlgn="base" hangingPunct="0">
              <a:spcBef>
                <a:spcPct val="0"/>
              </a:spcBef>
              <a:spcAft>
                <a:spcPct val="0"/>
              </a:spcAft>
              <a:defRPr>
                <a:solidFill>
                  <a:schemeClr val="bg1"/>
                </a:solidFill>
                <a:latin typeface="Arial" panose="020B0604020202020204" pitchFamily="34" charset="0"/>
                <a:ea typeface="Microsoft YaHei" panose="020B0503020204020204" pitchFamily="34" charset="-122"/>
              </a:defRPr>
            </a:lvl9pPr>
          </a:lstStyle>
          <a:p>
            <a:pPr>
              <a:buFont typeface="Wingdings" panose="05000000000000000000" pitchFamily="2" charset="2"/>
              <a:buChar char="Ø"/>
            </a:pPr>
            <a:r>
              <a:rPr lang="en-US" altLang="en-US" sz="2400" dirty="0">
                <a:solidFill>
                  <a:schemeClr val="tx1"/>
                </a:solidFill>
                <a:latin typeface="Comic Sans MS" panose="030F0702030302020204" pitchFamily="66" charset="0"/>
              </a:rPr>
              <a:t>Types of Memory</a:t>
            </a:r>
            <a:endParaRPr lang="en-US" altLang="en-US" sz="2400" dirty="0">
              <a:solidFill>
                <a:schemeClr val="tx1"/>
              </a:solidFill>
              <a:latin typeface="Comic Sans MS" panose="030F0702030302020204" pitchFamily="66" charset="0"/>
            </a:endParaRPr>
          </a:p>
          <a:p>
            <a:pPr>
              <a:buFont typeface="Wingdings" panose="05000000000000000000" pitchFamily="2" charset="2"/>
              <a:buChar char="Ø"/>
            </a:pPr>
            <a:endParaRPr lang="en-US" altLang="en-US" sz="2400" dirty="0">
              <a:solidFill>
                <a:schemeClr val="tx1"/>
              </a:solidFill>
              <a:latin typeface="Comic Sans MS" panose="030F0702030302020204" pitchFamily="66" charset="0"/>
            </a:endParaRPr>
          </a:p>
          <a:p>
            <a:pPr lvl="1" algn="just">
              <a:buFont typeface="Wingdings" panose="05000000000000000000" pitchFamily="2" charset="2"/>
              <a:buChar char="Ø"/>
            </a:pPr>
            <a:r>
              <a:rPr lang="en-US" altLang="en-US" sz="2000" dirty="0">
                <a:solidFill>
                  <a:schemeClr val="tx1"/>
                </a:solidFill>
                <a:latin typeface="Comic Sans MS" panose="030F0702030302020204" pitchFamily="66" charset="0"/>
              </a:rPr>
              <a:t>Primary Memory</a:t>
            </a:r>
            <a:endParaRPr lang="en-US" altLang="en-US" sz="2000" dirty="0">
              <a:solidFill>
                <a:schemeClr val="tx1"/>
              </a:solidFill>
              <a:latin typeface="Comic Sans MS" panose="030F0702030302020204" pitchFamily="66" charset="0"/>
            </a:endParaRPr>
          </a:p>
          <a:p>
            <a:pPr lvl="1" algn="just">
              <a:buFont typeface="Wingdings" panose="05000000000000000000" pitchFamily="2" charset="2"/>
              <a:buChar char="Ø"/>
            </a:pPr>
            <a:endParaRPr lang="en-US" altLang="en-US" sz="2000" dirty="0">
              <a:solidFill>
                <a:schemeClr val="tx1"/>
              </a:solidFill>
              <a:latin typeface="Comic Sans MS" panose="030F0702030302020204" pitchFamily="66" charset="0"/>
            </a:endParaRPr>
          </a:p>
        </p:txBody>
      </p:sp>
    </p:spTree>
  </p:cSld>
  <p:clrMapOvr>
    <a:masterClrMapping/>
  </p:clrMapOvr>
  <p:transition spd="med"/>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1"/>
          <p:cNvSpPr>
            <a:spLocks noGrp="1" noChangeArrowheads="1"/>
          </p:cNvSpPr>
          <p:nvPr>
            <p:ph type="title"/>
          </p:nvPr>
        </p:nvSpPr>
        <p:spPr>
          <a:xfrm>
            <a:off x="431800" y="107950"/>
            <a:ext cx="9070975" cy="792163"/>
          </a:xfrm>
        </p:spPr>
        <p:txBody>
          <a:bodyPr tIns="38880"/>
          <a:lstStyle/>
          <a:p>
            <a:pPr eaLnBrk="1">
              <a:buClrTx/>
              <a:buFontTx/>
              <a:buNone/>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r>
              <a:rPr lang="en-US" altLang="en-US" dirty="0">
                <a:latin typeface="Comic Sans MS" panose="030F0702030302020204" pitchFamily="66" charset="0"/>
              </a:rPr>
              <a:t>Foundational Concepts</a:t>
            </a:r>
            <a:endParaRPr lang="en-US" altLang="en-US" dirty="0">
              <a:latin typeface="Comic Sans MS" panose="030F0702030302020204" pitchFamily="66" charset="0"/>
            </a:endParaRPr>
          </a:p>
        </p:txBody>
      </p:sp>
      <p:sp>
        <p:nvSpPr>
          <p:cNvPr id="5123" name="TextBox 2"/>
          <p:cNvSpPr txBox="1">
            <a:spLocks noChangeArrowheads="1"/>
          </p:cNvSpPr>
          <p:nvPr/>
        </p:nvSpPr>
        <p:spPr bwMode="auto">
          <a:xfrm>
            <a:off x="647700" y="977404"/>
            <a:ext cx="9001124" cy="212365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285750" indent="-285750">
              <a:defRPr>
                <a:solidFill>
                  <a:schemeClr val="bg1"/>
                </a:solidFill>
                <a:latin typeface="Arial" panose="020B0604020202020204" pitchFamily="34" charset="0"/>
                <a:ea typeface="Microsoft YaHei" panose="020B0503020204020204" pitchFamily="34" charset="-122"/>
              </a:defRPr>
            </a:lvl1pPr>
            <a:lvl2pPr>
              <a:defRPr>
                <a:solidFill>
                  <a:schemeClr val="bg1"/>
                </a:solidFill>
                <a:latin typeface="Arial" panose="020B0604020202020204" pitchFamily="34" charset="0"/>
                <a:ea typeface="Microsoft YaHei" panose="020B0503020204020204" pitchFamily="34" charset="-122"/>
              </a:defRPr>
            </a:lvl2pPr>
            <a:lvl3pPr>
              <a:defRPr>
                <a:solidFill>
                  <a:schemeClr val="bg1"/>
                </a:solidFill>
                <a:latin typeface="Arial" panose="020B0604020202020204" pitchFamily="34" charset="0"/>
                <a:ea typeface="Microsoft YaHei" panose="020B0503020204020204" pitchFamily="34" charset="-122"/>
              </a:defRPr>
            </a:lvl3pPr>
            <a:lvl4pPr>
              <a:defRPr>
                <a:solidFill>
                  <a:schemeClr val="bg1"/>
                </a:solidFill>
                <a:latin typeface="Arial" panose="020B0604020202020204" pitchFamily="34" charset="0"/>
                <a:ea typeface="Microsoft YaHei" panose="020B0503020204020204" pitchFamily="34" charset="-122"/>
              </a:defRPr>
            </a:lvl4pPr>
            <a:lvl5pPr>
              <a:defRPr>
                <a:solidFill>
                  <a:schemeClr val="bg1"/>
                </a:solidFill>
                <a:latin typeface="Arial" panose="020B0604020202020204" pitchFamily="34" charset="0"/>
                <a:ea typeface="Microsoft YaHei" panose="020B0503020204020204" pitchFamily="34" charset="-122"/>
              </a:defRPr>
            </a:lvl5pPr>
            <a:lvl6pPr marL="2514600" indent="-228600" defTabSz="457200" eaLnBrk="0" fontAlgn="base" hangingPunct="0">
              <a:spcBef>
                <a:spcPct val="0"/>
              </a:spcBef>
              <a:spcAft>
                <a:spcPct val="0"/>
              </a:spcAft>
              <a:defRPr>
                <a:solidFill>
                  <a:schemeClr val="bg1"/>
                </a:solidFill>
                <a:latin typeface="Arial" panose="020B0604020202020204" pitchFamily="34" charset="0"/>
                <a:ea typeface="Microsoft YaHei" panose="020B0503020204020204" pitchFamily="34" charset="-122"/>
              </a:defRPr>
            </a:lvl6pPr>
            <a:lvl7pPr marL="2971800" indent="-228600" defTabSz="457200" eaLnBrk="0" fontAlgn="base" hangingPunct="0">
              <a:spcBef>
                <a:spcPct val="0"/>
              </a:spcBef>
              <a:spcAft>
                <a:spcPct val="0"/>
              </a:spcAft>
              <a:defRPr>
                <a:solidFill>
                  <a:schemeClr val="bg1"/>
                </a:solidFill>
                <a:latin typeface="Arial" panose="020B0604020202020204" pitchFamily="34" charset="0"/>
                <a:ea typeface="Microsoft YaHei" panose="020B0503020204020204" pitchFamily="34" charset="-122"/>
              </a:defRPr>
            </a:lvl7pPr>
            <a:lvl8pPr marL="3429000" indent="-228600" defTabSz="457200" eaLnBrk="0" fontAlgn="base" hangingPunct="0">
              <a:spcBef>
                <a:spcPct val="0"/>
              </a:spcBef>
              <a:spcAft>
                <a:spcPct val="0"/>
              </a:spcAft>
              <a:defRPr>
                <a:solidFill>
                  <a:schemeClr val="bg1"/>
                </a:solidFill>
                <a:latin typeface="Arial" panose="020B0604020202020204" pitchFamily="34" charset="0"/>
                <a:ea typeface="Microsoft YaHei" panose="020B0503020204020204" pitchFamily="34" charset="-122"/>
              </a:defRPr>
            </a:lvl8pPr>
            <a:lvl9pPr marL="3886200" indent="-228600" defTabSz="457200" eaLnBrk="0" fontAlgn="base" hangingPunct="0">
              <a:spcBef>
                <a:spcPct val="0"/>
              </a:spcBef>
              <a:spcAft>
                <a:spcPct val="0"/>
              </a:spcAft>
              <a:defRPr>
                <a:solidFill>
                  <a:schemeClr val="bg1"/>
                </a:solidFill>
                <a:latin typeface="Arial" panose="020B0604020202020204" pitchFamily="34" charset="0"/>
                <a:ea typeface="Microsoft YaHei" panose="020B0503020204020204" pitchFamily="34" charset="-122"/>
              </a:defRPr>
            </a:lvl9pPr>
          </a:lstStyle>
          <a:p>
            <a:pPr>
              <a:buFont typeface="Wingdings" panose="05000000000000000000" pitchFamily="2" charset="2"/>
              <a:buChar char="Ø"/>
            </a:pPr>
            <a:r>
              <a:rPr lang="en-US" altLang="en-US" sz="2400" dirty="0">
                <a:solidFill>
                  <a:schemeClr val="tx1"/>
                </a:solidFill>
                <a:latin typeface="Comic Sans MS" panose="030F0702030302020204" pitchFamily="66" charset="0"/>
              </a:rPr>
              <a:t>Types of Memory</a:t>
            </a:r>
            <a:endParaRPr lang="en-US" altLang="en-US" sz="2400" dirty="0">
              <a:solidFill>
                <a:schemeClr val="tx1"/>
              </a:solidFill>
              <a:latin typeface="Comic Sans MS" panose="030F0702030302020204" pitchFamily="66" charset="0"/>
            </a:endParaRPr>
          </a:p>
          <a:p>
            <a:pPr>
              <a:buFont typeface="Wingdings" panose="05000000000000000000" pitchFamily="2" charset="2"/>
              <a:buChar char="Ø"/>
            </a:pPr>
            <a:endParaRPr lang="en-US" altLang="en-US" sz="2400" dirty="0">
              <a:solidFill>
                <a:schemeClr val="tx1"/>
              </a:solidFill>
              <a:latin typeface="Comic Sans MS" panose="030F0702030302020204" pitchFamily="66" charset="0"/>
            </a:endParaRPr>
          </a:p>
          <a:p>
            <a:pPr lvl="1" algn="just">
              <a:buFont typeface="Wingdings" panose="05000000000000000000" pitchFamily="2" charset="2"/>
              <a:buChar char="Ø"/>
            </a:pPr>
            <a:r>
              <a:rPr lang="en-US" altLang="en-US" sz="2000" dirty="0">
                <a:solidFill>
                  <a:schemeClr val="tx1"/>
                </a:solidFill>
                <a:latin typeface="Comic Sans MS" panose="030F0702030302020204" pitchFamily="66" charset="0"/>
              </a:rPr>
              <a:t>Primary Memory</a:t>
            </a:r>
            <a:endParaRPr lang="en-US" altLang="en-US" sz="2000" dirty="0">
              <a:solidFill>
                <a:schemeClr val="tx1"/>
              </a:solidFill>
              <a:latin typeface="Comic Sans MS" panose="030F0702030302020204" pitchFamily="66" charset="0"/>
            </a:endParaRPr>
          </a:p>
          <a:p>
            <a:pPr lvl="1" algn="just">
              <a:buFont typeface="Wingdings" panose="05000000000000000000" pitchFamily="2" charset="2"/>
              <a:buChar char="Ø"/>
            </a:pPr>
            <a:endParaRPr lang="en-US" altLang="en-US" sz="2000" dirty="0">
              <a:solidFill>
                <a:schemeClr val="tx1"/>
              </a:solidFill>
              <a:latin typeface="Comic Sans MS" panose="030F0702030302020204" pitchFamily="66" charset="0"/>
            </a:endParaRPr>
          </a:p>
          <a:p>
            <a:pPr lvl="1" algn="just">
              <a:buFont typeface="Wingdings" panose="05000000000000000000" pitchFamily="2" charset="2"/>
              <a:buChar char="Ø"/>
            </a:pPr>
            <a:r>
              <a:rPr lang="en-US" altLang="en-US" sz="2000" dirty="0">
                <a:solidFill>
                  <a:schemeClr val="tx1"/>
                </a:solidFill>
                <a:latin typeface="Comic Sans MS" panose="030F0702030302020204" pitchFamily="66" charset="0"/>
              </a:rPr>
              <a:t>Secondary Memory</a:t>
            </a:r>
            <a:endParaRPr lang="en-US" altLang="en-US" sz="2000" dirty="0">
              <a:solidFill>
                <a:schemeClr val="tx1"/>
              </a:solidFill>
              <a:latin typeface="Comic Sans MS" panose="030F0702030302020204" pitchFamily="66" charset="0"/>
            </a:endParaRPr>
          </a:p>
          <a:p>
            <a:pPr>
              <a:buFont typeface="Wingdings" panose="05000000000000000000" pitchFamily="2" charset="2"/>
              <a:buChar char="Ø"/>
            </a:pPr>
            <a:endParaRPr lang="en-US" altLang="en-US" sz="2400" dirty="0">
              <a:solidFill>
                <a:schemeClr val="tx1"/>
              </a:solidFill>
              <a:latin typeface="Comic Sans MS" panose="030F0702030302020204" pitchFamily="66" charset="0"/>
            </a:endParaRPr>
          </a:p>
        </p:txBody>
      </p:sp>
    </p:spTree>
  </p:cSld>
  <p:clrMapOvr>
    <a:masterClrMapping/>
  </p:clrMapOvr>
  <p:transition spd="med"/>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1"/>
          <p:cNvSpPr>
            <a:spLocks noGrp="1" noChangeArrowheads="1"/>
          </p:cNvSpPr>
          <p:nvPr>
            <p:ph type="title"/>
          </p:nvPr>
        </p:nvSpPr>
        <p:spPr>
          <a:xfrm>
            <a:off x="431800" y="107950"/>
            <a:ext cx="9070975" cy="792163"/>
          </a:xfrm>
        </p:spPr>
        <p:txBody>
          <a:bodyPr tIns="38880"/>
          <a:lstStyle/>
          <a:p>
            <a:pPr eaLnBrk="1">
              <a:buClrTx/>
              <a:buFontTx/>
              <a:buNone/>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r>
              <a:rPr lang="en-US" altLang="en-US" dirty="0">
                <a:latin typeface="Comic Sans MS" panose="030F0702030302020204" pitchFamily="66" charset="0"/>
              </a:rPr>
              <a:t>Foundational Concepts</a:t>
            </a:r>
            <a:endParaRPr lang="en-US" altLang="en-US" dirty="0">
              <a:latin typeface="Comic Sans MS" panose="030F0702030302020204" pitchFamily="66" charset="0"/>
            </a:endParaRPr>
          </a:p>
        </p:txBody>
      </p:sp>
      <p:sp>
        <p:nvSpPr>
          <p:cNvPr id="5123" name="TextBox 2"/>
          <p:cNvSpPr txBox="1">
            <a:spLocks noChangeArrowheads="1"/>
          </p:cNvSpPr>
          <p:nvPr/>
        </p:nvSpPr>
        <p:spPr bwMode="auto">
          <a:xfrm>
            <a:off x="647700" y="977404"/>
            <a:ext cx="9001124" cy="20621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285750" indent="-285750">
              <a:defRPr>
                <a:solidFill>
                  <a:schemeClr val="bg1"/>
                </a:solidFill>
                <a:latin typeface="Arial" panose="020B0604020202020204" pitchFamily="34" charset="0"/>
                <a:ea typeface="Microsoft YaHei" panose="020B0503020204020204" pitchFamily="34" charset="-122"/>
              </a:defRPr>
            </a:lvl1pPr>
            <a:lvl2pPr>
              <a:defRPr>
                <a:solidFill>
                  <a:schemeClr val="bg1"/>
                </a:solidFill>
                <a:latin typeface="Arial" panose="020B0604020202020204" pitchFamily="34" charset="0"/>
                <a:ea typeface="Microsoft YaHei" panose="020B0503020204020204" pitchFamily="34" charset="-122"/>
              </a:defRPr>
            </a:lvl2pPr>
            <a:lvl3pPr>
              <a:defRPr>
                <a:solidFill>
                  <a:schemeClr val="bg1"/>
                </a:solidFill>
                <a:latin typeface="Arial" panose="020B0604020202020204" pitchFamily="34" charset="0"/>
                <a:ea typeface="Microsoft YaHei" panose="020B0503020204020204" pitchFamily="34" charset="-122"/>
              </a:defRPr>
            </a:lvl3pPr>
            <a:lvl4pPr>
              <a:defRPr>
                <a:solidFill>
                  <a:schemeClr val="bg1"/>
                </a:solidFill>
                <a:latin typeface="Arial" panose="020B0604020202020204" pitchFamily="34" charset="0"/>
                <a:ea typeface="Microsoft YaHei" panose="020B0503020204020204" pitchFamily="34" charset="-122"/>
              </a:defRPr>
            </a:lvl4pPr>
            <a:lvl5pPr>
              <a:defRPr>
                <a:solidFill>
                  <a:schemeClr val="bg1"/>
                </a:solidFill>
                <a:latin typeface="Arial" panose="020B0604020202020204" pitchFamily="34" charset="0"/>
                <a:ea typeface="Microsoft YaHei" panose="020B0503020204020204" pitchFamily="34" charset="-122"/>
              </a:defRPr>
            </a:lvl5pPr>
            <a:lvl6pPr marL="2514600" indent="-228600" defTabSz="457200" eaLnBrk="0" fontAlgn="base" hangingPunct="0">
              <a:spcBef>
                <a:spcPct val="0"/>
              </a:spcBef>
              <a:spcAft>
                <a:spcPct val="0"/>
              </a:spcAft>
              <a:defRPr>
                <a:solidFill>
                  <a:schemeClr val="bg1"/>
                </a:solidFill>
                <a:latin typeface="Arial" panose="020B0604020202020204" pitchFamily="34" charset="0"/>
                <a:ea typeface="Microsoft YaHei" panose="020B0503020204020204" pitchFamily="34" charset="-122"/>
              </a:defRPr>
            </a:lvl6pPr>
            <a:lvl7pPr marL="2971800" indent="-228600" defTabSz="457200" eaLnBrk="0" fontAlgn="base" hangingPunct="0">
              <a:spcBef>
                <a:spcPct val="0"/>
              </a:spcBef>
              <a:spcAft>
                <a:spcPct val="0"/>
              </a:spcAft>
              <a:defRPr>
                <a:solidFill>
                  <a:schemeClr val="bg1"/>
                </a:solidFill>
                <a:latin typeface="Arial" panose="020B0604020202020204" pitchFamily="34" charset="0"/>
                <a:ea typeface="Microsoft YaHei" panose="020B0503020204020204" pitchFamily="34" charset="-122"/>
              </a:defRPr>
            </a:lvl7pPr>
            <a:lvl8pPr marL="3429000" indent="-228600" defTabSz="457200" eaLnBrk="0" fontAlgn="base" hangingPunct="0">
              <a:spcBef>
                <a:spcPct val="0"/>
              </a:spcBef>
              <a:spcAft>
                <a:spcPct val="0"/>
              </a:spcAft>
              <a:defRPr>
                <a:solidFill>
                  <a:schemeClr val="bg1"/>
                </a:solidFill>
                <a:latin typeface="Arial" panose="020B0604020202020204" pitchFamily="34" charset="0"/>
                <a:ea typeface="Microsoft YaHei" panose="020B0503020204020204" pitchFamily="34" charset="-122"/>
              </a:defRPr>
            </a:lvl8pPr>
            <a:lvl9pPr marL="3886200" indent="-228600" defTabSz="457200" eaLnBrk="0" fontAlgn="base" hangingPunct="0">
              <a:spcBef>
                <a:spcPct val="0"/>
              </a:spcBef>
              <a:spcAft>
                <a:spcPct val="0"/>
              </a:spcAft>
              <a:defRPr>
                <a:solidFill>
                  <a:schemeClr val="bg1"/>
                </a:solidFill>
                <a:latin typeface="Arial" panose="020B0604020202020204" pitchFamily="34" charset="0"/>
                <a:ea typeface="Microsoft YaHei" panose="020B0503020204020204" pitchFamily="34" charset="-122"/>
              </a:defRPr>
            </a:lvl9pPr>
          </a:lstStyle>
          <a:p>
            <a:pPr>
              <a:buFont typeface="Wingdings" panose="05000000000000000000" pitchFamily="2" charset="2"/>
              <a:buChar char="Ø"/>
            </a:pPr>
            <a:r>
              <a:rPr lang="en-US" altLang="en-US" sz="2400" dirty="0">
                <a:solidFill>
                  <a:schemeClr val="tx1"/>
                </a:solidFill>
                <a:latin typeface="Comic Sans MS" panose="030F0702030302020204" pitchFamily="66" charset="0"/>
              </a:rPr>
              <a:t>Primary Memory</a:t>
            </a:r>
            <a:endParaRPr lang="en-US" altLang="en-US" sz="2400" dirty="0">
              <a:solidFill>
                <a:schemeClr val="tx1"/>
              </a:solidFill>
              <a:latin typeface="Comic Sans MS" panose="030F0702030302020204" pitchFamily="66" charset="0"/>
            </a:endParaRPr>
          </a:p>
          <a:p>
            <a:pPr marL="0" indent="0"/>
            <a:endParaRPr lang="en-US" altLang="en-US" sz="2400" dirty="0">
              <a:solidFill>
                <a:schemeClr val="tx1"/>
              </a:solidFill>
              <a:latin typeface="Comic Sans MS" panose="030F0702030302020204" pitchFamily="66" charset="0"/>
            </a:endParaRPr>
          </a:p>
          <a:p>
            <a:pPr lvl="1" algn="just">
              <a:buFont typeface="Wingdings" panose="05000000000000000000" pitchFamily="2" charset="2"/>
              <a:buChar char="Ø"/>
            </a:pPr>
            <a:r>
              <a:rPr lang="en-US" altLang="en-US" sz="2000" dirty="0">
                <a:solidFill>
                  <a:schemeClr val="tx1"/>
                </a:solidFill>
                <a:latin typeface="Comic Sans MS" panose="030F0702030302020204" pitchFamily="66" charset="0"/>
              </a:rPr>
              <a:t>A computer system cannot function without primary memory. Before processing, the program and data are loaded into primary memory. </a:t>
            </a:r>
            <a:endParaRPr lang="en-US" altLang="en-US" sz="2000" dirty="0">
              <a:solidFill>
                <a:schemeClr val="tx1"/>
              </a:solidFill>
              <a:latin typeface="Comic Sans MS" panose="030F0702030302020204" pitchFamily="66" charset="0"/>
            </a:endParaRPr>
          </a:p>
          <a:p>
            <a:pPr lvl="1" algn="just">
              <a:buFont typeface="Wingdings" panose="05000000000000000000" pitchFamily="2" charset="2"/>
              <a:buChar char="Ø"/>
            </a:pPr>
            <a:endParaRPr lang="en-US" altLang="en-US" sz="2000" dirty="0">
              <a:solidFill>
                <a:schemeClr val="tx1"/>
              </a:solidFill>
              <a:latin typeface="Comic Sans MS" panose="030F0702030302020204" pitchFamily="66" charset="0"/>
            </a:endParaRPr>
          </a:p>
        </p:txBody>
      </p:sp>
    </p:spTree>
  </p:cSld>
  <p:clrMapOvr>
    <a:masterClrMapping/>
  </p:clrMapOvr>
  <p:transition spd="med"/>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1"/>
          <p:cNvSpPr>
            <a:spLocks noGrp="1" noChangeArrowheads="1"/>
          </p:cNvSpPr>
          <p:nvPr>
            <p:ph type="title"/>
          </p:nvPr>
        </p:nvSpPr>
        <p:spPr>
          <a:xfrm>
            <a:off x="431800" y="107950"/>
            <a:ext cx="9070975" cy="792163"/>
          </a:xfrm>
        </p:spPr>
        <p:txBody>
          <a:bodyPr tIns="38880"/>
          <a:lstStyle/>
          <a:p>
            <a:pPr eaLnBrk="1">
              <a:buClrTx/>
              <a:buFontTx/>
              <a:buNone/>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r>
              <a:rPr lang="en-US" altLang="en-US" dirty="0">
                <a:latin typeface="Comic Sans MS" panose="030F0702030302020204" pitchFamily="66" charset="0"/>
              </a:rPr>
              <a:t>Foundational Concepts</a:t>
            </a:r>
            <a:endParaRPr lang="en-US" altLang="en-US" dirty="0">
              <a:latin typeface="Comic Sans MS" panose="030F0702030302020204" pitchFamily="66" charset="0"/>
            </a:endParaRPr>
          </a:p>
        </p:txBody>
      </p:sp>
      <p:sp>
        <p:nvSpPr>
          <p:cNvPr id="5123" name="TextBox 2"/>
          <p:cNvSpPr txBox="1">
            <a:spLocks noChangeArrowheads="1"/>
          </p:cNvSpPr>
          <p:nvPr/>
        </p:nvSpPr>
        <p:spPr bwMode="auto">
          <a:xfrm>
            <a:off x="647700" y="977404"/>
            <a:ext cx="9001124" cy="29854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285750" indent="-285750">
              <a:defRPr>
                <a:solidFill>
                  <a:schemeClr val="bg1"/>
                </a:solidFill>
                <a:latin typeface="Arial" panose="020B0604020202020204" pitchFamily="34" charset="0"/>
                <a:ea typeface="Microsoft YaHei" panose="020B0503020204020204" pitchFamily="34" charset="-122"/>
              </a:defRPr>
            </a:lvl1pPr>
            <a:lvl2pPr>
              <a:defRPr>
                <a:solidFill>
                  <a:schemeClr val="bg1"/>
                </a:solidFill>
                <a:latin typeface="Arial" panose="020B0604020202020204" pitchFamily="34" charset="0"/>
                <a:ea typeface="Microsoft YaHei" panose="020B0503020204020204" pitchFamily="34" charset="-122"/>
              </a:defRPr>
            </a:lvl2pPr>
            <a:lvl3pPr>
              <a:defRPr>
                <a:solidFill>
                  <a:schemeClr val="bg1"/>
                </a:solidFill>
                <a:latin typeface="Arial" panose="020B0604020202020204" pitchFamily="34" charset="0"/>
                <a:ea typeface="Microsoft YaHei" panose="020B0503020204020204" pitchFamily="34" charset="-122"/>
              </a:defRPr>
            </a:lvl3pPr>
            <a:lvl4pPr>
              <a:defRPr>
                <a:solidFill>
                  <a:schemeClr val="bg1"/>
                </a:solidFill>
                <a:latin typeface="Arial" panose="020B0604020202020204" pitchFamily="34" charset="0"/>
                <a:ea typeface="Microsoft YaHei" panose="020B0503020204020204" pitchFamily="34" charset="-122"/>
              </a:defRPr>
            </a:lvl4pPr>
            <a:lvl5pPr>
              <a:defRPr>
                <a:solidFill>
                  <a:schemeClr val="bg1"/>
                </a:solidFill>
                <a:latin typeface="Arial" panose="020B0604020202020204" pitchFamily="34" charset="0"/>
                <a:ea typeface="Microsoft YaHei" panose="020B0503020204020204" pitchFamily="34" charset="-122"/>
              </a:defRPr>
            </a:lvl5pPr>
            <a:lvl6pPr marL="2514600" indent="-228600" defTabSz="457200" eaLnBrk="0" fontAlgn="base" hangingPunct="0">
              <a:spcBef>
                <a:spcPct val="0"/>
              </a:spcBef>
              <a:spcAft>
                <a:spcPct val="0"/>
              </a:spcAft>
              <a:defRPr>
                <a:solidFill>
                  <a:schemeClr val="bg1"/>
                </a:solidFill>
                <a:latin typeface="Arial" panose="020B0604020202020204" pitchFamily="34" charset="0"/>
                <a:ea typeface="Microsoft YaHei" panose="020B0503020204020204" pitchFamily="34" charset="-122"/>
              </a:defRPr>
            </a:lvl6pPr>
            <a:lvl7pPr marL="2971800" indent="-228600" defTabSz="457200" eaLnBrk="0" fontAlgn="base" hangingPunct="0">
              <a:spcBef>
                <a:spcPct val="0"/>
              </a:spcBef>
              <a:spcAft>
                <a:spcPct val="0"/>
              </a:spcAft>
              <a:defRPr>
                <a:solidFill>
                  <a:schemeClr val="bg1"/>
                </a:solidFill>
                <a:latin typeface="Arial" panose="020B0604020202020204" pitchFamily="34" charset="0"/>
                <a:ea typeface="Microsoft YaHei" panose="020B0503020204020204" pitchFamily="34" charset="-122"/>
              </a:defRPr>
            </a:lvl7pPr>
            <a:lvl8pPr marL="3429000" indent="-228600" defTabSz="457200" eaLnBrk="0" fontAlgn="base" hangingPunct="0">
              <a:spcBef>
                <a:spcPct val="0"/>
              </a:spcBef>
              <a:spcAft>
                <a:spcPct val="0"/>
              </a:spcAft>
              <a:defRPr>
                <a:solidFill>
                  <a:schemeClr val="bg1"/>
                </a:solidFill>
                <a:latin typeface="Arial" panose="020B0604020202020204" pitchFamily="34" charset="0"/>
                <a:ea typeface="Microsoft YaHei" panose="020B0503020204020204" pitchFamily="34" charset="-122"/>
              </a:defRPr>
            </a:lvl8pPr>
            <a:lvl9pPr marL="3886200" indent="-228600" defTabSz="457200" eaLnBrk="0" fontAlgn="base" hangingPunct="0">
              <a:spcBef>
                <a:spcPct val="0"/>
              </a:spcBef>
              <a:spcAft>
                <a:spcPct val="0"/>
              </a:spcAft>
              <a:defRPr>
                <a:solidFill>
                  <a:schemeClr val="bg1"/>
                </a:solidFill>
                <a:latin typeface="Arial" panose="020B0604020202020204" pitchFamily="34" charset="0"/>
                <a:ea typeface="Microsoft YaHei" panose="020B0503020204020204" pitchFamily="34" charset="-122"/>
              </a:defRPr>
            </a:lvl9pPr>
          </a:lstStyle>
          <a:p>
            <a:pPr>
              <a:buFont typeface="Wingdings" panose="05000000000000000000" pitchFamily="2" charset="2"/>
              <a:buChar char="Ø"/>
            </a:pPr>
            <a:r>
              <a:rPr lang="en-US" altLang="en-US" sz="2400" dirty="0">
                <a:solidFill>
                  <a:schemeClr val="tx1"/>
                </a:solidFill>
                <a:latin typeface="Comic Sans MS" panose="030F0702030302020204" pitchFamily="66" charset="0"/>
              </a:rPr>
              <a:t>Primary Memory</a:t>
            </a:r>
            <a:endParaRPr lang="en-US" altLang="en-US" sz="2400" dirty="0">
              <a:solidFill>
                <a:schemeClr val="tx1"/>
              </a:solidFill>
              <a:latin typeface="Comic Sans MS" panose="030F0702030302020204" pitchFamily="66" charset="0"/>
            </a:endParaRPr>
          </a:p>
          <a:p>
            <a:pPr marL="0" indent="0"/>
            <a:endParaRPr lang="en-US" altLang="en-US" sz="2400" dirty="0">
              <a:solidFill>
                <a:schemeClr val="tx1"/>
              </a:solidFill>
              <a:latin typeface="Comic Sans MS" panose="030F0702030302020204" pitchFamily="66" charset="0"/>
            </a:endParaRPr>
          </a:p>
          <a:p>
            <a:pPr lvl="1" algn="just">
              <a:buFont typeface="Wingdings" panose="05000000000000000000" pitchFamily="2" charset="2"/>
              <a:buChar char="Ø"/>
            </a:pPr>
            <a:r>
              <a:rPr lang="en-US" altLang="en-US" sz="2000" dirty="0">
                <a:solidFill>
                  <a:schemeClr val="tx1"/>
                </a:solidFill>
                <a:latin typeface="Comic Sans MS" panose="030F0702030302020204" pitchFamily="66" charset="0"/>
              </a:rPr>
              <a:t>A computer system cannot function without primary memory. Before processing, the program and data are loaded into primary memory. </a:t>
            </a:r>
            <a:endParaRPr lang="en-US" altLang="en-US" sz="2000" dirty="0">
              <a:solidFill>
                <a:schemeClr val="tx1"/>
              </a:solidFill>
              <a:latin typeface="Comic Sans MS" panose="030F0702030302020204" pitchFamily="66" charset="0"/>
            </a:endParaRPr>
          </a:p>
          <a:p>
            <a:pPr lvl="1" algn="just">
              <a:buFont typeface="Wingdings" panose="05000000000000000000" pitchFamily="2" charset="2"/>
              <a:buChar char="Ø"/>
            </a:pPr>
            <a:endParaRPr lang="en-US" altLang="en-US" sz="2000" dirty="0">
              <a:solidFill>
                <a:schemeClr val="tx1"/>
              </a:solidFill>
              <a:latin typeface="Comic Sans MS" panose="030F0702030302020204" pitchFamily="66" charset="0"/>
            </a:endParaRPr>
          </a:p>
          <a:p>
            <a:pPr lvl="1" algn="just">
              <a:buFont typeface="Wingdings" panose="05000000000000000000" pitchFamily="2" charset="2"/>
              <a:buChar char="Ø"/>
            </a:pPr>
            <a:r>
              <a:rPr lang="en-US" altLang="en-US" sz="2000" dirty="0">
                <a:solidFill>
                  <a:schemeClr val="tx1"/>
                </a:solidFill>
                <a:latin typeface="Comic Sans MS" panose="030F0702030302020204" pitchFamily="66" charset="0"/>
              </a:rPr>
              <a:t>To perform read or write operations, the CPU communicates directly with the primary memory. </a:t>
            </a:r>
            <a:endParaRPr lang="en-US" altLang="en-US" sz="2000" dirty="0">
              <a:solidFill>
                <a:schemeClr val="tx1"/>
              </a:solidFill>
              <a:latin typeface="Comic Sans MS" panose="030F0702030302020204" pitchFamily="66" charset="0"/>
            </a:endParaRPr>
          </a:p>
          <a:p>
            <a:pPr lvl="1" algn="just">
              <a:buFont typeface="Wingdings" panose="05000000000000000000" pitchFamily="2" charset="2"/>
              <a:buChar char="Ø"/>
            </a:pPr>
            <a:endParaRPr lang="en-US" altLang="en-US" sz="2000" dirty="0">
              <a:solidFill>
                <a:schemeClr val="tx1"/>
              </a:solidFill>
              <a:latin typeface="Comic Sans MS" panose="030F0702030302020204" pitchFamily="66" charset="0"/>
            </a:endParaRPr>
          </a:p>
        </p:txBody>
      </p:sp>
    </p:spTree>
  </p:cSld>
  <p:clrMapOvr>
    <a:masterClrMapping/>
  </p:clrMapOvr>
  <p:transition spd="med"/>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1"/>
          <p:cNvSpPr>
            <a:spLocks noGrp="1" noChangeArrowheads="1"/>
          </p:cNvSpPr>
          <p:nvPr>
            <p:ph type="title"/>
          </p:nvPr>
        </p:nvSpPr>
        <p:spPr>
          <a:xfrm>
            <a:off x="431800" y="107950"/>
            <a:ext cx="9070975" cy="792163"/>
          </a:xfrm>
        </p:spPr>
        <p:txBody>
          <a:bodyPr tIns="38880"/>
          <a:lstStyle/>
          <a:p>
            <a:pPr eaLnBrk="1">
              <a:buClrTx/>
              <a:buFontTx/>
              <a:buNone/>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r>
              <a:rPr lang="en-US" altLang="en-US" dirty="0">
                <a:latin typeface="Comic Sans MS" panose="030F0702030302020204" pitchFamily="66" charset="0"/>
              </a:rPr>
              <a:t>Foundational Concepts</a:t>
            </a:r>
            <a:endParaRPr lang="en-US" altLang="en-US" dirty="0">
              <a:latin typeface="Comic Sans MS" panose="030F0702030302020204" pitchFamily="66" charset="0"/>
            </a:endParaRPr>
          </a:p>
        </p:txBody>
      </p:sp>
      <p:sp>
        <p:nvSpPr>
          <p:cNvPr id="5123" name="TextBox 2"/>
          <p:cNvSpPr txBox="1">
            <a:spLocks noChangeArrowheads="1"/>
          </p:cNvSpPr>
          <p:nvPr/>
        </p:nvSpPr>
        <p:spPr bwMode="auto">
          <a:xfrm>
            <a:off x="647700" y="977404"/>
            <a:ext cx="9001124" cy="39087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285750" indent="-285750">
              <a:defRPr>
                <a:solidFill>
                  <a:schemeClr val="bg1"/>
                </a:solidFill>
                <a:latin typeface="Arial" panose="020B0604020202020204" pitchFamily="34" charset="0"/>
                <a:ea typeface="Microsoft YaHei" panose="020B0503020204020204" pitchFamily="34" charset="-122"/>
              </a:defRPr>
            </a:lvl1pPr>
            <a:lvl2pPr>
              <a:defRPr>
                <a:solidFill>
                  <a:schemeClr val="bg1"/>
                </a:solidFill>
                <a:latin typeface="Arial" panose="020B0604020202020204" pitchFamily="34" charset="0"/>
                <a:ea typeface="Microsoft YaHei" panose="020B0503020204020204" pitchFamily="34" charset="-122"/>
              </a:defRPr>
            </a:lvl2pPr>
            <a:lvl3pPr>
              <a:defRPr>
                <a:solidFill>
                  <a:schemeClr val="bg1"/>
                </a:solidFill>
                <a:latin typeface="Arial" panose="020B0604020202020204" pitchFamily="34" charset="0"/>
                <a:ea typeface="Microsoft YaHei" panose="020B0503020204020204" pitchFamily="34" charset="-122"/>
              </a:defRPr>
            </a:lvl3pPr>
            <a:lvl4pPr>
              <a:defRPr>
                <a:solidFill>
                  <a:schemeClr val="bg1"/>
                </a:solidFill>
                <a:latin typeface="Arial" panose="020B0604020202020204" pitchFamily="34" charset="0"/>
                <a:ea typeface="Microsoft YaHei" panose="020B0503020204020204" pitchFamily="34" charset="-122"/>
              </a:defRPr>
            </a:lvl4pPr>
            <a:lvl5pPr>
              <a:defRPr>
                <a:solidFill>
                  <a:schemeClr val="bg1"/>
                </a:solidFill>
                <a:latin typeface="Arial" panose="020B0604020202020204" pitchFamily="34" charset="0"/>
                <a:ea typeface="Microsoft YaHei" panose="020B0503020204020204" pitchFamily="34" charset="-122"/>
              </a:defRPr>
            </a:lvl5pPr>
            <a:lvl6pPr marL="2514600" indent="-228600" defTabSz="457200" eaLnBrk="0" fontAlgn="base" hangingPunct="0">
              <a:spcBef>
                <a:spcPct val="0"/>
              </a:spcBef>
              <a:spcAft>
                <a:spcPct val="0"/>
              </a:spcAft>
              <a:defRPr>
                <a:solidFill>
                  <a:schemeClr val="bg1"/>
                </a:solidFill>
                <a:latin typeface="Arial" panose="020B0604020202020204" pitchFamily="34" charset="0"/>
                <a:ea typeface="Microsoft YaHei" panose="020B0503020204020204" pitchFamily="34" charset="-122"/>
              </a:defRPr>
            </a:lvl6pPr>
            <a:lvl7pPr marL="2971800" indent="-228600" defTabSz="457200" eaLnBrk="0" fontAlgn="base" hangingPunct="0">
              <a:spcBef>
                <a:spcPct val="0"/>
              </a:spcBef>
              <a:spcAft>
                <a:spcPct val="0"/>
              </a:spcAft>
              <a:defRPr>
                <a:solidFill>
                  <a:schemeClr val="bg1"/>
                </a:solidFill>
                <a:latin typeface="Arial" panose="020B0604020202020204" pitchFamily="34" charset="0"/>
                <a:ea typeface="Microsoft YaHei" panose="020B0503020204020204" pitchFamily="34" charset="-122"/>
              </a:defRPr>
            </a:lvl7pPr>
            <a:lvl8pPr marL="3429000" indent="-228600" defTabSz="457200" eaLnBrk="0" fontAlgn="base" hangingPunct="0">
              <a:spcBef>
                <a:spcPct val="0"/>
              </a:spcBef>
              <a:spcAft>
                <a:spcPct val="0"/>
              </a:spcAft>
              <a:defRPr>
                <a:solidFill>
                  <a:schemeClr val="bg1"/>
                </a:solidFill>
                <a:latin typeface="Arial" panose="020B0604020202020204" pitchFamily="34" charset="0"/>
                <a:ea typeface="Microsoft YaHei" panose="020B0503020204020204" pitchFamily="34" charset="-122"/>
              </a:defRPr>
            </a:lvl8pPr>
            <a:lvl9pPr marL="3886200" indent="-228600" defTabSz="457200" eaLnBrk="0" fontAlgn="base" hangingPunct="0">
              <a:spcBef>
                <a:spcPct val="0"/>
              </a:spcBef>
              <a:spcAft>
                <a:spcPct val="0"/>
              </a:spcAft>
              <a:defRPr>
                <a:solidFill>
                  <a:schemeClr val="bg1"/>
                </a:solidFill>
                <a:latin typeface="Arial" panose="020B0604020202020204" pitchFamily="34" charset="0"/>
                <a:ea typeface="Microsoft YaHei" panose="020B0503020204020204" pitchFamily="34" charset="-122"/>
              </a:defRPr>
            </a:lvl9pPr>
          </a:lstStyle>
          <a:p>
            <a:pPr>
              <a:buFont typeface="Wingdings" panose="05000000000000000000" pitchFamily="2" charset="2"/>
              <a:buChar char="Ø"/>
            </a:pPr>
            <a:r>
              <a:rPr lang="en-US" altLang="en-US" sz="2400" dirty="0">
                <a:solidFill>
                  <a:schemeClr val="tx1"/>
                </a:solidFill>
                <a:latin typeface="Comic Sans MS" panose="030F0702030302020204" pitchFamily="66" charset="0"/>
              </a:rPr>
              <a:t>Primary Memory</a:t>
            </a:r>
            <a:endParaRPr lang="en-US" altLang="en-US" sz="2400" dirty="0">
              <a:solidFill>
                <a:schemeClr val="tx1"/>
              </a:solidFill>
              <a:latin typeface="Comic Sans MS" panose="030F0702030302020204" pitchFamily="66" charset="0"/>
            </a:endParaRPr>
          </a:p>
          <a:p>
            <a:pPr marL="0" indent="0"/>
            <a:endParaRPr lang="en-US" altLang="en-US" sz="2400" dirty="0">
              <a:solidFill>
                <a:schemeClr val="tx1"/>
              </a:solidFill>
              <a:latin typeface="Comic Sans MS" panose="030F0702030302020204" pitchFamily="66" charset="0"/>
            </a:endParaRPr>
          </a:p>
          <a:p>
            <a:pPr lvl="1" algn="just">
              <a:buFont typeface="Wingdings" panose="05000000000000000000" pitchFamily="2" charset="2"/>
              <a:buChar char="Ø"/>
            </a:pPr>
            <a:r>
              <a:rPr lang="en-US" altLang="en-US" sz="2000" dirty="0">
                <a:solidFill>
                  <a:schemeClr val="tx1"/>
                </a:solidFill>
                <a:latin typeface="Comic Sans MS" panose="030F0702030302020204" pitchFamily="66" charset="0"/>
              </a:rPr>
              <a:t>A computer system cannot function without primary memory. Before processing, the program and data are loaded into primary memory. </a:t>
            </a:r>
            <a:endParaRPr lang="en-US" altLang="en-US" sz="2000" dirty="0">
              <a:solidFill>
                <a:schemeClr val="tx1"/>
              </a:solidFill>
              <a:latin typeface="Comic Sans MS" panose="030F0702030302020204" pitchFamily="66" charset="0"/>
            </a:endParaRPr>
          </a:p>
          <a:p>
            <a:pPr lvl="1" algn="just">
              <a:buFont typeface="Wingdings" panose="05000000000000000000" pitchFamily="2" charset="2"/>
              <a:buChar char="Ø"/>
            </a:pPr>
            <a:endParaRPr lang="en-US" altLang="en-US" sz="2000" dirty="0">
              <a:solidFill>
                <a:schemeClr val="tx1"/>
              </a:solidFill>
              <a:latin typeface="Comic Sans MS" panose="030F0702030302020204" pitchFamily="66" charset="0"/>
            </a:endParaRPr>
          </a:p>
          <a:p>
            <a:pPr lvl="1" algn="just">
              <a:buFont typeface="Wingdings" panose="05000000000000000000" pitchFamily="2" charset="2"/>
              <a:buChar char="Ø"/>
            </a:pPr>
            <a:r>
              <a:rPr lang="en-US" altLang="en-US" sz="2000" dirty="0">
                <a:solidFill>
                  <a:schemeClr val="tx1"/>
                </a:solidFill>
                <a:latin typeface="Comic Sans MS" panose="030F0702030302020204" pitchFamily="66" charset="0"/>
              </a:rPr>
              <a:t>To perform read or write operations, the CPU communicates directly with the primary memory. </a:t>
            </a:r>
            <a:endParaRPr lang="en-US" altLang="en-US" sz="2000" dirty="0">
              <a:solidFill>
                <a:schemeClr val="tx1"/>
              </a:solidFill>
              <a:latin typeface="Comic Sans MS" panose="030F0702030302020204" pitchFamily="66" charset="0"/>
            </a:endParaRPr>
          </a:p>
          <a:p>
            <a:pPr lvl="1" algn="just">
              <a:buFont typeface="Wingdings" panose="05000000000000000000" pitchFamily="2" charset="2"/>
              <a:buChar char="Ø"/>
            </a:pPr>
            <a:endParaRPr lang="en-US" altLang="en-US" sz="2000" dirty="0">
              <a:solidFill>
                <a:schemeClr val="tx1"/>
              </a:solidFill>
              <a:latin typeface="Comic Sans MS" panose="030F0702030302020204" pitchFamily="66" charset="0"/>
            </a:endParaRPr>
          </a:p>
          <a:p>
            <a:pPr lvl="1" algn="just">
              <a:buFont typeface="Wingdings" panose="05000000000000000000" pitchFamily="2" charset="2"/>
              <a:buChar char="Ø"/>
            </a:pPr>
            <a:r>
              <a:rPr lang="en-US" altLang="en-US" sz="2000" dirty="0">
                <a:solidFill>
                  <a:schemeClr val="tx1"/>
                </a:solidFill>
                <a:latin typeface="Comic Sans MS" panose="030F0702030302020204" pitchFamily="66" charset="0"/>
              </a:rPr>
              <a:t>It is classified into two types: random access memory (RAM) and read-only memory (ROM) .</a:t>
            </a:r>
            <a:endParaRPr lang="en-US" altLang="en-US" sz="2000" dirty="0">
              <a:solidFill>
                <a:schemeClr val="tx1"/>
              </a:solidFill>
              <a:latin typeface="Comic Sans MS" panose="030F0702030302020204" pitchFamily="66" charset="0"/>
            </a:endParaRPr>
          </a:p>
          <a:p>
            <a:pPr lvl="1" algn="just">
              <a:buFont typeface="Wingdings" panose="05000000000000000000" pitchFamily="2" charset="2"/>
              <a:buChar char="Ø"/>
            </a:pPr>
            <a:endParaRPr lang="en-US" altLang="en-US" sz="2000" dirty="0">
              <a:solidFill>
                <a:schemeClr val="tx1"/>
              </a:solidFill>
              <a:latin typeface="Comic Sans MS" panose="030F0702030302020204" pitchFamily="66" charset="0"/>
            </a:endParaRPr>
          </a:p>
        </p:txBody>
      </p:sp>
    </p:spTree>
  </p:cSld>
  <p:clrMapOvr>
    <a:masterClrMapping/>
  </p:clrMapOvr>
  <p:transition spd="med"/>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1"/>
          <p:cNvSpPr>
            <a:spLocks noGrp="1" noChangeArrowheads="1"/>
          </p:cNvSpPr>
          <p:nvPr>
            <p:ph type="title"/>
          </p:nvPr>
        </p:nvSpPr>
        <p:spPr>
          <a:xfrm>
            <a:off x="431800" y="107950"/>
            <a:ext cx="9070975" cy="792163"/>
          </a:xfrm>
        </p:spPr>
        <p:txBody>
          <a:bodyPr tIns="38880"/>
          <a:lstStyle/>
          <a:p>
            <a:pPr eaLnBrk="1">
              <a:buClrTx/>
              <a:buFontTx/>
              <a:buNone/>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r>
              <a:rPr lang="en-US" altLang="en-US" dirty="0">
                <a:latin typeface="Comic Sans MS" panose="030F0702030302020204" pitchFamily="66" charset="0"/>
              </a:rPr>
              <a:t>Foundational Concepts</a:t>
            </a:r>
            <a:endParaRPr lang="en-US" altLang="en-US" dirty="0">
              <a:latin typeface="Comic Sans MS" panose="030F0702030302020204" pitchFamily="66" charset="0"/>
            </a:endParaRPr>
          </a:p>
        </p:txBody>
      </p:sp>
      <p:sp>
        <p:nvSpPr>
          <p:cNvPr id="5123" name="TextBox 2"/>
          <p:cNvSpPr txBox="1">
            <a:spLocks noChangeArrowheads="1"/>
          </p:cNvSpPr>
          <p:nvPr/>
        </p:nvSpPr>
        <p:spPr bwMode="auto">
          <a:xfrm>
            <a:off x="647700" y="977404"/>
            <a:ext cx="9001124" cy="48320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285750" indent="-285750">
              <a:defRPr>
                <a:solidFill>
                  <a:schemeClr val="bg1"/>
                </a:solidFill>
                <a:latin typeface="Arial" panose="020B0604020202020204" pitchFamily="34" charset="0"/>
                <a:ea typeface="Microsoft YaHei" panose="020B0503020204020204" pitchFamily="34" charset="-122"/>
              </a:defRPr>
            </a:lvl1pPr>
            <a:lvl2pPr>
              <a:defRPr>
                <a:solidFill>
                  <a:schemeClr val="bg1"/>
                </a:solidFill>
                <a:latin typeface="Arial" panose="020B0604020202020204" pitchFamily="34" charset="0"/>
                <a:ea typeface="Microsoft YaHei" panose="020B0503020204020204" pitchFamily="34" charset="-122"/>
              </a:defRPr>
            </a:lvl2pPr>
            <a:lvl3pPr>
              <a:defRPr>
                <a:solidFill>
                  <a:schemeClr val="bg1"/>
                </a:solidFill>
                <a:latin typeface="Arial" panose="020B0604020202020204" pitchFamily="34" charset="0"/>
                <a:ea typeface="Microsoft YaHei" panose="020B0503020204020204" pitchFamily="34" charset="-122"/>
              </a:defRPr>
            </a:lvl3pPr>
            <a:lvl4pPr>
              <a:defRPr>
                <a:solidFill>
                  <a:schemeClr val="bg1"/>
                </a:solidFill>
                <a:latin typeface="Arial" panose="020B0604020202020204" pitchFamily="34" charset="0"/>
                <a:ea typeface="Microsoft YaHei" panose="020B0503020204020204" pitchFamily="34" charset="-122"/>
              </a:defRPr>
            </a:lvl4pPr>
            <a:lvl5pPr>
              <a:defRPr>
                <a:solidFill>
                  <a:schemeClr val="bg1"/>
                </a:solidFill>
                <a:latin typeface="Arial" panose="020B0604020202020204" pitchFamily="34" charset="0"/>
                <a:ea typeface="Microsoft YaHei" panose="020B0503020204020204" pitchFamily="34" charset="-122"/>
              </a:defRPr>
            </a:lvl5pPr>
            <a:lvl6pPr marL="2514600" indent="-228600" defTabSz="457200" eaLnBrk="0" fontAlgn="base" hangingPunct="0">
              <a:spcBef>
                <a:spcPct val="0"/>
              </a:spcBef>
              <a:spcAft>
                <a:spcPct val="0"/>
              </a:spcAft>
              <a:defRPr>
                <a:solidFill>
                  <a:schemeClr val="bg1"/>
                </a:solidFill>
                <a:latin typeface="Arial" panose="020B0604020202020204" pitchFamily="34" charset="0"/>
                <a:ea typeface="Microsoft YaHei" panose="020B0503020204020204" pitchFamily="34" charset="-122"/>
              </a:defRPr>
            </a:lvl6pPr>
            <a:lvl7pPr marL="2971800" indent="-228600" defTabSz="457200" eaLnBrk="0" fontAlgn="base" hangingPunct="0">
              <a:spcBef>
                <a:spcPct val="0"/>
              </a:spcBef>
              <a:spcAft>
                <a:spcPct val="0"/>
              </a:spcAft>
              <a:defRPr>
                <a:solidFill>
                  <a:schemeClr val="bg1"/>
                </a:solidFill>
                <a:latin typeface="Arial" panose="020B0604020202020204" pitchFamily="34" charset="0"/>
                <a:ea typeface="Microsoft YaHei" panose="020B0503020204020204" pitchFamily="34" charset="-122"/>
              </a:defRPr>
            </a:lvl7pPr>
            <a:lvl8pPr marL="3429000" indent="-228600" defTabSz="457200" eaLnBrk="0" fontAlgn="base" hangingPunct="0">
              <a:spcBef>
                <a:spcPct val="0"/>
              </a:spcBef>
              <a:spcAft>
                <a:spcPct val="0"/>
              </a:spcAft>
              <a:defRPr>
                <a:solidFill>
                  <a:schemeClr val="bg1"/>
                </a:solidFill>
                <a:latin typeface="Arial" panose="020B0604020202020204" pitchFamily="34" charset="0"/>
                <a:ea typeface="Microsoft YaHei" panose="020B0503020204020204" pitchFamily="34" charset="-122"/>
              </a:defRPr>
            </a:lvl8pPr>
            <a:lvl9pPr marL="3886200" indent="-228600" defTabSz="457200" eaLnBrk="0" fontAlgn="base" hangingPunct="0">
              <a:spcBef>
                <a:spcPct val="0"/>
              </a:spcBef>
              <a:spcAft>
                <a:spcPct val="0"/>
              </a:spcAft>
              <a:defRPr>
                <a:solidFill>
                  <a:schemeClr val="bg1"/>
                </a:solidFill>
                <a:latin typeface="Arial" panose="020B0604020202020204" pitchFamily="34" charset="0"/>
                <a:ea typeface="Microsoft YaHei" panose="020B0503020204020204" pitchFamily="34" charset="-122"/>
              </a:defRPr>
            </a:lvl9pPr>
          </a:lstStyle>
          <a:p>
            <a:pPr>
              <a:buFont typeface="Wingdings" panose="05000000000000000000" pitchFamily="2" charset="2"/>
              <a:buChar char="Ø"/>
            </a:pPr>
            <a:r>
              <a:rPr lang="en-US" altLang="en-US" sz="2400" dirty="0">
                <a:solidFill>
                  <a:schemeClr val="tx1"/>
                </a:solidFill>
                <a:latin typeface="Comic Sans MS" panose="030F0702030302020204" pitchFamily="66" charset="0"/>
              </a:rPr>
              <a:t>Primary Memory</a:t>
            </a:r>
            <a:endParaRPr lang="en-US" altLang="en-US" sz="2400" dirty="0">
              <a:solidFill>
                <a:schemeClr val="tx1"/>
              </a:solidFill>
              <a:latin typeface="Comic Sans MS" panose="030F0702030302020204" pitchFamily="66" charset="0"/>
            </a:endParaRPr>
          </a:p>
          <a:p>
            <a:pPr marL="0" indent="0"/>
            <a:endParaRPr lang="en-US" altLang="en-US" sz="2400" dirty="0">
              <a:solidFill>
                <a:schemeClr val="tx1"/>
              </a:solidFill>
              <a:latin typeface="Comic Sans MS" panose="030F0702030302020204" pitchFamily="66" charset="0"/>
            </a:endParaRPr>
          </a:p>
          <a:p>
            <a:pPr lvl="1" algn="just">
              <a:buFont typeface="Wingdings" panose="05000000000000000000" pitchFamily="2" charset="2"/>
              <a:buChar char="Ø"/>
            </a:pPr>
            <a:r>
              <a:rPr lang="en-US" altLang="en-US" sz="2000" dirty="0">
                <a:solidFill>
                  <a:schemeClr val="tx1"/>
                </a:solidFill>
                <a:latin typeface="Comic Sans MS" panose="030F0702030302020204" pitchFamily="66" charset="0"/>
              </a:rPr>
              <a:t>A computer system cannot function without primary memory. Before processing, the program and data are loaded into primary memory. </a:t>
            </a:r>
            <a:endParaRPr lang="en-US" altLang="en-US" sz="2000" dirty="0">
              <a:solidFill>
                <a:schemeClr val="tx1"/>
              </a:solidFill>
              <a:latin typeface="Comic Sans MS" panose="030F0702030302020204" pitchFamily="66" charset="0"/>
            </a:endParaRPr>
          </a:p>
          <a:p>
            <a:pPr lvl="1" algn="just">
              <a:buFont typeface="Wingdings" panose="05000000000000000000" pitchFamily="2" charset="2"/>
              <a:buChar char="Ø"/>
            </a:pPr>
            <a:endParaRPr lang="en-US" altLang="en-US" sz="2000" dirty="0">
              <a:solidFill>
                <a:schemeClr val="tx1"/>
              </a:solidFill>
              <a:latin typeface="Comic Sans MS" panose="030F0702030302020204" pitchFamily="66" charset="0"/>
            </a:endParaRPr>
          </a:p>
          <a:p>
            <a:pPr lvl="1" algn="just">
              <a:buFont typeface="Wingdings" panose="05000000000000000000" pitchFamily="2" charset="2"/>
              <a:buChar char="Ø"/>
            </a:pPr>
            <a:r>
              <a:rPr lang="en-US" altLang="en-US" sz="2000" dirty="0">
                <a:solidFill>
                  <a:schemeClr val="tx1"/>
                </a:solidFill>
                <a:latin typeface="Comic Sans MS" panose="030F0702030302020204" pitchFamily="66" charset="0"/>
              </a:rPr>
              <a:t>To perform read or write operations, the CPU communicates directly with the primary memory. </a:t>
            </a:r>
            <a:endParaRPr lang="en-US" altLang="en-US" sz="2000" dirty="0">
              <a:solidFill>
                <a:schemeClr val="tx1"/>
              </a:solidFill>
              <a:latin typeface="Comic Sans MS" panose="030F0702030302020204" pitchFamily="66" charset="0"/>
            </a:endParaRPr>
          </a:p>
          <a:p>
            <a:pPr lvl="1" algn="just">
              <a:buFont typeface="Wingdings" panose="05000000000000000000" pitchFamily="2" charset="2"/>
              <a:buChar char="Ø"/>
            </a:pPr>
            <a:endParaRPr lang="en-US" altLang="en-US" sz="2000" dirty="0">
              <a:solidFill>
                <a:schemeClr val="tx1"/>
              </a:solidFill>
              <a:latin typeface="Comic Sans MS" panose="030F0702030302020204" pitchFamily="66" charset="0"/>
            </a:endParaRPr>
          </a:p>
          <a:p>
            <a:pPr lvl="1" algn="just">
              <a:buFont typeface="Wingdings" panose="05000000000000000000" pitchFamily="2" charset="2"/>
              <a:buChar char="Ø"/>
            </a:pPr>
            <a:r>
              <a:rPr lang="en-US" altLang="en-US" sz="2000" dirty="0">
                <a:solidFill>
                  <a:schemeClr val="tx1"/>
                </a:solidFill>
                <a:latin typeface="Comic Sans MS" panose="030F0702030302020204" pitchFamily="66" charset="0"/>
              </a:rPr>
              <a:t>It is classified into two types: random access memory (RAM) and read-only memory (ROM) .</a:t>
            </a:r>
            <a:endParaRPr lang="en-US" altLang="en-US" sz="2000" dirty="0">
              <a:solidFill>
                <a:schemeClr val="tx1"/>
              </a:solidFill>
              <a:latin typeface="Comic Sans MS" panose="030F0702030302020204" pitchFamily="66" charset="0"/>
            </a:endParaRPr>
          </a:p>
          <a:p>
            <a:pPr lvl="1" algn="just">
              <a:buFont typeface="Wingdings" panose="05000000000000000000" pitchFamily="2" charset="2"/>
              <a:buChar char="Ø"/>
            </a:pPr>
            <a:endParaRPr lang="en-US" altLang="en-US" sz="2000" dirty="0">
              <a:solidFill>
                <a:schemeClr val="tx1"/>
              </a:solidFill>
              <a:latin typeface="Comic Sans MS" panose="030F0702030302020204" pitchFamily="66" charset="0"/>
            </a:endParaRPr>
          </a:p>
          <a:p>
            <a:pPr lvl="1" algn="just">
              <a:buFont typeface="Wingdings" panose="05000000000000000000" pitchFamily="2" charset="2"/>
              <a:buChar char="Ø"/>
            </a:pPr>
            <a:r>
              <a:rPr lang="en-US" altLang="en-US" sz="2000" dirty="0">
                <a:solidFill>
                  <a:schemeClr val="tx1"/>
                </a:solidFill>
                <a:latin typeface="Comic Sans MS" panose="030F0702030302020204" pitchFamily="66" charset="0"/>
              </a:rPr>
              <a:t>RAM is volatile, which means that it retains the data it contains as long as the computer is powered on. </a:t>
            </a:r>
            <a:endParaRPr lang="en-US" altLang="en-US" sz="2000" dirty="0">
              <a:solidFill>
                <a:schemeClr val="tx1"/>
              </a:solidFill>
              <a:latin typeface="Comic Sans MS" panose="030F0702030302020204" pitchFamily="66" charset="0"/>
            </a:endParaRPr>
          </a:p>
          <a:p>
            <a:pPr lvl="1" algn="just">
              <a:buFont typeface="Wingdings" panose="05000000000000000000" pitchFamily="2" charset="2"/>
              <a:buChar char="Ø"/>
            </a:pPr>
            <a:endParaRPr lang="en-US" altLang="en-US" sz="2000" dirty="0">
              <a:solidFill>
                <a:schemeClr val="tx1"/>
              </a:solidFill>
              <a:latin typeface="Comic Sans MS" panose="030F0702030302020204" pitchFamily="66" charset="0"/>
            </a:endParaRPr>
          </a:p>
        </p:txBody>
      </p:sp>
    </p:spTree>
  </p:cSld>
  <p:clrMapOvr>
    <a:masterClrMapping/>
  </p:clrMapOvr>
  <p:transition spd="med"/>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1"/>
          <p:cNvSpPr>
            <a:spLocks noGrp="1" noChangeArrowheads="1"/>
          </p:cNvSpPr>
          <p:nvPr>
            <p:ph type="title"/>
          </p:nvPr>
        </p:nvSpPr>
        <p:spPr>
          <a:xfrm>
            <a:off x="431800" y="107950"/>
            <a:ext cx="9070975" cy="792163"/>
          </a:xfrm>
        </p:spPr>
        <p:txBody>
          <a:bodyPr tIns="38880"/>
          <a:lstStyle/>
          <a:p>
            <a:pPr eaLnBrk="1">
              <a:buClrTx/>
              <a:buFontTx/>
              <a:buNone/>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r>
              <a:rPr lang="en-US" altLang="en-US" dirty="0">
                <a:latin typeface="Comic Sans MS" panose="030F0702030302020204" pitchFamily="66" charset="0"/>
              </a:rPr>
              <a:t>Foundational Concepts</a:t>
            </a:r>
            <a:endParaRPr lang="en-US" altLang="en-US" dirty="0">
              <a:latin typeface="Comic Sans MS" panose="030F0702030302020204" pitchFamily="66" charset="0"/>
            </a:endParaRPr>
          </a:p>
        </p:txBody>
      </p:sp>
      <p:sp>
        <p:nvSpPr>
          <p:cNvPr id="5123" name="TextBox 2"/>
          <p:cNvSpPr txBox="1">
            <a:spLocks noChangeArrowheads="1"/>
          </p:cNvSpPr>
          <p:nvPr/>
        </p:nvSpPr>
        <p:spPr bwMode="auto">
          <a:xfrm>
            <a:off x="647700" y="977404"/>
            <a:ext cx="9001124" cy="54476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285750" indent="-285750">
              <a:defRPr>
                <a:solidFill>
                  <a:schemeClr val="bg1"/>
                </a:solidFill>
                <a:latin typeface="Arial" panose="020B0604020202020204" pitchFamily="34" charset="0"/>
                <a:ea typeface="Microsoft YaHei" panose="020B0503020204020204" pitchFamily="34" charset="-122"/>
              </a:defRPr>
            </a:lvl1pPr>
            <a:lvl2pPr>
              <a:defRPr>
                <a:solidFill>
                  <a:schemeClr val="bg1"/>
                </a:solidFill>
                <a:latin typeface="Arial" panose="020B0604020202020204" pitchFamily="34" charset="0"/>
                <a:ea typeface="Microsoft YaHei" panose="020B0503020204020204" pitchFamily="34" charset="-122"/>
              </a:defRPr>
            </a:lvl2pPr>
            <a:lvl3pPr>
              <a:defRPr>
                <a:solidFill>
                  <a:schemeClr val="bg1"/>
                </a:solidFill>
                <a:latin typeface="Arial" panose="020B0604020202020204" pitchFamily="34" charset="0"/>
                <a:ea typeface="Microsoft YaHei" panose="020B0503020204020204" pitchFamily="34" charset="-122"/>
              </a:defRPr>
            </a:lvl3pPr>
            <a:lvl4pPr>
              <a:defRPr>
                <a:solidFill>
                  <a:schemeClr val="bg1"/>
                </a:solidFill>
                <a:latin typeface="Arial" panose="020B0604020202020204" pitchFamily="34" charset="0"/>
                <a:ea typeface="Microsoft YaHei" panose="020B0503020204020204" pitchFamily="34" charset="-122"/>
              </a:defRPr>
            </a:lvl4pPr>
            <a:lvl5pPr>
              <a:defRPr>
                <a:solidFill>
                  <a:schemeClr val="bg1"/>
                </a:solidFill>
                <a:latin typeface="Arial" panose="020B0604020202020204" pitchFamily="34" charset="0"/>
                <a:ea typeface="Microsoft YaHei" panose="020B0503020204020204" pitchFamily="34" charset="-122"/>
              </a:defRPr>
            </a:lvl5pPr>
            <a:lvl6pPr marL="2514600" indent="-228600" defTabSz="457200" eaLnBrk="0" fontAlgn="base" hangingPunct="0">
              <a:spcBef>
                <a:spcPct val="0"/>
              </a:spcBef>
              <a:spcAft>
                <a:spcPct val="0"/>
              </a:spcAft>
              <a:defRPr>
                <a:solidFill>
                  <a:schemeClr val="bg1"/>
                </a:solidFill>
                <a:latin typeface="Arial" panose="020B0604020202020204" pitchFamily="34" charset="0"/>
                <a:ea typeface="Microsoft YaHei" panose="020B0503020204020204" pitchFamily="34" charset="-122"/>
              </a:defRPr>
            </a:lvl6pPr>
            <a:lvl7pPr marL="2971800" indent="-228600" defTabSz="457200" eaLnBrk="0" fontAlgn="base" hangingPunct="0">
              <a:spcBef>
                <a:spcPct val="0"/>
              </a:spcBef>
              <a:spcAft>
                <a:spcPct val="0"/>
              </a:spcAft>
              <a:defRPr>
                <a:solidFill>
                  <a:schemeClr val="bg1"/>
                </a:solidFill>
                <a:latin typeface="Arial" panose="020B0604020202020204" pitchFamily="34" charset="0"/>
                <a:ea typeface="Microsoft YaHei" panose="020B0503020204020204" pitchFamily="34" charset="-122"/>
              </a:defRPr>
            </a:lvl7pPr>
            <a:lvl8pPr marL="3429000" indent="-228600" defTabSz="457200" eaLnBrk="0" fontAlgn="base" hangingPunct="0">
              <a:spcBef>
                <a:spcPct val="0"/>
              </a:spcBef>
              <a:spcAft>
                <a:spcPct val="0"/>
              </a:spcAft>
              <a:defRPr>
                <a:solidFill>
                  <a:schemeClr val="bg1"/>
                </a:solidFill>
                <a:latin typeface="Arial" panose="020B0604020202020204" pitchFamily="34" charset="0"/>
                <a:ea typeface="Microsoft YaHei" panose="020B0503020204020204" pitchFamily="34" charset="-122"/>
              </a:defRPr>
            </a:lvl8pPr>
            <a:lvl9pPr marL="3886200" indent="-228600" defTabSz="457200" eaLnBrk="0" fontAlgn="base" hangingPunct="0">
              <a:spcBef>
                <a:spcPct val="0"/>
              </a:spcBef>
              <a:spcAft>
                <a:spcPct val="0"/>
              </a:spcAft>
              <a:defRPr>
                <a:solidFill>
                  <a:schemeClr val="bg1"/>
                </a:solidFill>
                <a:latin typeface="Arial" panose="020B0604020202020204" pitchFamily="34" charset="0"/>
                <a:ea typeface="Microsoft YaHei" panose="020B0503020204020204" pitchFamily="34" charset="-122"/>
              </a:defRPr>
            </a:lvl9pPr>
          </a:lstStyle>
          <a:p>
            <a:pPr>
              <a:buFont typeface="Wingdings" panose="05000000000000000000" pitchFamily="2" charset="2"/>
              <a:buChar char="Ø"/>
            </a:pPr>
            <a:r>
              <a:rPr lang="en-US" altLang="en-US" sz="2400" dirty="0">
                <a:solidFill>
                  <a:schemeClr val="tx1"/>
                </a:solidFill>
                <a:latin typeface="Comic Sans MS" panose="030F0702030302020204" pitchFamily="66" charset="0"/>
              </a:rPr>
              <a:t>Primary Memory</a:t>
            </a:r>
            <a:endParaRPr lang="en-US" altLang="en-US" sz="2400" dirty="0">
              <a:solidFill>
                <a:schemeClr val="tx1"/>
              </a:solidFill>
              <a:latin typeface="Comic Sans MS" panose="030F0702030302020204" pitchFamily="66" charset="0"/>
            </a:endParaRPr>
          </a:p>
          <a:p>
            <a:pPr marL="0" indent="0"/>
            <a:endParaRPr lang="en-US" altLang="en-US" sz="2400" dirty="0">
              <a:solidFill>
                <a:schemeClr val="tx1"/>
              </a:solidFill>
              <a:latin typeface="Comic Sans MS" panose="030F0702030302020204" pitchFamily="66" charset="0"/>
            </a:endParaRPr>
          </a:p>
          <a:p>
            <a:pPr lvl="1" algn="just">
              <a:buFont typeface="Wingdings" panose="05000000000000000000" pitchFamily="2" charset="2"/>
              <a:buChar char="Ø"/>
            </a:pPr>
            <a:r>
              <a:rPr lang="en-US" altLang="en-US" sz="2000" dirty="0">
                <a:solidFill>
                  <a:schemeClr val="tx1"/>
                </a:solidFill>
                <a:latin typeface="Comic Sans MS" panose="030F0702030302020204" pitchFamily="66" charset="0"/>
              </a:rPr>
              <a:t>A computer system cannot function without primary memory. Before processing, the program and data are loaded into primary memory. </a:t>
            </a:r>
            <a:endParaRPr lang="en-US" altLang="en-US" sz="2000" dirty="0">
              <a:solidFill>
                <a:schemeClr val="tx1"/>
              </a:solidFill>
              <a:latin typeface="Comic Sans MS" panose="030F0702030302020204" pitchFamily="66" charset="0"/>
            </a:endParaRPr>
          </a:p>
          <a:p>
            <a:pPr lvl="1" algn="just">
              <a:buFont typeface="Wingdings" panose="05000000000000000000" pitchFamily="2" charset="2"/>
              <a:buChar char="Ø"/>
            </a:pPr>
            <a:endParaRPr lang="en-US" altLang="en-US" sz="2000" dirty="0">
              <a:solidFill>
                <a:schemeClr val="tx1"/>
              </a:solidFill>
              <a:latin typeface="Comic Sans MS" panose="030F0702030302020204" pitchFamily="66" charset="0"/>
            </a:endParaRPr>
          </a:p>
          <a:p>
            <a:pPr lvl="1" algn="just">
              <a:buFont typeface="Wingdings" panose="05000000000000000000" pitchFamily="2" charset="2"/>
              <a:buChar char="Ø"/>
            </a:pPr>
            <a:r>
              <a:rPr lang="en-US" altLang="en-US" sz="2000" dirty="0">
                <a:solidFill>
                  <a:schemeClr val="tx1"/>
                </a:solidFill>
                <a:latin typeface="Comic Sans MS" panose="030F0702030302020204" pitchFamily="66" charset="0"/>
              </a:rPr>
              <a:t>To perform read or write operations, the CPU communicates directly with the primary memory. </a:t>
            </a:r>
            <a:endParaRPr lang="en-US" altLang="en-US" sz="2000" dirty="0">
              <a:solidFill>
                <a:schemeClr val="tx1"/>
              </a:solidFill>
              <a:latin typeface="Comic Sans MS" panose="030F0702030302020204" pitchFamily="66" charset="0"/>
            </a:endParaRPr>
          </a:p>
          <a:p>
            <a:pPr lvl="1" algn="just">
              <a:buFont typeface="Wingdings" panose="05000000000000000000" pitchFamily="2" charset="2"/>
              <a:buChar char="Ø"/>
            </a:pPr>
            <a:endParaRPr lang="en-US" altLang="en-US" sz="2000" dirty="0">
              <a:solidFill>
                <a:schemeClr val="tx1"/>
              </a:solidFill>
              <a:latin typeface="Comic Sans MS" panose="030F0702030302020204" pitchFamily="66" charset="0"/>
            </a:endParaRPr>
          </a:p>
          <a:p>
            <a:pPr lvl="1" algn="just">
              <a:buFont typeface="Wingdings" panose="05000000000000000000" pitchFamily="2" charset="2"/>
              <a:buChar char="Ø"/>
            </a:pPr>
            <a:r>
              <a:rPr lang="en-US" altLang="en-US" sz="2000" dirty="0">
                <a:solidFill>
                  <a:schemeClr val="tx1"/>
                </a:solidFill>
                <a:latin typeface="Comic Sans MS" panose="030F0702030302020204" pitchFamily="66" charset="0"/>
              </a:rPr>
              <a:t>It is classified into two types: random access memory (RAM) and read-only memory (ROM) .</a:t>
            </a:r>
            <a:endParaRPr lang="en-US" altLang="en-US" sz="2000" dirty="0">
              <a:solidFill>
                <a:schemeClr val="tx1"/>
              </a:solidFill>
              <a:latin typeface="Comic Sans MS" panose="030F0702030302020204" pitchFamily="66" charset="0"/>
            </a:endParaRPr>
          </a:p>
          <a:p>
            <a:pPr lvl="1" algn="just">
              <a:buFont typeface="Wingdings" panose="05000000000000000000" pitchFamily="2" charset="2"/>
              <a:buChar char="Ø"/>
            </a:pPr>
            <a:endParaRPr lang="en-US" altLang="en-US" sz="2000" dirty="0">
              <a:solidFill>
                <a:schemeClr val="tx1"/>
              </a:solidFill>
              <a:latin typeface="Comic Sans MS" panose="030F0702030302020204" pitchFamily="66" charset="0"/>
            </a:endParaRPr>
          </a:p>
          <a:p>
            <a:pPr lvl="1" algn="just">
              <a:buFont typeface="Wingdings" panose="05000000000000000000" pitchFamily="2" charset="2"/>
              <a:buChar char="Ø"/>
            </a:pPr>
            <a:r>
              <a:rPr lang="en-US" altLang="en-US" sz="2000" dirty="0">
                <a:solidFill>
                  <a:schemeClr val="tx1"/>
                </a:solidFill>
                <a:latin typeface="Comic Sans MS" panose="030F0702030302020204" pitchFamily="66" charset="0"/>
              </a:rPr>
              <a:t>RAM is volatile, which means that it retains the data it contains as long as the computer is powered on. </a:t>
            </a:r>
            <a:endParaRPr lang="en-US" altLang="en-US" sz="2000" dirty="0">
              <a:solidFill>
                <a:schemeClr val="tx1"/>
              </a:solidFill>
              <a:latin typeface="Comic Sans MS" panose="030F0702030302020204" pitchFamily="66" charset="0"/>
            </a:endParaRPr>
          </a:p>
          <a:p>
            <a:pPr lvl="1" algn="just">
              <a:buFont typeface="Wingdings" panose="05000000000000000000" pitchFamily="2" charset="2"/>
              <a:buChar char="Ø"/>
            </a:pPr>
            <a:endParaRPr lang="en-US" altLang="en-US" sz="2000" dirty="0">
              <a:solidFill>
                <a:schemeClr val="tx1"/>
              </a:solidFill>
              <a:latin typeface="Comic Sans MS" panose="030F0702030302020204" pitchFamily="66" charset="0"/>
            </a:endParaRPr>
          </a:p>
          <a:p>
            <a:pPr lvl="1" algn="just">
              <a:buFont typeface="Wingdings" panose="05000000000000000000" pitchFamily="2" charset="2"/>
              <a:buChar char="Ø"/>
            </a:pPr>
            <a:r>
              <a:rPr lang="en-US" altLang="en-US" sz="2000" dirty="0">
                <a:solidFill>
                  <a:schemeClr val="tx1"/>
                </a:solidFill>
                <a:latin typeface="Comic Sans MS" panose="030F0702030302020204" pitchFamily="66" charset="0"/>
              </a:rPr>
              <a:t>However, as soon as the power supply is turned off, the contents of RAM are erased. </a:t>
            </a:r>
            <a:endParaRPr lang="en-US" altLang="en-US" sz="2000" dirty="0">
              <a:solidFill>
                <a:schemeClr val="tx1"/>
              </a:solidFill>
              <a:latin typeface="Comic Sans MS" panose="030F0702030302020204" pitchFamily="66" charset="0"/>
            </a:endParaRPr>
          </a:p>
        </p:txBody>
      </p:sp>
    </p:spTree>
  </p:cSld>
  <p:clrMapOvr>
    <a:masterClrMapping/>
  </p:clrMapOvr>
  <p:transition spd="med"/>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1"/>
          <p:cNvSpPr>
            <a:spLocks noGrp="1" noChangeArrowheads="1"/>
          </p:cNvSpPr>
          <p:nvPr>
            <p:ph type="title"/>
          </p:nvPr>
        </p:nvSpPr>
        <p:spPr>
          <a:xfrm>
            <a:off x="431800" y="107950"/>
            <a:ext cx="9070975" cy="792163"/>
          </a:xfrm>
        </p:spPr>
        <p:txBody>
          <a:bodyPr tIns="38880"/>
          <a:lstStyle/>
          <a:p>
            <a:pPr eaLnBrk="1">
              <a:buClrTx/>
              <a:buFontTx/>
              <a:buNone/>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r>
              <a:rPr lang="en-US" altLang="en-US" dirty="0">
                <a:latin typeface="Comic Sans MS" panose="030F0702030302020204" pitchFamily="66" charset="0"/>
              </a:rPr>
              <a:t>Foundational Concepts</a:t>
            </a:r>
            <a:endParaRPr lang="en-US" altLang="en-US" dirty="0">
              <a:latin typeface="Comic Sans MS" panose="030F0702030302020204" pitchFamily="66" charset="0"/>
            </a:endParaRPr>
          </a:p>
        </p:txBody>
      </p:sp>
      <p:sp>
        <p:nvSpPr>
          <p:cNvPr id="5123" name="TextBox 2"/>
          <p:cNvSpPr txBox="1">
            <a:spLocks noChangeArrowheads="1"/>
          </p:cNvSpPr>
          <p:nvPr/>
        </p:nvSpPr>
        <p:spPr bwMode="auto">
          <a:xfrm>
            <a:off x="647700" y="977404"/>
            <a:ext cx="9001124" cy="17543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285750" indent="-285750">
              <a:defRPr>
                <a:solidFill>
                  <a:schemeClr val="bg1"/>
                </a:solidFill>
                <a:latin typeface="Arial" panose="020B0604020202020204" pitchFamily="34" charset="0"/>
                <a:ea typeface="Microsoft YaHei" panose="020B0503020204020204" pitchFamily="34" charset="-122"/>
              </a:defRPr>
            </a:lvl1pPr>
            <a:lvl2pPr>
              <a:defRPr>
                <a:solidFill>
                  <a:schemeClr val="bg1"/>
                </a:solidFill>
                <a:latin typeface="Arial" panose="020B0604020202020204" pitchFamily="34" charset="0"/>
                <a:ea typeface="Microsoft YaHei" panose="020B0503020204020204" pitchFamily="34" charset="-122"/>
              </a:defRPr>
            </a:lvl2pPr>
            <a:lvl3pPr>
              <a:defRPr>
                <a:solidFill>
                  <a:schemeClr val="bg1"/>
                </a:solidFill>
                <a:latin typeface="Arial" panose="020B0604020202020204" pitchFamily="34" charset="0"/>
                <a:ea typeface="Microsoft YaHei" panose="020B0503020204020204" pitchFamily="34" charset="-122"/>
              </a:defRPr>
            </a:lvl3pPr>
            <a:lvl4pPr>
              <a:defRPr>
                <a:solidFill>
                  <a:schemeClr val="bg1"/>
                </a:solidFill>
                <a:latin typeface="Arial" panose="020B0604020202020204" pitchFamily="34" charset="0"/>
                <a:ea typeface="Microsoft YaHei" panose="020B0503020204020204" pitchFamily="34" charset="-122"/>
              </a:defRPr>
            </a:lvl4pPr>
            <a:lvl5pPr>
              <a:defRPr>
                <a:solidFill>
                  <a:schemeClr val="bg1"/>
                </a:solidFill>
                <a:latin typeface="Arial" panose="020B0604020202020204" pitchFamily="34" charset="0"/>
                <a:ea typeface="Microsoft YaHei" panose="020B0503020204020204" pitchFamily="34" charset="-122"/>
              </a:defRPr>
            </a:lvl5pPr>
            <a:lvl6pPr marL="2514600" indent="-228600" defTabSz="457200" eaLnBrk="0" fontAlgn="base" hangingPunct="0">
              <a:spcBef>
                <a:spcPct val="0"/>
              </a:spcBef>
              <a:spcAft>
                <a:spcPct val="0"/>
              </a:spcAft>
              <a:defRPr>
                <a:solidFill>
                  <a:schemeClr val="bg1"/>
                </a:solidFill>
                <a:latin typeface="Arial" panose="020B0604020202020204" pitchFamily="34" charset="0"/>
                <a:ea typeface="Microsoft YaHei" panose="020B0503020204020204" pitchFamily="34" charset="-122"/>
              </a:defRPr>
            </a:lvl6pPr>
            <a:lvl7pPr marL="2971800" indent="-228600" defTabSz="457200" eaLnBrk="0" fontAlgn="base" hangingPunct="0">
              <a:spcBef>
                <a:spcPct val="0"/>
              </a:spcBef>
              <a:spcAft>
                <a:spcPct val="0"/>
              </a:spcAft>
              <a:defRPr>
                <a:solidFill>
                  <a:schemeClr val="bg1"/>
                </a:solidFill>
                <a:latin typeface="Arial" panose="020B0604020202020204" pitchFamily="34" charset="0"/>
                <a:ea typeface="Microsoft YaHei" panose="020B0503020204020204" pitchFamily="34" charset="-122"/>
              </a:defRPr>
            </a:lvl7pPr>
            <a:lvl8pPr marL="3429000" indent="-228600" defTabSz="457200" eaLnBrk="0" fontAlgn="base" hangingPunct="0">
              <a:spcBef>
                <a:spcPct val="0"/>
              </a:spcBef>
              <a:spcAft>
                <a:spcPct val="0"/>
              </a:spcAft>
              <a:defRPr>
                <a:solidFill>
                  <a:schemeClr val="bg1"/>
                </a:solidFill>
                <a:latin typeface="Arial" panose="020B0604020202020204" pitchFamily="34" charset="0"/>
                <a:ea typeface="Microsoft YaHei" panose="020B0503020204020204" pitchFamily="34" charset="-122"/>
              </a:defRPr>
            </a:lvl8pPr>
            <a:lvl9pPr marL="3886200" indent="-228600" defTabSz="457200" eaLnBrk="0" fontAlgn="base" hangingPunct="0">
              <a:spcBef>
                <a:spcPct val="0"/>
              </a:spcBef>
              <a:spcAft>
                <a:spcPct val="0"/>
              </a:spcAft>
              <a:defRPr>
                <a:solidFill>
                  <a:schemeClr val="bg1"/>
                </a:solidFill>
                <a:latin typeface="Arial" panose="020B0604020202020204" pitchFamily="34" charset="0"/>
                <a:ea typeface="Microsoft YaHei" panose="020B0503020204020204" pitchFamily="34" charset="-122"/>
              </a:defRPr>
            </a:lvl9pPr>
          </a:lstStyle>
          <a:p>
            <a:pPr>
              <a:buFont typeface="Wingdings" panose="05000000000000000000" pitchFamily="2" charset="2"/>
              <a:buChar char="Ø"/>
            </a:pPr>
            <a:r>
              <a:rPr lang="en-US" altLang="en-US" sz="2400" dirty="0">
                <a:solidFill>
                  <a:schemeClr val="tx1"/>
                </a:solidFill>
                <a:latin typeface="Comic Sans MS" panose="030F0702030302020204" pitchFamily="66" charset="0"/>
              </a:rPr>
              <a:t>Primary Memory</a:t>
            </a:r>
            <a:endParaRPr lang="en-US" altLang="en-US" sz="2400" dirty="0">
              <a:solidFill>
                <a:schemeClr val="tx1"/>
              </a:solidFill>
              <a:latin typeface="Comic Sans MS" panose="030F0702030302020204" pitchFamily="66" charset="0"/>
            </a:endParaRPr>
          </a:p>
          <a:p>
            <a:pPr marL="0" indent="0"/>
            <a:endParaRPr lang="en-US" altLang="en-US" sz="2400" dirty="0">
              <a:solidFill>
                <a:schemeClr val="tx1"/>
              </a:solidFill>
              <a:latin typeface="Comic Sans MS" panose="030F0702030302020204" pitchFamily="66" charset="0"/>
            </a:endParaRPr>
          </a:p>
          <a:p>
            <a:pPr lvl="1" algn="just">
              <a:buFont typeface="Wingdings" panose="05000000000000000000" pitchFamily="2" charset="2"/>
              <a:buChar char="Ø"/>
            </a:pPr>
            <a:r>
              <a:rPr lang="en-US" altLang="en-US" sz="2000" dirty="0">
                <a:solidFill>
                  <a:schemeClr val="tx1"/>
                </a:solidFill>
                <a:latin typeface="Comic Sans MS" panose="030F0702030302020204" pitchFamily="66" charset="0"/>
              </a:rPr>
              <a:t>It is used to temporarily store data while the computer is operating. </a:t>
            </a:r>
            <a:endParaRPr lang="en-US" altLang="en-US" sz="2000" dirty="0">
              <a:solidFill>
                <a:schemeClr val="tx1"/>
              </a:solidFill>
              <a:latin typeface="Comic Sans MS" panose="030F0702030302020204" pitchFamily="66" charset="0"/>
            </a:endParaRPr>
          </a:p>
          <a:p>
            <a:pPr lvl="1" algn="just">
              <a:buFont typeface="Wingdings" panose="05000000000000000000" pitchFamily="2" charset="2"/>
              <a:buChar char="Ø"/>
            </a:pPr>
            <a:endParaRPr lang="en-US" altLang="en-US" sz="2000" dirty="0">
              <a:solidFill>
                <a:schemeClr val="tx1"/>
              </a:solidFill>
              <a:latin typeface="Comic Sans MS" panose="030F0702030302020204" pitchFamily="66" charset="0"/>
            </a:endParaRPr>
          </a:p>
        </p:txBody>
      </p:sp>
    </p:spTree>
  </p:cSld>
  <p:clrMapOvr>
    <a:masterClrMapping/>
  </p:clrMapOvr>
  <p:transition spd="med"/>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1"/>
          <p:cNvSpPr>
            <a:spLocks noGrp="1" noChangeArrowheads="1"/>
          </p:cNvSpPr>
          <p:nvPr>
            <p:ph type="title"/>
          </p:nvPr>
        </p:nvSpPr>
        <p:spPr>
          <a:xfrm>
            <a:off x="431800" y="107950"/>
            <a:ext cx="9070975" cy="792163"/>
          </a:xfrm>
        </p:spPr>
        <p:txBody>
          <a:bodyPr tIns="38880"/>
          <a:lstStyle/>
          <a:p>
            <a:pPr eaLnBrk="1">
              <a:buClrTx/>
              <a:buFontTx/>
              <a:buNone/>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r>
              <a:rPr lang="en-US" altLang="en-US" dirty="0">
                <a:latin typeface="Comic Sans MS" panose="030F0702030302020204" pitchFamily="66" charset="0"/>
              </a:rPr>
              <a:t>Foundational Concepts</a:t>
            </a:r>
            <a:endParaRPr lang="en-US" altLang="en-US" dirty="0">
              <a:latin typeface="Comic Sans MS" panose="030F0702030302020204" pitchFamily="66" charset="0"/>
            </a:endParaRPr>
          </a:p>
        </p:txBody>
      </p:sp>
      <p:sp>
        <p:nvSpPr>
          <p:cNvPr id="5123" name="TextBox 2"/>
          <p:cNvSpPr txBox="1">
            <a:spLocks noChangeArrowheads="1"/>
          </p:cNvSpPr>
          <p:nvPr/>
        </p:nvSpPr>
        <p:spPr bwMode="auto">
          <a:xfrm>
            <a:off x="647700" y="977404"/>
            <a:ext cx="9001124" cy="29854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285750" indent="-285750">
              <a:defRPr>
                <a:solidFill>
                  <a:schemeClr val="bg1"/>
                </a:solidFill>
                <a:latin typeface="Arial" panose="020B0604020202020204" pitchFamily="34" charset="0"/>
                <a:ea typeface="Microsoft YaHei" panose="020B0503020204020204" pitchFamily="34" charset="-122"/>
              </a:defRPr>
            </a:lvl1pPr>
            <a:lvl2pPr>
              <a:defRPr>
                <a:solidFill>
                  <a:schemeClr val="bg1"/>
                </a:solidFill>
                <a:latin typeface="Arial" panose="020B0604020202020204" pitchFamily="34" charset="0"/>
                <a:ea typeface="Microsoft YaHei" panose="020B0503020204020204" pitchFamily="34" charset="-122"/>
              </a:defRPr>
            </a:lvl2pPr>
            <a:lvl3pPr>
              <a:defRPr>
                <a:solidFill>
                  <a:schemeClr val="bg1"/>
                </a:solidFill>
                <a:latin typeface="Arial" panose="020B0604020202020204" pitchFamily="34" charset="0"/>
                <a:ea typeface="Microsoft YaHei" panose="020B0503020204020204" pitchFamily="34" charset="-122"/>
              </a:defRPr>
            </a:lvl3pPr>
            <a:lvl4pPr>
              <a:defRPr>
                <a:solidFill>
                  <a:schemeClr val="bg1"/>
                </a:solidFill>
                <a:latin typeface="Arial" panose="020B0604020202020204" pitchFamily="34" charset="0"/>
                <a:ea typeface="Microsoft YaHei" panose="020B0503020204020204" pitchFamily="34" charset="-122"/>
              </a:defRPr>
            </a:lvl4pPr>
            <a:lvl5pPr>
              <a:defRPr>
                <a:solidFill>
                  <a:schemeClr val="bg1"/>
                </a:solidFill>
                <a:latin typeface="Arial" panose="020B0604020202020204" pitchFamily="34" charset="0"/>
                <a:ea typeface="Microsoft YaHei" panose="020B0503020204020204" pitchFamily="34" charset="-122"/>
              </a:defRPr>
            </a:lvl5pPr>
            <a:lvl6pPr marL="2514600" indent="-228600" defTabSz="457200" eaLnBrk="0" fontAlgn="base" hangingPunct="0">
              <a:spcBef>
                <a:spcPct val="0"/>
              </a:spcBef>
              <a:spcAft>
                <a:spcPct val="0"/>
              </a:spcAft>
              <a:defRPr>
                <a:solidFill>
                  <a:schemeClr val="bg1"/>
                </a:solidFill>
                <a:latin typeface="Arial" panose="020B0604020202020204" pitchFamily="34" charset="0"/>
                <a:ea typeface="Microsoft YaHei" panose="020B0503020204020204" pitchFamily="34" charset="-122"/>
              </a:defRPr>
            </a:lvl6pPr>
            <a:lvl7pPr marL="2971800" indent="-228600" defTabSz="457200" eaLnBrk="0" fontAlgn="base" hangingPunct="0">
              <a:spcBef>
                <a:spcPct val="0"/>
              </a:spcBef>
              <a:spcAft>
                <a:spcPct val="0"/>
              </a:spcAft>
              <a:defRPr>
                <a:solidFill>
                  <a:schemeClr val="bg1"/>
                </a:solidFill>
                <a:latin typeface="Arial" panose="020B0604020202020204" pitchFamily="34" charset="0"/>
                <a:ea typeface="Microsoft YaHei" panose="020B0503020204020204" pitchFamily="34" charset="-122"/>
              </a:defRPr>
            </a:lvl7pPr>
            <a:lvl8pPr marL="3429000" indent="-228600" defTabSz="457200" eaLnBrk="0" fontAlgn="base" hangingPunct="0">
              <a:spcBef>
                <a:spcPct val="0"/>
              </a:spcBef>
              <a:spcAft>
                <a:spcPct val="0"/>
              </a:spcAft>
              <a:defRPr>
                <a:solidFill>
                  <a:schemeClr val="bg1"/>
                </a:solidFill>
                <a:latin typeface="Arial" panose="020B0604020202020204" pitchFamily="34" charset="0"/>
                <a:ea typeface="Microsoft YaHei" panose="020B0503020204020204" pitchFamily="34" charset="-122"/>
              </a:defRPr>
            </a:lvl8pPr>
            <a:lvl9pPr marL="3886200" indent="-228600" defTabSz="457200" eaLnBrk="0" fontAlgn="base" hangingPunct="0">
              <a:spcBef>
                <a:spcPct val="0"/>
              </a:spcBef>
              <a:spcAft>
                <a:spcPct val="0"/>
              </a:spcAft>
              <a:defRPr>
                <a:solidFill>
                  <a:schemeClr val="bg1"/>
                </a:solidFill>
                <a:latin typeface="Arial" panose="020B0604020202020204" pitchFamily="34" charset="0"/>
                <a:ea typeface="Microsoft YaHei" panose="020B0503020204020204" pitchFamily="34" charset="-122"/>
              </a:defRPr>
            </a:lvl9pPr>
          </a:lstStyle>
          <a:p>
            <a:pPr>
              <a:buFont typeface="Wingdings" panose="05000000000000000000" pitchFamily="2" charset="2"/>
              <a:buChar char="Ø"/>
            </a:pPr>
            <a:r>
              <a:rPr lang="en-US" altLang="en-US" sz="2400" dirty="0">
                <a:solidFill>
                  <a:schemeClr val="tx1"/>
                </a:solidFill>
                <a:latin typeface="Comic Sans MS" panose="030F0702030302020204" pitchFamily="66" charset="0"/>
              </a:rPr>
              <a:t>Primary Memory</a:t>
            </a:r>
            <a:endParaRPr lang="en-US" altLang="en-US" sz="2400" dirty="0">
              <a:solidFill>
                <a:schemeClr val="tx1"/>
              </a:solidFill>
              <a:latin typeface="Comic Sans MS" panose="030F0702030302020204" pitchFamily="66" charset="0"/>
            </a:endParaRPr>
          </a:p>
          <a:p>
            <a:pPr marL="0" indent="0"/>
            <a:endParaRPr lang="en-US" altLang="en-US" sz="2400" dirty="0">
              <a:solidFill>
                <a:schemeClr val="tx1"/>
              </a:solidFill>
              <a:latin typeface="Comic Sans MS" panose="030F0702030302020204" pitchFamily="66" charset="0"/>
            </a:endParaRPr>
          </a:p>
          <a:p>
            <a:pPr lvl="1" algn="just">
              <a:buFont typeface="Wingdings" panose="05000000000000000000" pitchFamily="2" charset="2"/>
              <a:buChar char="Ø"/>
            </a:pPr>
            <a:r>
              <a:rPr lang="en-US" altLang="en-US" sz="2000" dirty="0">
                <a:solidFill>
                  <a:schemeClr val="tx1"/>
                </a:solidFill>
                <a:latin typeface="Comic Sans MS" panose="030F0702030302020204" pitchFamily="66" charset="0"/>
              </a:rPr>
              <a:t>It is used to temporarily store data while the computer is operating. </a:t>
            </a:r>
            <a:endParaRPr lang="en-US" altLang="en-US" sz="2000" dirty="0">
              <a:solidFill>
                <a:schemeClr val="tx1"/>
              </a:solidFill>
              <a:latin typeface="Comic Sans MS" panose="030F0702030302020204" pitchFamily="66" charset="0"/>
            </a:endParaRPr>
          </a:p>
          <a:p>
            <a:pPr lvl="1" algn="just">
              <a:buFont typeface="Wingdings" panose="05000000000000000000" pitchFamily="2" charset="2"/>
              <a:buChar char="Ø"/>
            </a:pPr>
            <a:endParaRPr lang="en-US" altLang="en-US" sz="2000" dirty="0">
              <a:solidFill>
                <a:schemeClr val="tx1"/>
              </a:solidFill>
              <a:latin typeface="Comic Sans MS" panose="030F0702030302020204" pitchFamily="66" charset="0"/>
            </a:endParaRPr>
          </a:p>
          <a:p>
            <a:pPr lvl="1" algn="just">
              <a:buFont typeface="Wingdings" panose="05000000000000000000" pitchFamily="2" charset="2"/>
              <a:buChar char="Ø"/>
            </a:pPr>
            <a:r>
              <a:rPr lang="en-US" altLang="en-US" sz="2000" dirty="0">
                <a:solidFill>
                  <a:schemeClr val="tx1"/>
                </a:solidFill>
                <a:latin typeface="Comic Sans MS" panose="030F0702030302020204" pitchFamily="66" charset="0"/>
              </a:rPr>
              <a:t>The required program and data are loaded into RAM for processing whenever the computer is started or a software application is launched. </a:t>
            </a:r>
            <a:endParaRPr lang="en-US" altLang="en-US" sz="2000" dirty="0">
              <a:solidFill>
                <a:schemeClr val="tx1"/>
              </a:solidFill>
              <a:latin typeface="Comic Sans MS" panose="030F0702030302020204" pitchFamily="66" charset="0"/>
            </a:endParaRPr>
          </a:p>
          <a:p>
            <a:pPr lvl="1" algn="just">
              <a:buFont typeface="Wingdings" panose="05000000000000000000" pitchFamily="2" charset="2"/>
              <a:buChar char="Ø"/>
            </a:pPr>
            <a:endParaRPr lang="en-US" altLang="en-US" sz="2000" dirty="0">
              <a:solidFill>
                <a:schemeClr val="tx1"/>
              </a:solidFill>
              <a:latin typeface="Comic Sans MS" panose="030F0702030302020204" pitchFamily="66" charset="0"/>
            </a:endParaRPr>
          </a:p>
        </p:txBody>
      </p:sp>
    </p:spTree>
  </p:cSld>
  <p:clrMapOvr>
    <a:masterClrMapping/>
  </p:clrMapOvr>
  <p:transition spd="med"/>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1"/>
          <p:cNvSpPr>
            <a:spLocks noGrp="1" noChangeArrowheads="1"/>
          </p:cNvSpPr>
          <p:nvPr>
            <p:ph type="title"/>
          </p:nvPr>
        </p:nvSpPr>
        <p:spPr>
          <a:xfrm>
            <a:off x="431800" y="107950"/>
            <a:ext cx="9070975" cy="792163"/>
          </a:xfrm>
        </p:spPr>
        <p:txBody>
          <a:bodyPr tIns="38880"/>
          <a:lstStyle/>
          <a:p>
            <a:pPr eaLnBrk="1">
              <a:buClrTx/>
              <a:buFontTx/>
              <a:buNone/>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r>
              <a:rPr lang="en-US" altLang="en-US" dirty="0">
                <a:latin typeface="Comic Sans MS" panose="030F0702030302020204" pitchFamily="66" charset="0"/>
              </a:rPr>
              <a:t>Foundational Concepts</a:t>
            </a:r>
            <a:endParaRPr lang="en-US" altLang="en-US" dirty="0">
              <a:latin typeface="Comic Sans MS" panose="030F0702030302020204" pitchFamily="66" charset="0"/>
            </a:endParaRPr>
          </a:p>
        </p:txBody>
      </p:sp>
      <p:sp>
        <p:nvSpPr>
          <p:cNvPr id="5123" name="TextBox 2"/>
          <p:cNvSpPr txBox="1">
            <a:spLocks noChangeArrowheads="1"/>
          </p:cNvSpPr>
          <p:nvPr/>
        </p:nvSpPr>
        <p:spPr bwMode="auto">
          <a:xfrm>
            <a:off x="647700" y="977404"/>
            <a:ext cx="9001124" cy="39087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285750" indent="-285750">
              <a:defRPr>
                <a:solidFill>
                  <a:schemeClr val="bg1"/>
                </a:solidFill>
                <a:latin typeface="Arial" panose="020B0604020202020204" pitchFamily="34" charset="0"/>
                <a:ea typeface="Microsoft YaHei" panose="020B0503020204020204" pitchFamily="34" charset="-122"/>
              </a:defRPr>
            </a:lvl1pPr>
            <a:lvl2pPr>
              <a:defRPr>
                <a:solidFill>
                  <a:schemeClr val="bg1"/>
                </a:solidFill>
                <a:latin typeface="Arial" panose="020B0604020202020204" pitchFamily="34" charset="0"/>
                <a:ea typeface="Microsoft YaHei" panose="020B0503020204020204" pitchFamily="34" charset="-122"/>
              </a:defRPr>
            </a:lvl2pPr>
            <a:lvl3pPr>
              <a:defRPr>
                <a:solidFill>
                  <a:schemeClr val="bg1"/>
                </a:solidFill>
                <a:latin typeface="Arial" panose="020B0604020202020204" pitchFamily="34" charset="0"/>
                <a:ea typeface="Microsoft YaHei" panose="020B0503020204020204" pitchFamily="34" charset="-122"/>
              </a:defRPr>
            </a:lvl3pPr>
            <a:lvl4pPr>
              <a:defRPr>
                <a:solidFill>
                  <a:schemeClr val="bg1"/>
                </a:solidFill>
                <a:latin typeface="Arial" panose="020B0604020202020204" pitchFamily="34" charset="0"/>
                <a:ea typeface="Microsoft YaHei" panose="020B0503020204020204" pitchFamily="34" charset="-122"/>
              </a:defRPr>
            </a:lvl4pPr>
            <a:lvl5pPr>
              <a:defRPr>
                <a:solidFill>
                  <a:schemeClr val="bg1"/>
                </a:solidFill>
                <a:latin typeface="Arial" panose="020B0604020202020204" pitchFamily="34" charset="0"/>
                <a:ea typeface="Microsoft YaHei" panose="020B0503020204020204" pitchFamily="34" charset="-122"/>
              </a:defRPr>
            </a:lvl5pPr>
            <a:lvl6pPr marL="2514600" indent="-228600" defTabSz="457200" eaLnBrk="0" fontAlgn="base" hangingPunct="0">
              <a:spcBef>
                <a:spcPct val="0"/>
              </a:spcBef>
              <a:spcAft>
                <a:spcPct val="0"/>
              </a:spcAft>
              <a:defRPr>
                <a:solidFill>
                  <a:schemeClr val="bg1"/>
                </a:solidFill>
                <a:latin typeface="Arial" panose="020B0604020202020204" pitchFamily="34" charset="0"/>
                <a:ea typeface="Microsoft YaHei" panose="020B0503020204020204" pitchFamily="34" charset="-122"/>
              </a:defRPr>
            </a:lvl6pPr>
            <a:lvl7pPr marL="2971800" indent="-228600" defTabSz="457200" eaLnBrk="0" fontAlgn="base" hangingPunct="0">
              <a:spcBef>
                <a:spcPct val="0"/>
              </a:spcBef>
              <a:spcAft>
                <a:spcPct val="0"/>
              </a:spcAft>
              <a:defRPr>
                <a:solidFill>
                  <a:schemeClr val="bg1"/>
                </a:solidFill>
                <a:latin typeface="Arial" panose="020B0604020202020204" pitchFamily="34" charset="0"/>
                <a:ea typeface="Microsoft YaHei" panose="020B0503020204020204" pitchFamily="34" charset="-122"/>
              </a:defRPr>
            </a:lvl7pPr>
            <a:lvl8pPr marL="3429000" indent="-228600" defTabSz="457200" eaLnBrk="0" fontAlgn="base" hangingPunct="0">
              <a:spcBef>
                <a:spcPct val="0"/>
              </a:spcBef>
              <a:spcAft>
                <a:spcPct val="0"/>
              </a:spcAft>
              <a:defRPr>
                <a:solidFill>
                  <a:schemeClr val="bg1"/>
                </a:solidFill>
                <a:latin typeface="Arial" panose="020B0604020202020204" pitchFamily="34" charset="0"/>
                <a:ea typeface="Microsoft YaHei" panose="020B0503020204020204" pitchFamily="34" charset="-122"/>
              </a:defRPr>
            </a:lvl8pPr>
            <a:lvl9pPr marL="3886200" indent="-228600" defTabSz="457200" eaLnBrk="0" fontAlgn="base" hangingPunct="0">
              <a:spcBef>
                <a:spcPct val="0"/>
              </a:spcBef>
              <a:spcAft>
                <a:spcPct val="0"/>
              </a:spcAft>
              <a:defRPr>
                <a:solidFill>
                  <a:schemeClr val="bg1"/>
                </a:solidFill>
                <a:latin typeface="Arial" panose="020B0604020202020204" pitchFamily="34" charset="0"/>
                <a:ea typeface="Microsoft YaHei" panose="020B0503020204020204" pitchFamily="34" charset="-122"/>
              </a:defRPr>
            </a:lvl9pPr>
          </a:lstStyle>
          <a:p>
            <a:pPr>
              <a:buFont typeface="Wingdings" panose="05000000000000000000" pitchFamily="2" charset="2"/>
              <a:buChar char="Ø"/>
            </a:pPr>
            <a:r>
              <a:rPr lang="en-US" altLang="en-US" sz="2400" dirty="0">
                <a:solidFill>
                  <a:schemeClr val="tx1"/>
                </a:solidFill>
                <a:latin typeface="Comic Sans MS" panose="030F0702030302020204" pitchFamily="66" charset="0"/>
              </a:rPr>
              <a:t>Primary Memory</a:t>
            </a:r>
            <a:endParaRPr lang="en-US" altLang="en-US" sz="2400" dirty="0">
              <a:solidFill>
                <a:schemeClr val="tx1"/>
              </a:solidFill>
              <a:latin typeface="Comic Sans MS" panose="030F0702030302020204" pitchFamily="66" charset="0"/>
            </a:endParaRPr>
          </a:p>
          <a:p>
            <a:pPr marL="0" indent="0"/>
            <a:endParaRPr lang="en-US" altLang="en-US" sz="2400" dirty="0">
              <a:solidFill>
                <a:schemeClr val="tx1"/>
              </a:solidFill>
              <a:latin typeface="Comic Sans MS" panose="030F0702030302020204" pitchFamily="66" charset="0"/>
            </a:endParaRPr>
          </a:p>
          <a:p>
            <a:pPr lvl="1" algn="just">
              <a:buFont typeface="Wingdings" panose="05000000000000000000" pitchFamily="2" charset="2"/>
              <a:buChar char="Ø"/>
            </a:pPr>
            <a:r>
              <a:rPr lang="en-US" altLang="en-US" sz="2000" dirty="0">
                <a:solidFill>
                  <a:schemeClr val="tx1"/>
                </a:solidFill>
                <a:latin typeface="Comic Sans MS" panose="030F0702030302020204" pitchFamily="66" charset="0"/>
              </a:rPr>
              <a:t>It is used to temporarily store data while the computer is operating. </a:t>
            </a:r>
            <a:endParaRPr lang="en-US" altLang="en-US" sz="2000" dirty="0">
              <a:solidFill>
                <a:schemeClr val="tx1"/>
              </a:solidFill>
              <a:latin typeface="Comic Sans MS" panose="030F0702030302020204" pitchFamily="66" charset="0"/>
            </a:endParaRPr>
          </a:p>
          <a:p>
            <a:pPr lvl="1" algn="just">
              <a:buFont typeface="Wingdings" panose="05000000000000000000" pitchFamily="2" charset="2"/>
              <a:buChar char="Ø"/>
            </a:pPr>
            <a:endParaRPr lang="en-US" altLang="en-US" sz="2000" dirty="0">
              <a:solidFill>
                <a:schemeClr val="tx1"/>
              </a:solidFill>
              <a:latin typeface="Comic Sans MS" panose="030F0702030302020204" pitchFamily="66" charset="0"/>
            </a:endParaRPr>
          </a:p>
          <a:p>
            <a:pPr lvl="1" algn="just">
              <a:buFont typeface="Wingdings" panose="05000000000000000000" pitchFamily="2" charset="2"/>
              <a:buChar char="Ø"/>
            </a:pPr>
            <a:r>
              <a:rPr lang="en-US" altLang="en-US" sz="2000" dirty="0">
                <a:solidFill>
                  <a:schemeClr val="tx1"/>
                </a:solidFill>
                <a:latin typeface="Comic Sans MS" panose="030F0702030302020204" pitchFamily="66" charset="0"/>
              </a:rPr>
              <a:t>The required program and data are loaded into RAM for processing whenever the computer is started or a software application is launched. </a:t>
            </a:r>
            <a:endParaRPr lang="en-US" altLang="en-US" sz="2000" dirty="0">
              <a:solidFill>
                <a:schemeClr val="tx1"/>
              </a:solidFill>
              <a:latin typeface="Comic Sans MS" panose="030F0702030302020204" pitchFamily="66" charset="0"/>
            </a:endParaRPr>
          </a:p>
          <a:p>
            <a:pPr lvl="1" algn="just">
              <a:buFont typeface="Wingdings" panose="05000000000000000000" pitchFamily="2" charset="2"/>
              <a:buChar char="Ø"/>
            </a:pPr>
            <a:endParaRPr lang="en-US" altLang="en-US" sz="2000" dirty="0">
              <a:solidFill>
                <a:schemeClr val="tx1"/>
              </a:solidFill>
              <a:latin typeface="Comic Sans MS" panose="030F0702030302020204" pitchFamily="66" charset="0"/>
            </a:endParaRPr>
          </a:p>
          <a:p>
            <a:pPr lvl="1" algn="just">
              <a:buFont typeface="Wingdings" panose="05000000000000000000" pitchFamily="2" charset="2"/>
              <a:buChar char="Ø"/>
            </a:pPr>
            <a:r>
              <a:rPr lang="en-US" altLang="en-US" sz="2000" dirty="0">
                <a:solidFill>
                  <a:schemeClr val="tx1"/>
                </a:solidFill>
                <a:latin typeface="Comic Sans MS" panose="030F0702030302020204" pitchFamily="66" charset="0"/>
              </a:rPr>
              <a:t>RAM is also known as main memory, and it is faster than secondary memory or storage devices.</a:t>
            </a:r>
            <a:endParaRPr lang="en-US" altLang="en-US" sz="2000" dirty="0">
              <a:solidFill>
                <a:schemeClr val="tx1"/>
              </a:solidFill>
              <a:latin typeface="Comic Sans MS" panose="030F0702030302020204" pitchFamily="66" charset="0"/>
            </a:endParaRPr>
          </a:p>
          <a:p>
            <a:pPr lvl="1" algn="just">
              <a:buFont typeface="Wingdings" panose="05000000000000000000" pitchFamily="2" charset="2"/>
              <a:buChar char="Ø"/>
            </a:pPr>
            <a:endParaRPr lang="en-US" altLang="en-US" sz="2000" dirty="0">
              <a:solidFill>
                <a:schemeClr val="tx1"/>
              </a:solidFill>
              <a:latin typeface="Comic Sans MS" panose="030F0702030302020204" pitchFamily="66" charset="0"/>
            </a:endParaRPr>
          </a:p>
        </p:txBody>
      </p:sp>
    </p:spTree>
  </p:cSld>
  <p:clrMapOvr>
    <a:masterClrMapping/>
  </p:clrMapOvr>
  <p:transition spd="med"/>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1"/>
          <p:cNvSpPr>
            <a:spLocks noGrp="1" noChangeArrowheads="1"/>
          </p:cNvSpPr>
          <p:nvPr>
            <p:ph type="title"/>
          </p:nvPr>
        </p:nvSpPr>
        <p:spPr>
          <a:xfrm>
            <a:off x="431800" y="107950"/>
            <a:ext cx="9070975" cy="792163"/>
          </a:xfrm>
        </p:spPr>
        <p:txBody>
          <a:bodyPr tIns="38880"/>
          <a:lstStyle/>
          <a:p>
            <a:pPr eaLnBrk="1">
              <a:buClrTx/>
              <a:buFontTx/>
              <a:buNone/>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r>
              <a:rPr lang="en-US" altLang="en-US" dirty="0">
                <a:latin typeface="Comic Sans MS" panose="030F0702030302020204" pitchFamily="66" charset="0"/>
              </a:rPr>
              <a:t>Foundational Concepts</a:t>
            </a:r>
            <a:endParaRPr lang="en-US" altLang="en-US" dirty="0">
              <a:latin typeface="Comic Sans MS" panose="030F0702030302020204" pitchFamily="66" charset="0"/>
            </a:endParaRPr>
          </a:p>
        </p:txBody>
      </p:sp>
      <p:sp>
        <p:nvSpPr>
          <p:cNvPr id="5123" name="TextBox 2"/>
          <p:cNvSpPr txBox="1">
            <a:spLocks noChangeArrowheads="1"/>
          </p:cNvSpPr>
          <p:nvPr/>
        </p:nvSpPr>
        <p:spPr bwMode="auto">
          <a:xfrm>
            <a:off x="647700" y="977404"/>
            <a:ext cx="9001124" cy="48320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285750" indent="-285750">
              <a:defRPr>
                <a:solidFill>
                  <a:schemeClr val="bg1"/>
                </a:solidFill>
                <a:latin typeface="Arial" panose="020B0604020202020204" pitchFamily="34" charset="0"/>
                <a:ea typeface="Microsoft YaHei" panose="020B0503020204020204" pitchFamily="34" charset="-122"/>
              </a:defRPr>
            </a:lvl1pPr>
            <a:lvl2pPr>
              <a:defRPr>
                <a:solidFill>
                  <a:schemeClr val="bg1"/>
                </a:solidFill>
                <a:latin typeface="Arial" panose="020B0604020202020204" pitchFamily="34" charset="0"/>
                <a:ea typeface="Microsoft YaHei" panose="020B0503020204020204" pitchFamily="34" charset="-122"/>
              </a:defRPr>
            </a:lvl2pPr>
            <a:lvl3pPr>
              <a:defRPr>
                <a:solidFill>
                  <a:schemeClr val="bg1"/>
                </a:solidFill>
                <a:latin typeface="Arial" panose="020B0604020202020204" pitchFamily="34" charset="0"/>
                <a:ea typeface="Microsoft YaHei" panose="020B0503020204020204" pitchFamily="34" charset="-122"/>
              </a:defRPr>
            </a:lvl3pPr>
            <a:lvl4pPr>
              <a:defRPr>
                <a:solidFill>
                  <a:schemeClr val="bg1"/>
                </a:solidFill>
                <a:latin typeface="Arial" panose="020B0604020202020204" pitchFamily="34" charset="0"/>
                <a:ea typeface="Microsoft YaHei" panose="020B0503020204020204" pitchFamily="34" charset="-122"/>
              </a:defRPr>
            </a:lvl4pPr>
            <a:lvl5pPr>
              <a:defRPr>
                <a:solidFill>
                  <a:schemeClr val="bg1"/>
                </a:solidFill>
                <a:latin typeface="Arial" panose="020B0604020202020204" pitchFamily="34" charset="0"/>
                <a:ea typeface="Microsoft YaHei" panose="020B0503020204020204" pitchFamily="34" charset="-122"/>
              </a:defRPr>
            </a:lvl5pPr>
            <a:lvl6pPr marL="2514600" indent="-228600" defTabSz="457200" eaLnBrk="0" fontAlgn="base" hangingPunct="0">
              <a:spcBef>
                <a:spcPct val="0"/>
              </a:spcBef>
              <a:spcAft>
                <a:spcPct val="0"/>
              </a:spcAft>
              <a:defRPr>
                <a:solidFill>
                  <a:schemeClr val="bg1"/>
                </a:solidFill>
                <a:latin typeface="Arial" panose="020B0604020202020204" pitchFamily="34" charset="0"/>
                <a:ea typeface="Microsoft YaHei" panose="020B0503020204020204" pitchFamily="34" charset="-122"/>
              </a:defRPr>
            </a:lvl6pPr>
            <a:lvl7pPr marL="2971800" indent="-228600" defTabSz="457200" eaLnBrk="0" fontAlgn="base" hangingPunct="0">
              <a:spcBef>
                <a:spcPct val="0"/>
              </a:spcBef>
              <a:spcAft>
                <a:spcPct val="0"/>
              </a:spcAft>
              <a:defRPr>
                <a:solidFill>
                  <a:schemeClr val="bg1"/>
                </a:solidFill>
                <a:latin typeface="Arial" panose="020B0604020202020204" pitchFamily="34" charset="0"/>
                <a:ea typeface="Microsoft YaHei" panose="020B0503020204020204" pitchFamily="34" charset="-122"/>
              </a:defRPr>
            </a:lvl7pPr>
            <a:lvl8pPr marL="3429000" indent="-228600" defTabSz="457200" eaLnBrk="0" fontAlgn="base" hangingPunct="0">
              <a:spcBef>
                <a:spcPct val="0"/>
              </a:spcBef>
              <a:spcAft>
                <a:spcPct val="0"/>
              </a:spcAft>
              <a:defRPr>
                <a:solidFill>
                  <a:schemeClr val="bg1"/>
                </a:solidFill>
                <a:latin typeface="Arial" panose="020B0604020202020204" pitchFamily="34" charset="0"/>
                <a:ea typeface="Microsoft YaHei" panose="020B0503020204020204" pitchFamily="34" charset="-122"/>
              </a:defRPr>
            </a:lvl8pPr>
            <a:lvl9pPr marL="3886200" indent="-228600" defTabSz="457200" eaLnBrk="0" fontAlgn="base" hangingPunct="0">
              <a:spcBef>
                <a:spcPct val="0"/>
              </a:spcBef>
              <a:spcAft>
                <a:spcPct val="0"/>
              </a:spcAft>
              <a:defRPr>
                <a:solidFill>
                  <a:schemeClr val="bg1"/>
                </a:solidFill>
                <a:latin typeface="Arial" panose="020B0604020202020204" pitchFamily="34" charset="0"/>
                <a:ea typeface="Microsoft YaHei" panose="020B0503020204020204" pitchFamily="34" charset="-122"/>
              </a:defRPr>
            </a:lvl9pPr>
          </a:lstStyle>
          <a:p>
            <a:pPr>
              <a:buFont typeface="Wingdings" panose="05000000000000000000" pitchFamily="2" charset="2"/>
              <a:buChar char="Ø"/>
            </a:pPr>
            <a:r>
              <a:rPr lang="en-US" altLang="en-US" sz="2400" dirty="0">
                <a:solidFill>
                  <a:schemeClr val="tx1"/>
                </a:solidFill>
                <a:latin typeface="Comic Sans MS" panose="030F0702030302020204" pitchFamily="66" charset="0"/>
              </a:rPr>
              <a:t>Primary Memory</a:t>
            </a:r>
            <a:endParaRPr lang="en-US" altLang="en-US" sz="2400" dirty="0">
              <a:solidFill>
                <a:schemeClr val="tx1"/>
              </a:solidFill>
              <a:latin typeface="Comic Sans MS" panose="030F0702030302020204" pitchFamily="66" charset="0"/>
            </a:endParaRPr>
          </a:p>
          <a:p>
            <a:pPr marL="0" indent="0"/>
            <a:endParaRPr lang="en-US" altLang="en-US" sz="2400" dirty="0">
              <a:solidFill>
                <a:schemeClr val="tx1"/>
              </a:solidFill>
              <a:latin typeface="Comic Sans MS" panose="030F0702030302020204" pitchFamily="66" charset="0"/>
            </a:endParaRPr>
          </a:p>
          <a:p>
            <a:pPr lvl="1" algn="just">
              <a:buFont typeface="Wingdings" panose="05000000000000000000" pitchFamily="2" charset="2"/>
              <a:buChar char="Ø"/>
            </a:pPr>
            <a:r>
              <a:rPr lang="en-US" altLang="en-US" sz="2000" dirty="0">
                <a:solidFill>
                  <a:schemeClr val="tx1"/>
                </a:solidFill>
                <a:latin typeface="Comic Sans MS" panose="030F0702030302020204" pitchFamily="66" charset="0"/>
              </a:rPr>
              <a:t>It is used to temporarily store data while the computer is operating. </a:t>
            </a:r>
            <a:endParaRPr lang="en-US" altLang="en-US" sz="2000" dirty="0">
              <a:solidFill>
                <a:schemeClr val="tx1"/>
              </a:solidFill>
              <a:latin typeface="Comic Sans MS" panose="030F0702030302020204" pitchFamily="66" charset="0"/>
            </a:endParaRPr>
          </a:p>
          <a:p>
            <a:pPr lvl="1" algn="just">
              <a:buFont typeface="Wingdings" panose="05000000000000000000" pitchFamily="2" charset="2"/>
              <a:buChar char="Ø"/>
            </a:pPr>
            <a:endParaRPr lang="en-US" altLang="en-US" sz="2000" dirty="0">
              <a:solidFill>
                <a:schemeClr val="tx1"/>
              </a:solidFill>
              <a:latin typeface="Comic Sans MS" panose="030F0702030302020204" pitchFamily="66" charset="0"/>
            </a:endParaRPr>
          </a:p>
          <a:p>
            <a:pPr lvl="1" algn="just">
              <a:buFont typeface="Wingdings" panose="05000000000000000000" pitchFamily="2" charset="2"/>
              <a:buChar char="Ø"/>
            </a:pPr>
            <a:r>
              <a:rPr lang="en-US" altLang="en-US" sz="2000" dirty="0">
                <a:solidFill>
                  <a:schemeClr val="tx1"/>
                </a:solidFill>
                <a:latin typeface="Comic Sans MS" panose="030F0702030302020204" pitchFamily="66" charset="0"/>
              </a:rPr>
              <a:t>The required program and data are loaded into RAM for processing whenever the computer is started or a software application is launched. </a:t>
            </a:r>
            <a:endParaRPr lang="en-US" altLang="en-US" sz="2000" dirty="0">
              <a:solidFill>
                <a:schemeClr val="tx1"/>
              </a:solidFill>
              <a:latin typeface="Comic Sans MS" panose="030F0702030302020204" pitchFamily="66" charset="0"/>
            </a:endParaRPr>
          </a:p>
          <a:p>
            <a:pPr lvl="1" algn="just">
              <a:buFont typeface="Wingdings" panose="05000000000000000000" pitchFamily="2" charset="2"/>
              <a:buChar char="Ø"/>
            </a:pPr>
            <a:endParaRPr lang="en-US" altLang="en-US" sz="2000" dirty="0">
              <a:solidFill>
                <a:schemeClr val="tx1"/>
              </a:solidFill>
              <a:latin typeface="Comic Sans MS" panose="030F0702030302020204" pitchFamily="66" charset="0"/>
            </a:endParaRPr>
          </a:p>
          <a:p>
            <a:pPr lvl="1" algn="just">
              <a:buFont typeface="Wingdings" panose="05000000000000000000" pitchFamily="2" charset="2"/>
              <a:buChar char="Ø"/>
            </a:pPr>
            <a:r>
              <a:rPr lang="en-US" altLang="en-US" sz="2000" dirty="0">
                <a:solidFill>
                  <a:schemeClr val="tx1"/>
                </a:solidFill>
                <a:latin typeface="Comic Sans MS" panose="030F0702030302020204" pitchFamily="66" charset="0"/>
              </a:rPr>
              <a:t>RAM is also known as main memory, and it is faster than secondary memory or storage devices.</a:t>
            </a:r>
            <a:endParaRPr lang="en-US" altLang="en-US" sz="2000" dirty="0">
              <a:solidFill>
                <a:schemeClr val="tx1"/>
              </a:solidFill>
              <a:latin typeface="Comic Sans MS" panose="030F0702030302020204" pitchFamily="66" charset="0"/>
            </a:endParaRPr>
          </a:p>
          <a:p>
            <a:pPr lvl="1" algn="just">
              <a:buFont typeface="Wingdings" panose="05000000000000000000" pitchFamily="2" charset="2"/>
              <a:buChar char="Ø"/>
            </a:pPr>
            <a:endParaRPr lang="en-US" altLang="en-US" sz="2000" dirty="0">
              <a:solidFill>
                <a:schemeClr val="tx1"/>
              </a:solidFill>
              <a:latin typeface="Comic Sans MS" panose="030F0702030302020204" pitchFamily="66" charset="0"/>
            </a:endParaRPr>
          </a:p>
          <a:p>
            <a:pPr lvl="1" algn="just">
              <a:buFont typeface="Wingdings" panose="05000000000000000000" pitchFamily="2" charset="2"/>
              <a:buChar char="Ø"/>
            </a:pPr>
            <a:r>
              <a:rPr lang="en-US" altLang="en-US" sz="2000" dirty="0">
                <a:solidFill>
                  <a:schemeClr val="tx1"/>
                </a:solidFill>
                <a:latin typeface="Comic Sans MS" panose="030F0702030302020204" pitchFamily="66" charset="0"/>
              </a:rPr>
              <a:t>ROM, on the other hand, is non-volatile, which means that its contents are preserved even when the power is turned off. </a:t>
            </a:r>
            <a:endParaRPr lang="en-US" altLang="en-US" sz="2000" dirty="0">
              <a:solidFill>
                <a:schemeClr val="tx1"/>
              </a:solidFill>
              <a:latin typeface="Comic Sans MS" panose="030F0702030302020204" pitchFamily="66" charset="0"/>
            </a:endParaRPr>
          </a:p>
          <a:p>
            <a:pPr lvl="1" algn="just">
              <a:buFont typeface="Wingdings" panose="05000000000000000000" pitchFamily="2" charset="2"/>
              <a:buChar char="Ø"/>
            </a:pPr>
            <a:endParaRPr lang="en-US" altLang="en-US" sz="2000" dirty="0">
              <a:solidFill>
                <a:schemeClr val="tx1"/>
              </a:solidFill>
              <a:latin typeface="Comic Sans MS" panose="030F0702030302020204" pitchFamily="66" charset="0"/>
            </a:endParaRPr>
          </a:p>
        </p:txBody>
      </p:sp>
    </p:spTree>
  </p:cSld>
  <p:clrMapOvr>
    <a:masterClrMapping/>
  </p:clrMapOvr>
  <p:transition spd="med"/>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1"/>
          <p:cNvSpPr>
            <a:spLocks noGrp="1" noChangeArrowheads="1"/>
          </p:cNvSpPr>
          <p:nvPr>
            <p:ph type="title"/>
          </p:nvPr>
        </p:nvSpPr>
        <p:spPr>
          <a:xfrm>
            <a:off x="431800" y="107950"/>
            <a:ext cx="9070975" cy="792163"/>
          </a:xfrm>
        </p:spPr>
        <p:txBody>
          <a:bodyPr tIns="38880"/>
          <a:lstStyle/>
          <a:p>
            <a:pPr eaLnBrk="1">
              <a:buClrTx/>
              <a:buFontTx/>
              <a:buNone/>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r>
              <a:rPr lang="en-US" altLang="en-US" dirty="0">
                <a:latin typeface="Comic Sans MS" panose="030F0702030302020204" pitchFamily="66" charset="0"/>
              </a:rPr>
              <a:t>Foundational Concepts</a:t>
            </a:r>
            <a:endParaRPr lang="en-US" altLang="en-US" dirty="0">
              <a:latin typeface="Comic Sans MS" panose="030F0702030302020204" pitchFamily="66" charset="0"/>
            </a:endParaRPr>
          </a:p>
        </p:txBody>
      </p:sp>
      <p:sp>
        <p:nvSpPr>
          <p:cNvPr id="5123" name="TextBox 2"/>
          <p:cNvSpPr txBox="1">
            <a:spLocks noChangeArrowheads="1"/>
          </p:cNvSpPr>
          <p:nvPr/>
        </p:nvSpPr>
        <p:spPr bwMode="auto">
          <a:xfrm>
            <a:off x="647700" y="977404"/>
            <a:ext cx="9001124" cy="575542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285750" indent="-285750">
              <a:defRPr>
                <a:solidFill>
                  <a:schemeClr val="bg1"/>
                </a:solidFill>
                <a:latin typeface="Arial" panose="020B0604020202020204" pitchFamily="34" charset="0"/>
                <a:ea typeface="Microsoft YaHei" panose="020B0503020204020204" pitchFamily="34" charset="-122"/>
              </a:defRPr>
            </a:lvl1pPr>
            <a:lvl2pPr>
              <a:defRPr>
                <a:solidFill>
                  <a:schemeClr val="bg1"/>
                </a:solidFill>
                <a:latin typeface="Arial" panose="020B0604020202020204" pitchFamily="34" charset="0"/>
                <a:ea typeface="Microsoft YaHei" panose="020B0503020204020204" pitchFamily="34" charset="-122"/>
              </a:defRPr>
            </a:lvl2pPr>
            <a:lvl3pPr>
              <a:defRPr>
                <a:solidFill>
                  <a:schemeClr val="bg1"/>
                </a:solidFill>
                <a:latin typeface="Arial" panose="020B0604020202020204" pitchFamily="34" charset="0"/>
                <a:ea typeface="Microsoft YaHei" panose="020B0503020204020204" pitchFamily="34" charset="-122"/>
              </a:defRPr>
            </a:lvl3pPr>
            <a:lvl4pPr>
              <a:defRPr>
                <a:solidFill>
                  <a:schemeClr val="bg1"/>
                </a:solidFill>
                <a:latin typeface="Arial" panose="020B0604020202020204" pitchFamily="34" charset="0"/>
                <a:ea typeface="Microsoft YaHei" panose="020B0503020204020204" pitchFamily="34" charset="-122"/>
              </a:defRPr>
            </a:lvl4pPr>
            <a:lvl5pPr>
              <a:defRPr>
                <a:solidFill>
                  <a:schemeClr val="bg1"/>
                </a:solidFill>
                <a:latin typeface="Arial" panose="020B0604020202020204" pitchFamily="34" charset="0"/>
                <a:ea typeface="Microsoft YaHei" panose="020B0503020204020204" pitchFamily="34" charset="-122"/>
              </a:defRPr>
            </a:lvl5pPr>
            <a:lvl6pPr marL="2514600" indent="-228600" defTabSz="457200" eaLnBrk="0" fontAlgn="base" hangingPunct="0">
              <a:spcBef>
                <a:spcPct val="0"/>
              </a:spcBef>
              <a:spcAft>
                <a:spcPct val="0"/>
              </a:spcAft>
              <a:defRPr>
                <a:solidFill>
                  <a:schemeClr val="bg1"/>
                </a:solidFill>
                <a:latin typeface="Arial" panose="020B0604020202020204" pitchFamily="34" charset="0"/>
                <a:ea typeface="Microsoft YaHei" panose="020B0503020204020204" pitchFamily="34" charset="-122"/>
              </a:defRPr>
            </a:lvl6pPr>
            <a:lvl7pPr marL="2971800" indent="-228600" defTabSz="457200" eaLnBrk="0" fontAlgn="base" hangingPunct="0">
              <a:spcBef>
                <a:spcPct val="0"/>
              </a:spcBef>
              <a:spcAft>
                <a:spcPct val="0"/>
              </a:spcAft>
              <a:defRPr>
                <a:solidFill>
                  <a:schemeClr val="bg1"/>
                </a:solidFill>
                <a:latin typeface="Arial" panose="020B0604020202020204" pitchFamily="34" charset="0"/>
                <a:ea typeface="Microsoft YaHei" panose="020B0503020204020204" pitchFamily="34" charset="-122"/>
              </a:defRPr>
            </a:lvl7pPr>
            <a:lvl8pPr marL="3429000" indent="-228600" defTabSz="457200" eaLnBrk="0" fontAlgn="base" hangingPunct="0">
              <a:spcBef>
                <a:spcPct val="0"/>
              </a:spcBef>
              <a:spcAft>
                <a:spcPct val="0"/>
              </a:spcAft>
              <a:defRPr>
                <a:solidFill>
                  <a:schemeClr val="bg1"/>
                </a:solidFill>
                <a:latin typeface="Arial" panose="020B0604020202020204" pitchFamily="34" charset="0"/>
                <a:ea typeface="Microsoft YaHei" panose="020B0503020204020204" pitchFamily="34" charset="-122"/>
              </a:defRPr>
            </a:lvl8pPr>
            <a:lvl9pPr marL="3886200" indent="-228600" defTabSz="457200" eaLnBrk="0" fontAlgn="base" hangingPunct="0">
              <a:spcBef>
                <a:spcPct val="0"/>
              </a:spcBef>
              <a:spcAft>
                <a:spcPct val="0"/>
              </a:spcAft>
              <a:defRPr>
                <a:solidFill>
                  <a:schemeClr val="bg1"/>
                </a:solidFill>
                <a:latin typeface="Arial" panose="020B0604020202020204" pitchFamily="34" charset="0"/>
                <a:ea typeface="Microsoft YaHei" panose="020B0503020204020204" pitchFamily="34" charset="-122"/>
              </a:defRPr>
            </a:lvl9pPr>
          </a:lstStyle>
          <a:p>
            <a:pPr>
              <a:buFont typeface="Wingdings" panose="05000000000000000000" pitchFamily="2" charset="2"/>
              <a:buChar char="Ø"/>
            </a:pPr>
            <a:r>
              <a:rPr lang="en-US" altLang="en-US" sz="2400" dirty="0">
                <a:solidFill>
                  <a:schemeClr val="tx1"/>
                </a:solidFill>
                <a:latin typeface="Comic Sans MS" panose="030F0702030302020204" pitchFamily="66" charset="0"/>
              </a:rPr>
              <a:t>Primary Memory</a:t>
            </a:r>
            <a:endParaRPr lang="en-US" altLang="en-US" sz="2400" dirty="0">
              <a:solidFill>
                <a:schemeClr val="tx1"/>
              </a:solidFill>
              <a:latin typeface="Comic Sans MS" panose="030F0702030302020204" pitchFamily="66" charset="0"/>
            </a:endParaRPr>
          </a:p>
          <a:p>
            <a:pPr marL="0" indent="0"/>
            <a:endParaRPr lang="en-US" altLang="en-US" sz="2400" dirty="0">
              <a:solidFill>
                <a:schemeClr val="tx1"/>
              </a:solidFill>
              <a:latin typeface="Comic Sans MS" panose="030F0702030302020204" pitchFamily="66" charset="0"/>
            </a:endParaRPr>
          </a:p>
          <a:p>
            <a:pPr lvl="1" algn="just">
              <a:buFont typeface="Wingdings" panose="05000000000000000000" pitchFamily="2" charset="2"/>
              <a:buChar char="Ø"/>
            </a:pPr>
            <a:r>
              <a:rPr lang="en-US" altLang="en-US" sz="2000" dirty="0">
                <a:solidFill>
                  <a:schemeClr val="tx1"/>
                </a:solidFill>
                <a:latin typeface="Comic Sans MS" panose="030F0702030302020204" pitchFamily="66" charset="0"/>
              </a:rPr>
              <a:t>It is used to temporarily store data while the computer is operating. </a:t>
            </a:r>
            <a:endParaRPr lang="en-US" altLang="en-US" sz="2000" dirty="0">
              <a:solidFill>
                <a:schemeClr val="tx1"/>
              </a:solidFill>
              <a:latin typeface="Comic Sans MS" panose="030F0702030302020204" pitchFamily="66" charset="0"/>
            </a:endParaRPr>
          </a:p>
          <a:p>
            <a:pPr lvl="1" algn="just">
              <a:buFont typeface="Wingdings" panose="05000000000000000000" pitchFamily="2" charset="2"/>
              <a:buChar char="Ø"/>
            </a:pPr>
            <a:endParaRPr lang="en-US" altLang="en-US" sz="2000" dirty="0">
              <a:solidFill>
                <a:schemeClr val="tx1"/>
              </a:solidFill>
              <a:latin typeface="Comic Sans MS" panose="030F0702030302020204" pitchFamily="66" charset="0"/>
            </a:endParaRPr>
          </a:p>
          <a:p>
            <a:pPr lvl="1" algn="just">
              <a:buFont typeface="Wingdings" panose="05000000000000000000" pitchFamily="2" charset="2"/>
              <a:buChar char="Ø"/>
            </a:pPr>
            <a:r>
              <a:rPr lang="en-US" altLang="en-US" sz="2000" dirty="0">
                <a:solidFill>
                  <a:schemeClr val="tx1"/>
                </a:solidFill>
                <a:latin typeface="Comic Sans MS" panose="030F0702030302020204" pitchFamily="66" charset="0"/>
              </a:rPr>
              <a:t>The required program and data are loaded into RAM for processing whenever the computer is started or a software application is launched. </a:t>
            </a:r>
            <a:endParaRPr lang="en-US" altLang="en-US" sz="2000" dirty="0">
              <a:solidFill>
                <a:schemeClr val="tx1"/>
              </a:solidFill>
              <a:latin typeface="Comic Sans MS" panose="030F0702030302020204" pitchFamily="66" charset="0"/>
            </a:endParaRPr>
          </a:p>
          <a:p>
            <a:pPr lvl="1" algn="just">
              <a:buFont typeface="Wingdings" panose="05000000000000000000" pitchFamily="2" charset="2"/>
              <a:buChar char="Ø"/>
            </a:pPr>
            <a:endParaRPr lang="en-US" altLang="en-US" sz="2000" dirty="0">
              <a:solidFill>
                <a:schemeClr val="tx1"/>
              </a:solidFill>
              <a:latin typeface="Comic Sans MS" panose="030F0702030302020204" pitchFamily="66" charset="0"/>
            </a:endParaRPr>
          </a:p>
          <a:p>
            <a:pPr lvl="1" algn="just">
              <a:buFont typeface="Wingdings" panose="05000000000000000000" pitchFamily="2" charset="2"/>
              <a:buChar char="Ø"/>
            </a:pPr>
            <a:r>
              <a:rPr lang="en-US" altLang="en-US" sz="2000" dirty="0">
                <a:solidFill>
                  <a:schemeClr val="tx1"/>
                </a:solidFill>
                <a:latin typeface="Comic Sans MS" panose="030F0702030302020204" pitchFamily="66" charset="0"/>
              </a:rPr>
              <a:t>RAM is also known as main memory, and it is faster than secondary memory or storage devices.</a:t>
            </a:r>
            <a:endParaRPr lang="en-US" altLang="en-US" sz="2000" dirty="0">
              <a:solidFill>
                <a:schemeClr val="tx1"/>
              </a:solidFill>
              <a:latin typeface="Comic Sans MS" panose="030F0702030302020204" pitchFamily="66" charset="0"/>
            </a:endParaRPr>
          </a:p>
          <a:p>
            <a:pPr lvl="1" algn="just">
              <a:buFont typeface="Wingdings" panose="05000000000000000000" pitchFamily="2" charset="2"/>
              <a:buChar char="Ø"/>
            </a:pPr>
            <a:endParaRPr lang="en-US" altLang="en-US" sz="2000" dirty="0">
              <a:solidFill>
                <a:schemeClr val="tx1"/>
              </a:solidFill>
              <a:latin typeface="Comic Sans MS" panose="030F0702030302020204" pitchFamily="66" charset="0"/>
            </a:endParaRPr>
          </a:p>
          <a:p>
            <a:pPr lvl="1" algn="just">
              <a:buFont typeface="Wingdings" panose="05000000000000000000" pitchFamily="2" charset="2"/>
              <a:buChar char="Ø"/>
            </a:pPr>
            <a:r>
              <a:rPr lang="en-US" altLang="en-US" sz="2000" dirty="0">
                <a:solidFill>
                  <a:schemeClr val="tx1"/>
                </a:solidFill>
                <a:latin typeface="Comic Sans MS" panose="030F0702030302020204" pitchFamily="66" charset="0"/>
              </a:rPr>
              <a:t>ROM, on the other hand, is non-volatile, which means that its contents are preserved even when the power is turned off. </a:t>
            </a:r>
            <a:endParaRPr lang="en-US" altLang="en-US" sz="2000" dirty="0">
              <a:solidFill>
                <a:schemeClr val="tx1"/>
              </a:solidFill>
              <a:latin typeface="Comic Sans MS" panose="030F0702030302020204" pitchFamily="66" charset="0"/>
            </a:endParaRPr>
          </a:p>
          <a:p>
            <a:pPr lvl="1" algn="just">
              <a:buFont typeface="Wingdings" panose="05000000000000000000" pitchFamily="2" charset="2"/>
              <a:buChar char="Ø"/>
            </a:pPr>
            <a:endParaRPr lang="en-US" altLang="en-US" sz="2000" dirty="0">
              <a:solidFill>
                <a:schemeClr val="tx1"/>
              </a:solidFill>
              <a:latin typeface="Comic Sans MS" panose="030F0702030302020204" pitchFamily="66" charset="0"/>
            </a:endParaRPr>
          </a:p>
          <a:p>
            <a:pPr lvl="1" algn="just">
              <a:buFont typeface="Wingdings" panose="05000000000000000000" pitchFamily="2" charset="2"/>
              <a:buChar char="Ø"/>
            </a:pPr>
            <a:r>
              <a:rPr lang="en-US" altLang="en-US" sz="2000" dirty="0">
                <a:solidFill>
                  <a:schemeClr val="tx1"/>
                </a:solidFill>
                <a:latin typeface="Comic Sans MS" panose="030F0702030302020204" pitchFamily="66" charset="0"/>
              </a:rPr>
              <a:t>It is used as a small but faster permanent storage for rarely changed contents. </a:t>
            </a:r>
            <a:endParaRPr lang="en-US" altLang="en-US" sz="2000" dirty="0">
              <a:solidFill>
                <a:schemeClr val="tx1"/>
              </a:solidFill>
              <a:latin typeface="Comic Sans MS" panose="030F0702030302020204" pitchFamily="66" charset="0"/>
            </a:endParaRPr>
          </a:p>
          <a:p>
            <a:pPr lvl="1" algn="just">
              <a:buFont typeface="Wingdings" panose="05000000000000000000" pitchFamily="2" charset="2"/>
              <a:buChar char="Ø"/>
            </a:pPr>
            <a:endParaRPr lang="en-US" altLang="en-US" sz="2000" dirty="0">
              <a:solidFill>
                <a:schemeClr val="tx1"/>
              </a:solidFill>
              <a:latin typeface="Comic Sans MS" panose="030F0702030302020204" pitchFamily="66" charset="0"/>
            </a:endParaRPr>
          </a:p>
        </p:txBody>
      </p:sp>
    </p:spTree>
  </p:cSld>
  <p:clrMapOvr>
    <a:masterClrMapping/>
  </p:clrMapOvr>
  <p:transition spd="med"/>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1"/>
          <p:cNvSpPr>
            <a:spLocks noGrp="1" noChangeArrowheads="1"/>
          </p:cNvSpPr>
          <p:nvPr>
            <p:ph type="title"/>
          </p:nvPr>
        </p:nvSpPr>
        <p:spPr>
          <a:xfrm>
            <a:off x="431800" y="107950"/>
            <a:ext cx="9070975" cy="792163"/>
          </a:xfrm>
        </p:spPr>
        <p:txBody>
          <a:bodyPr tIns="38880"/>
          <a:lstStyle/>
          <a:p>
            <a:pPr eaLnBrk="1">
              <a:buClrTx/>
              <a:buFontTx/>
              <a:buNone/>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r>
              <a:rPr lang="en-US" altLang="en-US" dirty="0">
                <a:latin typeface="Comic Sans MS" panose="030F0702030302020204" pitchFamily="66" charset="0"/>
              </a:rPr>
              <a:t>Foundational Concepts</a:t>
            </a:r>
            <a:endParaRPr lang="en-US" altLang="en-US" dirty="0">
              <a:latin typeface="Comic Sans MS" panose="030F0702030302020204" pitchFamily="66" charset="0"/>
            </a:endParaRPr>
          </a:p>
        </p:txBody>
      </p:sp>
      <p:sp>
        <p:nvSpPr>
          <p:cNvPr id="5123" name="TextBox 2"/>
          <p:cNvSpPr txBox="1">
            <a:spLocks noChangeArrowheads="1"/>
          </p:cNvSpPr>
          <p:nvPr/>
        </p:nvSpPr>
        <p:spPr bwMode="auto">
          <a:xfrm>
            <a:off x="647700" y="977404"/>
            <a:ext cx="9001124" cy="6370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285750" indent="-285750">
              <a:defRPr>
                <a:solidFill>
                  <a:schemeClr val="bg1"/>
                </a:solidFill>
                <a:latin typeface="Arial" panose="020B0604020202020204" pitchFamily="34" charset="0"/>
                <a:ea typeface="Microsoft YaHei" panose="020B0503020204020204" pitchFamily="34" charset="-122"/>
              </a:defRPr>
            </a:lvl1pPr>
            <a:lvl2pPr>
              <a:defRPr>
                <a:solidFill>
                  <a:schemeClr val="bg1"/>
                </a:solidFill>
                <a:latin typeface="Arial" panose="020B0604020202020204" pitchFamily="34" charset="0"/>
                <a:ea typeface="Microsoft YaHei" panose="020B0503020204020204" pitchFamily="34" charset="-122"/>
              </a:defRPr>
            </a:lvl2pPr>
            <a:lvl3pPr>
              <a:defRPr>
                <a:solidFill>
                  <a:schemeClr val="bg1"/>
                </a:solidFill>
                <a:latin typeface="Arial" panose="020B0604020202020204" pitchFamily="34" charset="0"/>
                <a:ea typeface="Microsoft YaHei" panose="020B0503020204020204" pitchFamily="34" charset="-122"/>
              </a:defRPr>
            </a:lvl3pPr>
            <a:lvl4pPr>
              <a:defRPr>
                <a:solidFill>
                  <a:schemeClr val="bg1"/>
                </a:solidFill>
                <a:latin typeface="Arial" panose="020B0604020202020204" pitchFamily="34" charset="0"/>
                <a:ea typeface="Microsoft YaHei" panose="020B0503020204020204" pitchFamily="34" charset="-122"/>
              </a:defRPr>
            </a:lvl4pPr>
            <a:lvl5pPr>
              <a:defRPr>
                <a:solidFill>
                  <a:schemeClr val="bg1"/>
                </a:solidFill>
                <a:latin typeface="Arial" panose="020B0604020202020204" pitchFamily="34" charset="0"/>
                <a:ea typeface="Microsoft YaHei" panose="020B0503020204020204" pitchFamily="34" charset="-122"/>
              </a:defRPr>
            </a:lvl5pPr>
            <a:lvl6pPr marL="2514600" indent="-228600" defTabSz="457200" eaLnBrk="0" fontAlgn="base" hangingPunct="0">
              <a:spcBef>
                <a:spcPct val="0"/>
              </a:spcBef>
              <a:spcAft>
                <a:spcPct val="0"/>
              </a:spcAft>
              <a:defRPr>
                <a:solidFill>
                  <a:schemeClr val="bg1"/>
                </a:solidFill>
                <a:latin typeface="Arial" panose="020B0604020202020204" pitchFamily="34" charset="0"/>
                <a:ea typeface="Microsoft YaHei" panose="020B0503020204020204" pitchFamily="34" charset="-122"/>
              </a:defRPr>
            </a:lvl6pPr>
            <a:lvl7pPr marL="2971800" indent="-228600" defTabSz="457200" eaLnBrk="0" fontAlgn="base" hangingPunct="0">
              <a:spcBef>
                <a:spcPct val="0"/>
              </a:spcBef>
              <a:spcAft>
                <a:spcPct val="0"/>
              </a:spcAft>
              <a:defRPr>
                <a:solidFill>
                  <a:schemeClr val="bg1"/>
                </a:solidFill>
                <a:latin typeface="Arial" panose="020B0604020202020204" pitchFamily="34" charset="0"/>
                <a:ea typeface="Microsoft YaHei" panose="020B0503020204020204" pitchFamily="34" charset="-122"/>
              </a:defRPr>
            </a:lvl7pPr>
            <a:lvl8pPr marL="3429000" indent="-228600" defTabSz="457200" eaLnBrk="0" fontAlgn="base" hangingPunct="0">
              <a:spcBef>
                <a:spcPct val="0"/>
              </a:spcBef>
              <a:spcAft>
                <a:spcPct val="0"/>
              </a:spcAft>
              <a:defRPr>
                <a:solidFill>
                  <a:schemeClr val="bg1"/>
                </a:solidFill>
                <a:latin typeface="Arial" panose="020B0604020202020204" pitchFamily="34" charset="0"/>
                <a:ea typeface="Microsoft YaHei" panose="020B0503020204020204" pitchFamily="34" charset="-122"/>
              </a:defRPr>
            </a:lvl8pPr>
            <a:lvl9pPr marL="3886200" indent="-228600" defTabSz="457200" eaLnBrk="0" fontAlgn="base" hangingPunct="0">
              <a:spcBef>
                <a:spcPct val="0"/>
              </a:spcBef>
              <a:spcAft>
                <a:spcPct val="0"/>
              </a:spcAft>
              <a:defRPr>
                <a:solidFill>
                  <a:schemeClr val="bg1"/>
                </a:solidFill>
                <a:latin typeface="Arial" panose="020B0604020202020204" pitchFamily="34" charset="0"/>
                <a:ea typeface="Microsoft YaHei" panose="020B0503020204020204" pitchFamily="34" charset="-122"/>
              </a:defRPr>
            </a:lvl9pPr>
          </a:lstStyle>
          <a:p>
            <a:pPr>
              <a:buFont typeface="Wingdings" panose="05000000000000000000" pitchFamily="2" charset="2"/>
              <a:buChar char="Ø"/>
            </a:pPr>
            <a:r>
              <a:rPr lang="en-US" altLang="en-US" sz="2400" dirty="0">
                <a:solidFill>
                  <a:schemeClr val="tx1"/>
                </a:solidFill>
                <a:latin typeface="Comic Sans MS" panose="030F0702030302020204" pitchFamily="66" charset="0"/>
              </a:rPr>
              <a:t>Primary Memory</a:t>
            </a:r>
            <a:endParaRPr lang="en-US" altLang="en-US" sz="2400" dirty="0">
              <a:solidFill>
                <a:schemeClr val="tx1"/>
              </a:solidFill>
              <a:latin typeface="Comic Sans MS" panose="030F0702030302020204" pitchFamily="66" charset="0"/>
            </a:endParaRPr>
          </a:p>
          <a:p>
            <a:pPr marL="0" indent="0"/>
            <a:endParaRPr lang="en-US" altLang="en-US" sz="2400" dirty="0">
              <a:solidFill>
                <a:schemeClr val="tx1"/>
              </a:solidFill>
              <a:latin typeface="Comic Sans MS" panose="030F0702030302020204" pitchFamily="66" charset="0"/>
            </a:endParaRPr>
          </a:p>
          <a:p>
            <a:pPr lvl="1" algn="just">
              <a:buFont typeface="Wingdings" panose="05000000000000000000" pitchFamily="2" charset="2"/>
              <a:buChar char="Ø"/>
            </a:pPr>
            <a:r>
              <a:rPr lang="en-US" altLang="en-US" sz="2000" dirty="0">
                <a:solidFill>
                  <a:schemeClr val="tx1"/>
                </a:solidFill>
                <a:latin typeface="Comic Sans MS" panose="030F0702030302020204" pitchFamily="66" charset="0"/>
              </a:rPr>
              <a:t>It is used to temporarily store data while the computer is operating. </a:t>
            </a:r>
            <a:endParaRPr lang="en-US" altLang="en-US" sz="2000" dirty="0">
              <a:solidFill>
                <a:schemeClr val="tx1"/>
              </a:solidFill>
              <a:latin typeface="Comic Sans MS" panose="030F0702030302020204" pitchFamily="66" charset="0"/>
            </a:endParaRPr>
          </a:p>
          <a:p>
            <a:pPr lvl="1" algn="just">
              <a:buFont typeface="Wingdings" panose="05000000000000000000" pitchFamily="2" charset="2"/>
              <a:buChar char="Ø"/>
            </a:pPr>
            <a:endParaRPr lang="en-US" altLang="en-US" sz="2000" dirty="0">
              <a:solidFill>
                <a:schemeClr val="tx1"/>
              </a:solidFill>
              <a:latin typeface="Comic Sans MS" panose="030F0702030302020204" pitchFamily="66" charset="0"/>
            </a:endParaRPr>
          </a:p>
          <a:p>
            <a:pPr lvl="1" algn="just">
              <a:buFont typeface="Wingdings" panose="05000000000000000000" pitchFamily="2" charset="2"/>
              <a:buChar char="Ø"/>
            </a:pPr>
            <a:r>
              <a:rPr lang="en-US" altLang="en-US" sz="2000" dirty="0">
                <a:solidFill>
                  <a:schemeClr val="tx1"/>
                </a:solidFill>
                <a:latin typeface="Comic Sans MS" panose="030F0702030302020204" pitchFamily="66" charset="0"/>
              </a:rPr>
              <a:t>The required program and data are loaded into RAM for processing whenever the computer is started or a software application is launched. </a:t>
            </a:r>
            <a:endParaRPr lang="en-US" altLang="en-US" sz="2000" dirty="0">
              <a:solidFill>
                <a:schemeClr val="tx1"/>
              </a:solidFill>
              <a:latin typeface="Comic Sans MS" panose="030F0702030302020204" pitchFamily="66" charset="0"/>
            </a:endParaRPr>
          </a:p>
          <a:p>
            <a:pPr lvl="1" algn="just">
              <a:buFont typeface="Wingdings" panose="05000000000000000000" pitchFamily="2" charset="2"/>
              <a:buChar char="Ø"/>
            </a:pPr>
            <a:endParaRPr lang="en-US" altLang="en-US" sz="2000" dirty="0">
              <a:solidFill>
                <a:schemeClr val="tx1"/>
              </a:solidFill>
              <a:latin typeface="Comic Sans MS" panose="030F0702030302020204" pitchFamily="66" charset="0"/>
            </a:endParaRPr>
          </a:p>
          <a:p>
            <a:pPr lvl="1" algn="just">
              <a:buFont typeface="Wingdings" panose="05000000000000000000" pitchFamily="2" charset="2"/>
              <a:buChar char="Ø"/>
            </a:pPr>
            <a:r>
              <a:rPr lang="en-US" altLang="en-US" sz="2000" dirty="0">
                <a:solidFill>
                  <a:schemeClr val="tx1"/>
                </a:solidFill>
                <a:latin typeface="Comic Sans MS" panose="030F0702030302020204" pitchFamily="66" charset="0"/>
              </a:rPr>
              <a:t>RAM is also known as main memory, and it is faster than secondary memory or storage devices.</a:t>
            </a:r>
            <a:endParaRPr lang="en-US" altLang="en-US" sz="2000" dirty="0">
              <a:solidFill>
                <a:schemeClr val="tx1"/>
              </a:solidFill>
              <a:latin typeface="Comic Sans MS" panose="030F0702030302020204" pitchFamily="66" charset="0"/>
            </a:endParaRPr>
          </a:p>
          <a:p>
            <a:pPr lvl="1" algn="just">
              <a:buFont typeface="Wingdings" panose="05000000000000000000" pitchFamily="2" charset="2"/>
              <a:buChar char="Ø"/>
            </a:pPr>
            <a:endParaRPr lang="en-US" altLang="en-US" sz="2000" dirty="0">
              <a:solidFill>
                <a:schemeClr val="tx1"/>
              </a:solidFill>
              <a:latin typeface="Comic Sans MS" panose="030F0702030302020204" pitchFamily="66" charset="0"/>
            </a:endParaRPr>
          </a:p>
          <a:p>
            <a:pPr lvl="1" algn="just">
              <a:buFont typeface="Wingdings" panose="05000000000000000000" pitchFamily="2" charset="2"/>
              <a:buChar char="Ø"/>
            </a:pPr>
            <a:r>
              <a:rPr lang="en-US" altLang="en-US" sz="2000" dirty="0">
                <a:solidFill>
                  <a:schemeClr val="tx1"/>
                </a:solidFill>
                <a:latin typeface="Comic Sans MS" panose="030F0702030302020204" pitchFamily="66" charset="0"/>
              </a:rPr>
              <a:t>ROM, on the other hand, is non-volatile, which means that its contents are preserved even when the power is turned off. </a:t>
            </a:r>
            <a:endParaRPr lang="en-US" altLang="en-US" sz="2000" dirty="0">
              <a:solidFill>
                <a:schemeClr val="tx1"/>
              </a:solidFill>
              <a:latin typeface="Comic Sans MS" panose="030F0702030302020204" pitchFamily="66" charset="0"/>
            </a:endParaRPr>
          </a:p>
          <a:p>
            <a:pPr lvl="1" algn="just">
              <a:buFont typeface="Wingdings" panose="05000000000000000000" pitchFamily="2" charset="2"/>
              <a:buChar char="Ø"/>
            </a:pPr>
            <a:endParaRPr lang="en-US" altLang="en-US" sz="2000" dirty="0">
              <a:solidFill>
                <a:schemeClr val="tx1"/>
              </a:solidFill>
              <a:latin typeface="Comic Sans MS" panose="030F0702030302020204" pitchFamily="66" charset="0"/>
            </a:endParaRPr>
          </a:p>
          <a:p>
            <a:pPr lvl="1" algn="just">
              <a:buFont typeface="Wingdings" panose="05000000000000000000" pitchFamily="2" charset="2"/>
              <a:buChar char="Ø"/>
            </a:pPr>
            <a:r>
              <a:rPr lang="en-US" altLang="en-US" sz="2000" dirty="0">
                <a:solidFill>
                  <a:schemeClr val="tx1"/>
                </a:solidFill>
                <a:latin typeface="Comic Sans MS" panose="030F0702030302020204" pitchFamily="66" charset="0"/>
              </a:rPr>
              <a:t>It is used as a small but faster permanent storage for rarely changed contents. </a:t>
            </a:r>
            <a:endParaRPr lang="en-US" altLang="en-US" sz="2000" dirty="0">
              <a:solidFill>
                <a:schemeClr val="tx1"/>
              </a:solidFill>
              <a:latin typeface="Comic Sans MS" panose="030F0702030302020204" pitchFamily="66" charset="0"/>
            </a:endParaRPr>
          </a:p>
          <a:p>
            <a:pPr lvl="1" algn="just">
              <a:buFont typeface="Wingdings" panose="05000000000000000000" pitchFamily="2" charset="2"/>
              <a:buChar char="Ø"/>
            </a:pPr>
            <a:endParaRPr lang="en-US" altLang="en-US" sz="2000" dirty="0">
              <a:solidFill>
                <a:schemeClr val="tx1"/>
              </a:solidFill>
              <a:latin typeface="Comic Sans MS" panose="030F0702030302020204" pitchFamily="66" charset="0"/>
            </a:endParaRPr>
          </a:p>
          <a:p>
            <a:pPr lvl="1" algn="just">
              <a:buFont typeface="Wingdings" panose="05000000000000000000" pitchFamily="2" charset="2"/>
              <a:buChar char="Ø"/>
            </a:pPr>
            <a:r>
              <a:rPr lang="en-US" altLang="en-US" sz="2000" dirty="0">
                <a:solidFill>
                  <a:schemeClr val="tx1"/>
                </a:solidFill>
                <a:latin typeface="Comic Sans MS" panose="030F0702030302020204" pitchFamily="66" charset="0"/>
              </a:rPr>
              <a:t>The startup program (boot loader), for example, that loads the operating system into primary memory is stored in ROM.</a:t>
            </a:r>
            <a:endParaRPr lang="en-US" altLang="en-US" sz="2000" dirty="0">
              <a:solidFill>
                <a:schemeClr val="tx1"/>
              </a:solidFill>
              <a:latin typeface="Comic Sans MS" panose="030F0702030302020204" pitchFamily="66" charset="0"/>
            </a:endParaRPr>
          </a:p>
        </p:txBody>
      </p:sp>
    </p:spTree>
  </p:cSld>
  <p:clrMapOvr>
    <a:masterClrMapping/>
  </p:clrMapOvr>
  <p:transition spd="med"/>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1"/>
          <p:cNvSpPr>
            <a:spLocks noGrp="1" noChangeArrowheads="1"/>
          </p:cNvSpPr>
          <p:nvPr>
            <p:ph type="title"/>
          </p:nvPr>
        </p:nvSpPr>
        <p:spPr>
          <a:xfrm>
            <a:off x="431800" y="107950"/>
            <a:ext cx="9070975" cy="792163"/>
          </a:xfrm>
        </p:spPr>
        <p:txBody>
          <a:bodyPr tIns="38880"/>
          <a:lstStyle/>
          <a:p>
            <a:pPr eaLnBrk="1">
              <a:buClrTx/>
              <a:buFontTx/>
              <a:buNone/>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r>
              <a:rPr lang="en-US" altLang="en-US" dirty="0">
                <a:latin typeface="Comic Sans MS" panose="030F0702030302020204" pitchFamily="66" charset="0"/>
              </a:rPr>
              <a:t>Foundational Concepts</a:t>
            </a:r>
            <a:endParaRPr lang="en-US" altLang="en-US" dirty="0">
              <a:latin typeface="Comic Sans MS" panose="030F0702030302020204" pitchFamily="66" charset="0"/>
            </a:endParaRPr>
          </a:p>
        </p:txBody>
      </p:sp>
      <p:sp>
        <p:nvSpPr>
          <p:cNvPr id="5123" name="TextBox 2"/>
          <p:cNvSpPr txBox="1">
            <a:spLocks noChangeArrowheads="1"/>
          </p:cNvSpPr>
          <p:nvPr/>
        </p:nvSpPr>
        <p:spPr bwMode="auto">
          <a:xfrm>
            <a:off x="647700" y="977404"/>
            <a:ext cx="9001124" cy="17543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285750" indent="-285750">
              <a:defRPr>
                <a:solidFill>
                  <a:schemeClr val="bg1"/>
                </a:solidFill>
                <a:latin typeface="Arial" panose="020B0604020202020204" pitchFamily="34" charset="0"/>
                <a:ea typeface="Microsoft YaHei" panose="020B0503020204020204" pitchFamily="34" charset="-122"/>
              </a:defRPr>
            </a:lvl1pPr>
            <a:lvl2pPr>
              <a:defRPr>
                <a:solidFill>
                  <a:schemeClr val="bg1"/>
                </a:solidFill>
                <a:latin typeface="Arial" panose="020B0604020202020204" pitchFamily="34" charset="0"/>
                <a:ea typeface="Microsoft YaHei" panose="020B0503020204020204" pitchFamily="34" charset="-122"/>
              </a:defRPr>
            </a:lvl2pPr>
            <a:lvl3pPr>
              <a:defRPr>
                <a:solidFill>
                  <a:schemeClr val="bg1"/>
                </a:solidFill>
                <a:latin typeface="Arial" panose="020B0604020202020204" pitchFamily="34" charset="0"/>
                <a:ea typeface="Microsoft YaHei" panose="020B0503020204020204" pitchFamily="34" charset="-122"/>
              </a:defRPr>
            </a:lvl3pPr>
            <a:lvl4pPr>
              <a:defRPr>
                <a:solidFill>
                  <a:schemeClr val="bg1"/>
                </a:solidFill>
                <a:latin typeface="Arial" panose="020B0604020202020204" pitchFamily="34" charset="0"/>
                <a:ea typeface="Microsoft YaHei" panose="020B0503020204020204" pitchFamily="34" charset="-122"/>
              </a:defRPr>
            </a:lvl4pPr>
            <a:lvl5pPr>
              <a:defRPr>
                <a:solidFill>
                  <a:schemeClr val="bg1"/>
                </a:solidFill>
                <a:latin typeface="Arial" panose="020B0604020202020204" pitchFamily="34" charset="0"/>
                <a:ea typeface="Microsoft YaHei" panose="020B0503020204020204" pitchFamily="34" charset="-122"/>
              </a:defRPr>
            </a:lvl5pPr>
            <a:lvl6pPr marL="2514600" indent="-228600" defTabSz="457200" eaLnBrk="0" fontAlgn="base" hangingPunct="0">
              <a:spcBef>
                <a:spcPct val="0"/>
              </a:spcBef>
              <a:spcAft>
                <a:spcPct val="0"/>
              </a:spcAft>
              <a:defRPr>
                <a:solidFill>
                  <a:schemeClr val="bg1"/>
                </a:solidFill>
                <a:latin typeface="Arial" panose="020B0604020202020204" pitchFamily="34" charset="0"/>
                <a:ea typeface="Microsoft YaHei" panose="020B0503020204020204" pitchFamily="34" charset="-122"/>
              </a:defRPr>
            </a:lvl6pPr>
            <a:lvl7pPr marL="2971800" indent="-228600" defTabSz="457200" eaLnBrk="0" fontAlgn="base" hangingPunct="0">
              <a:spcBef>
                <a:spcPct val="0"/>
              </a:spcBef>
              <a:spcAft>
                <a:spcPct val="0"/>
              </a:spcAft>
              <a:defRPr>
                <a:solidFill>
                  <a:schemeClr val="bg1"/>
                </a:solidFill>
                <a:latin typeface="Arial" panose="020B0604020202020204" pitchFamily="34" charset="0"/>
                <a:ea typeface="Microsoft YaHei" panose="020B0503020204020204" pitchFamily="34" charset="-122"/>
              </a:defRPr>
            </a:lvl7pPr>
            <a:lvl8pPr marL="3429000" indent="-228600" defTabSz="457200" eaLnBrk="0" fontAlgn="base" hangingPunct="0">
              <a:spcBef>
                <a:spcPct val="0"/>
              </a:spcBef>
              <a:spcAft>
                <a:spcPct val="0"/>
              </a:spcAft>
              <a:defRPr>
                <a:solidFill>
                  <a:schemeClr val="bg1"/>
                </a:solidFill>
                <a:latin typeface="Arial" panose="020B0604020202020204" pitchFamily="34" charset="0"/>
                <a:ea typeface="Microsoft YaHei" panose="020B0503020204020204" pitchFamily="34" charset="-122"/>
              </a:defRPr>
            </a:lvl8pPr>
            <a:lvl9pPr marL="3886200" indent="-228600" defTabSz="457200" eaLnBrk="0" fontAlgn="base" hangingPunct="0">
              <a:spcBef>
                <a:spcPct val="0"/>
              </a:spcBef>
              <a:spcAft>
                <a:spcPct val="0"/>
              </a:spcAft>
              <a:defRPr>
                <a:solidFill>
                  <a:schemeClr val="bg1"/>
                </a:solidFill>
                <a:latin typeface="Arial" panose="020B0604020202020204" pitchFamily="34" charset="0"/>
                <a:ea typeface="Microsoft YaHei" panose="020B0503020204020204" pitchFamily="34" charset="-122"/>
              </a:defRPr>
            </a:lvl9pPr>
          </a:lstStyle>
          <a:p>
            <a:pPr>
              <a:buFont typeface="Wingdings" panose="05000000000000000000" pitchFamily="2" charset="2"/>
              <a:buChar char="Ø"/>
            </a:pPr>
            <a:r>
              <a:rPr lang="en-US" altLang="en-US" sz="2400" dirty="0">
                <a:solidFill>
                  <a:schemeClr val="tx1"/>
                </a:solidFill>
                <a:latin typeface="Comic Sans MS" panose="030F0702030302020204" pitchFamily="66" charset="0"/>
              </a:rPr>
              <a:t>Secondary Memory</a:t>
            </a:r>
            <a:endParaRPr lang="en-US" altLang="en-US" sz="2400" dirty="0">
              <a:solidFill>
                <a:schemeClr val="tx1"/>
              </a:solidFill>
              <a:latin typeface="Comic Sans MS" panose="030F0702030302020204" pitchFamily="66" charset="0"/>
            </a:endParaRPr>
          </a:p>
          <a:p>
            <a:pPr marL="0" indent="0"/>
            <a:endParaRPr lang="en-US" altLang="en-US" sz="2400" dirty="0">
              <a:solidFill>
                <a:schemeClr val="tx1"/>
              </a:solidFill>
              <a:latin typeface="Comic Sans MS" panose="030F0702030302020204" pitchFamily="66" charset="0"/>
            </a:endParaRPr>
          </a:p>
          <a:p>
            <a:pPr lvl="1" algn="just">
              <a:buFont typeface="Wingdings" panose="05000000000000000000" pitchFamily="2" charset="2"/>
              <a:buChar char="Ø"/>
            </a:pPr>
            <a:r>
              <a:rPr lang="en-US" altLang="en-US" sz="2000" dirty="0">
                <a:solidFill>
                  <a:schemeClr val="tx1"/>
                </a:solidFill>
                <a:latin typeface="Comic Sans MS" panose="030F0702030302020204" pitchFamily="66" charset="0"/>
              </a:rPr>
              <a:t>Primary memory has a limited storage capacity and can be volatile (RAM) or read-only (ROM) (ROM). </a:t>
            </a:r>
            <a:endParaRPr lang="en-US" altLang="en-US" sz="2000" dirty="0">
              <a:solidFill>
                <a:schemeClr val="tx1"/>
              </a:solidFill>
              <a:latin typeface="Comic Sans MS" panose="030F0702030302020204" pitchFamily="66" charset="0"/>
            </a:endParaRPr>
          </a:p>
          <a:p>
            <a:pPr lvl="1" algn="just">
              <a:buFont typeface="Wingdings" panose="05000000000000000000" pitchFamily="2" charset="2"/>
              <a:buChar char="Ø"/>
            </a:pPr>
            <a:endParaRPr lang="en-US" altLang="en-US" sz="2000" dirty="0">
              <a:solidFill>
                <a:schemeClr val="tx1"/>
              </a:solidFill>
              <a:latin typeface="Comic Sans MS" panose="030F0702030302020204" pitchFamily="66" charset="0"/>
            </a:endParaRPr>
          </a:p>
        </p:txBody>
      </p:sp>
    </p:spTree>
  </p:cSld>
  <p:clrMapOvr>
    <a:masterClrMapping/>
  </p:clrMapOvr>
  <p:transition spd="med"/>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1"/>
          <p:cNvSpPr>
            <a:spLocks noGrp="1" noChangeArrowheads="1"/>
          </p:cNvSpPr>
          <p:nvPr>
            <p:ph type="title"/>
          </p:nvPr>
        </p:nvSpPr>
        <p:spPr>
          <a:xfrm>
            <a:off x="431800" y="107950"/>
            <a:ext cx="9070975" cy="792163"/>
          </a:xfrm>
        </p:spPr>
        <p:txBody>
          <a:bodyPr tIns="38880"/>
          <a:lstStyle/>
          <a:p>
            <a:pPr eaLnBrk="1">
              <a:buClrTx/>
              <a:buFontTx/>
              <a:buNone/>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r>
              <a:rPr lang="en-US" altLang="en-US" dirty="0">
                <a:latin typeface="Comic Sans MS" panose="030F0702030302020204" pitchFamily="66" charset="0"/>
              </a:rPr>
              <a:t>Foundational Concepts</a:t>
            </a:r>
            <a:endParaRPr lang="en-US" altLang="en-US" dirty="0">
              <a:latin typeface="Comic Sans MS" panose="030F0702030302020204" pitchFamily="66" charset="0"/>
            </a:endParaRPr>
          </a:p>
        </p:txBody>
      </p:sp>
      <p:sp>
        <p:nvSpPr>
          <p:cNvPr id="5123" name="TextBox 2"/>
          <p:cNvSpPr txBox="1">
            <a:spLocks noChangeArrowheads="1"/>
          </p:cNvSpPr>
          <p:nvPr/>
        </p:nvSpPr>
        <p:spPr bwMode="auto">
          <a:xfrm>
            <a:off x="647700" y="977404"/>
            <a:ext cx="9001124" cy="26776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285750" indent="-285750">
              <a:defRPr>
                <a:solidFill>
                  <a:schemeClr val="bg1"/>
                </a:solidFill>
                <a:latin typeface="Arial" panose="020B0604020202020204" pitchFamily="34" charset="0"/>
                <a:ea typeface="Microsoft YaHei" panose="020B0503020204020204" pitchFamily="34" charset="-122"/>
              </a:defRPr>
            </a:lvl1pPr>
            <a:lvl2pPr>
              <a:defRPr>
                <a:solidFill>
                  <a:schemeClr val="bg1"/>
                </a:solidFill>
                <a:latin typeface="Arial" panose="020B0604020202020204" pitchFamily="34" charset="0"/>
                <a:ea typeface="Microsoft YaHei" panose="020B0503020204020204" pitchFamily="34" charset="-122"/>
              </a:defRPr>
            </a:lvl2pPr>
            <a:lvl3pPr>
              <a:defRPr>
                <a:solidFill>
                  <a:schemeClr val="bg1"/>
                </a:solidFill>
                <a:latin typeface="Arial" panose="020B0604020202020204" pitchFamily="34" charset="0"/>
                <a:ea typeface="Microsoft YaHei" panose="020B0503020204020204" pitchFamily="34" charset="-122"/>
              </a:defRPr>
            </a:lvl3pPr>
            <a:lvl4pPr>
              <a:defRPr>
                <a:solidFill>
                  <a:schemeClr val="bg1"/>
                </a:solidFill>
                <a:latin typeface="Arial" panose="020B0604020202020204" pitchFamily="34" charset="0"/>
                <a:ea typeface="Microsoft YaHei" panose="020B0503020204020204" pitchFamily="34" charset="-122"/>
              </a:defRPr>
            </a:lvl4pPr>
            <a:lvl5pPr>
              <a:defRPr>
                <a:solidFill>
                  <a:schemeClr val="bg1"/>
                </a:solidFill>
                <a:latin typeface="Arial" panose="020B0604020202020204" pitchFamily="34" charset="0"/>
                <a:ea typeface="Microsoft YaHei" panose="020B0503020204020204" pitchFamily="34" charset="-122"/>
              </a:defRPr>
            </a:lvl5pPr>
            <a:lvl6pPr marL="2514600" indent="-228600" defTabSz="457200" eaLnBrk="0" fontAlgn="base" hangingPunct="0">
              <a:spcBef>
                <a:spcPct val="0"/>
              </a:spcBef>
              <a:spcAft>
                <a:spcPct val="0"/>
              </a:spcAft>
              <a:defRPr>
                <a:solidFill>
                  <a:schemeClr val="bg1"/>
                </a:solidFill>
                <a:latin typeface="Arial" panose="020B0604020202020204" pitchFamily="34" charset="0"/>
                <a:ea typeface="Microsoft YaHei" panose="020B0503020204020204" pitchFamily="34" charset="-122"/>
              </a:defRPr>
            </a:lvl6pPr>
            <a:lvl7pPr marL="2971800" indent="-228600" defTabSz="457200" eaLnBrk="0" fontAlgn="base" hangingPunct="0">
              <a:spcBef>
                <a:spcPct val="0"/>
              </a:spcBef>
              <a:spcAft>
                <a:spcPct val="0"/>
              </a:spcAft>
              <a:defRPr>
                <a:solidFill>
                  <a:schemeClr val="bg1"/>
                </a:solidFill>
                <a:latin typeface="Arial" panose="020B0604020202020204" pitchFamily="34" charset="0"/>
                <a:ea typeface="Microsoft YaHei" panose="020B0503020204020204" pitchFamily="34" charset="-122"/>
              </a:defRPr>
            </a:lvl7pPr>
            <a:lvl8pPr marL="3429000" indent="-228600" defTabSz="457200" eaLnBrk="0" fontAlgn="base" hangingPunct="0">
              <a:spcBef>
                <a:spcPct val="0"/>
              </a:spcBef>
              <a:spcAft>
                <a:spcPct val="0"/>
              </a:spcAft>
              <a:defRPr>
                <a:solidFill>
                  <a:schemeClr val="bg1"/>
                </a:solidFill>
                <a:latin typeface="Arial" panose="020B0604020202020204" pitchFamily="34" charset="0"/>
                <a:ea typeface="Microsoft YaHei" panose="020B0503020204020204" pitchFamily="34" charset="-122"/>
              </a:defRPr>
            </a:lvl8pPr>
            <a:lvl9pPr marL="3886200" indent="-228600" defTabSz="457200" eaLnBrk="0" fontAlgn="base" hangingPunct="0">
              <a:spcBef>
                <a:spcPct val="0"/>
              </a:spcBef>
              <a:spcAft>
                <a:spcPct val="0"/>
              </a:spcAft>
              <a:defRPr>
                <a:solidFill>
                  <a:schemeClr val="bg1"/>
                </a:solidFill>
                <a:latin typeface="Arial" panose="020B0604020202020204" pitchFamily="34" charset="0"/>
                <a:ea typeface="Microsoft YaHei" panose="020B0503020204020204" pitchFamily="34" charset="-122"/>
              </a:defRPr>
            </a:lvl9pPr>
          </a:lstStyle>
          <a:p>
            <a:pPr>
              <a:buFont typeface="Wingdings" panose="05000000000000000000" pitchFamily="2" charset="2"/>
              <a:buChar char="Ø"/>
            </a:pPr>
            <a:r>
              <a:rPr lang="en-US" altLang="en-US" sz="2400" dirty="0">
                <a:solidFill>
                  <a:schemeClr val="tx1"/>
                </a:solidFill>
                <a:latin typeface="Comic Sans MS" panose="030F0702030302020204" pitchFamily="66" charset="0"/>
              </a:rPr>
              <a:t>Secondary Memory</a:t>
            </a:r>
            <a:endParaRPr lang="en-US" altLang="en-US" sz="2400" dirty="0">
              <a:solidFill>
                <a:schemeClr val="tx1"/>
              </a:solidFill>
              <a:latin typeface="Comic Sans MS" panose="030F0702030302020204" pitchFamily="66" charset="0"/>
            </a:endParaRPr>
          </a:p>
          <a:p>
            <a:pPr marL="0" indent="0"/>
            <a:endParaRPr lang="en-US" altLang="en-US" sz="2400" dirty="0">
              <a:solidFill>
                <a:schemeClr val="tx1"/>
              </a:solidFill>
              <a:latin typeface="Comic Sans MS" panose="030F0702030302020204" pitchFamily="66" charset="0"/>
            </a:endParaRPr>
          </a:p>
          <a:p>
            <a:pPr lvl="1" algn="just">
              <a:buFont typeface="Wingdings" panose="05000000000000000000" pitchFamily="2" charset="2"/>
              <a:buChar char="Ø"/>
            </a:pPr>
            <a:r>
              <a:rPr lang="en-US" altLang="en-US" sz="2000" dirty="0">
                <a:solidFill>
                  <a:schemeClr val="tx1"/>
                </a:solidFill>
                <a:latin typeface="Comic Sans MS" panose="030F0702030302020204" pitchFamily="66" charset="0"/>
              </a:rPr>
              <a:t>Primary memory has a limited storage capacity and can be volatile (RAM) or read-only (ROM) (ROM). </a:t>
            </a:r>
            <a:endParaRPr lang="en-US" altLang="en-US" sz="2000" dirty="0">
              <a:solidFill>
                <a:schemeClr val="tx1"/>
              </a:solidFill>
              <a:latin typeface="Comic Sans MS" panose="030F0702030302020204" pitchFamily="66" charset="0"/>
            </a:endParaRPr>
          </a:p>
          <a:p>
            <a:pPr lvl="1" algn="just">
              <a:buFont typeface="Wingdings" panose="05000000000000000000" pitchFamily="2" charset="2"/>
              <a:buChar char="Ø"/>
            </a:pPr>
            <a:endParaRPr lang="en-US" altLang="en-US" sz="2000" dirty="0">
              <a:solidFill>
                <a:schemeClr val="tx1"/>
              </a:solidFill>
              <a:latin typeface="Comic Sans MS" panose="030F0702030302020204" pitchFamily="66" charset="0"/>
            </a:endParaRPr>
          </a:p>
          <a:p>
            <a:pPr lvl="1" algn="just">
              <a:buFont typeface="Wingdings" panose="05000000000000000000" pitchFamily="2" charset="2"/>
              <a:buChar char="Ø"/>
            </a:pPr>
            <a:r>
              <a:rPr lang="en-US" altLang="en-US" sz="2000" dirty="0">
                <a:solidFill>
                  <a:schemeClr val="tx1"/>
                </a:solidFill>
                <a:latin typeface="Comic Sans MS" panose="030F0702030302020204" pitchFamily="66" charset="0"/>
              </a:rPr>
              <a:t>As a result, a computer system requires auxiliary or secondary memory to store data or instructions for future use. </a:t>
            </a:r>
            <a:endParaRPr lang="en-US" altLang="en-US" sz="2000" dirty="0">
              <a:solidFill>
                <a:schemeClr val="tx1"/>
              </a:solidFill>
              <a:latin typeface="Comic Sans MS" panose="030F0702030302020204" pitchFamily="66" charset="0"/>
            </a:endParaRPr>
          </a:p>
          <a:p>
            <a:pPr lvl="1" algn="just">
              <a:buFont typeface="Wingdings" panose="05000000000000000000" pitchFamily="2" charset="2"/>
              <a:buChar char="Ø"/>
            </a:pPr>
            <a:endParaRPr lang="en-US" altLang="en-US" sz="2000" dirty="0">
              <a:solidFill>
                <a:schemeClr val="tx1"/>
              </a:solidFill>
              <a:latin typeface="Comic Sans MS" panose="030F0702030302020204" pitchFamily="66" charset="0"/>
            </a:endParaRPr>
          </a:p>
        </p:txBody>
      </p:sp>
    </p:spTree>
  </p:cSld>
  <p:clrMapOvr>
    <a:masterClrMapping/>
  </p:clrMapOvr>
  <p:transition spd="med"/>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1"/>
          <p:cNvSpPr>
            <a:spLocks noGrp="1" noChangeArrowheads="1"/>
          </p:cNvSpPr>
          <p:nvPr>
            <p:ph type="title"/>
          </p:nvPr>
        </p:nvSpPr>
        <p:spPr>
          <a:xfrm>
            <a:off x="431800" y="107950"/>
            <a:ext cx="9070975" cy="792163"/>
          </a:xfrm>
        </p:spPr>
        <p:txBody>
          <a:bodyPr tIns="38880"/>
          <a:lstStyle/>
          <a:p>
            <a:pPr eaLnBrk="1">
              <a:buClrTx/>
              <a:buFontTx/>
              <a:buNone/>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r>
              <a:rPr lang="en-US" altLang="en-US" dirty="0">
                <a:latin typeface="Comic Sans MS" panose="030F0702030302020204" pitchFamily="66" charset="0"/>
              </a:rPr>
              <a:t>Foundational Concepts</a:t>
            </a:r>
            <a:endParaRPr lang="en-US" altLang="en-US" dirty="0">
              <a:latin typeface="Comic Sans MS" panose="030F0702030302020204" pitchFamily="66" charset="0"/>
            </a:endParaRPr>
          </a:p>
        </p:txBody>
      </p:sp>
      <p:sp>
        <p:nvSpPr>
          <p:cNvPr id="5123" name="TextBox 2"/>
          <p:cNvSpPr txBox="1">
            <a:spLocks noChangeArrowheads="1"/>
          </p:cNvSpPr>
          <p:nvPr/>
        </p:nvSpPr>
        <p:spPr bwMode="auto">
          <a:xfrm>
            <a:off x="647700" y="977404"/>
            <a:ext cx="9001124" cy="36009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285750" indent="-285750">
              <a:defRPr>
                <a:solidFill>
                  <a:schemeClr val="bg1"/>
                </a:solidFill>
                <a:latin typeface="Arial" panose="020B0604020202020204" pitchFamily="34" charset="0"/>
                <a:ea typeface="Microsoft YaHei" panose="020B0503020204020204" pitchFamily="34" charset="-122"/>
              </a:defRPr>
            </a:lvl1pPr>
            <a:lvl2pPr>
              <a:defRPr>
                <a:solidFill>
                  <a:schemeClr val="bg1"/>
                </a:solidFill>
                <a:latin typeface="Arial" panose="020B0604020202020204" pitchFamily="34" charset="0"/>
                <a:ea typeface="Microsoft YaHei" panose="020B0503020204020204" pitchFamily="34" charset="-122"/>
              </a:defRPr>
            </a:lvl2pPr>
            <a:lvl3pPr>
              <a:defRPr>
                <a:solidFill>
                  <a:schemeClr val="bg1"/>
                </a:solidFill>
                <a:latin typeface="Arial" panose="020B0604020202020204" pitchFamily="34" charset="0"/>
                <a:ea typeface="Microsoft YaHei" panose="020B0503020204020204" pitchFamily="34" charset="-122"/>
              </a:defRPr>
            </a:lvl3pPr>
            <a:lvl4pPr>
              <a:defRPr>
                <a:solidFill>
                  <a:schemeClr val="bg1"/>
                </a:solidFill>
                <a:latin typeface="Arial" panose="020B0604020202020204" pitchFamily="34" charset="0"/>
                <a:ea typeface="Microsoft YaHei" panose="020B0503020204020204" pitchFamily="34" charset="-122"/>
              </a:defRPr>
            </a:lvl4pPr>
            <a:lvl5pPr>
              <a:defRPr>
                <a:solidFill>
                  <a:schemeClr val="bg1"/>
                </a:solidFill>
                <a:latin typeface="Arial" panose="020B0604020202020204" pitchFamily="34" charset="0"/>
                <a:ea typeface="Microsoft YaHei" panose="020B0503020204020204" pitchFamily="34" charset="-122"/>
              </a:defRPr>
            </a:lvl5pPr>
            <a:lvl6pPr marL="2514600" indent="-228600" defTabSz="457200" eaLnBrk="0" fontAlgn="base" hangingPunct="0">
              <a:spcBef>
                <a:spcPct val="0"/>
              </a:spcBef>
              <a:spcAft>
                <a:spcPct val="0"/>
              </a:spcAft>
              <a:defRPr>
                <a:solidFill>
                  <a:schemeClr val="bg1"/>
                </a:solidFill>
                <a:latin typeface="Arial" panose="020B0604020202020204" pitchFamily="34" charset="0"/>
                <a:ea typeface="Microsoft YaHei" panose="020B0503020204020204" pitchFamily="34" charset="-122"/>
              </a:defRPr>
            </a:lvl6pPr>
            <a:lvl7pPr marL="2971800" indent="-228600" defTabSz="457200" eaLnBrk="0" fontAlgn="base" hangingPunct="0">
              <a:spcBef>
                <a:spcPct val="0"/>
              </a:spcBef>
              <a:spcAft>
                <a:spcPct val="0"/>
              </a:spcAft>
              <a:defRPr>
                <a:solidFill>
                  <a:schemeClr val="bg1"/>
                </a:solidFill>
                <a:latin typeface="Arial" panose="020B0604020202020204" pitchFamily="34" charset="0"/>
                <a:ea typeface="Microsoft YaHei" panose="020B0503020204020204" pitchFamily="34" charset="-122"/>
              </a:defRPr>
            </a:lvl7pPr>
            <a:lvl8pPr marL="3429000" indent="-228600" defTabSz="457200" eaLnBrk="0" fontAlgn="base" hangingPunct="0">
              <a:spcBef>
                <a:spcPct val="0"/>
              </a:spcBef>
              <a:spcAft>
                <a:spcPct val="0"/>
              </a:spcAft>
              <a:defRPr>
                <a:solidFill>
                  <a:schemeClr val="bg1"/>
                </a:solidFill>
                <a:latin typeface="Arial" panose="020B0604020202020204" pitchFamily="34" charset="0"/>
                <a:ea typeface="Microsoft YaHei" panose="020B0503020204020204" pitchFamily="34" charset="-122"/>
              </a:defRPr>
            </a:lvl8pPr>
            <a:lvl9pPr marL="3886200" indent="-228600" defTabSz="457200" eaLnBrk="0" fontAlgn="base" hangingPunct="0">
              <a:spcBef>
                <a:spcPct val="0"/>
              </a:spcBef>
              <a:spcAft>
                <a:spcPct val="0"/>
              </a:spcAft>
              <a:defRPr>
                <a:solidFill>
                  <a:schemeClr val="bg1"/>
                </a:solidFill>
                <a:latin typeface="Arial" panose="020B0604020202020204" pitchFamily="34" charset="0"/>
                <a:ea typeface="Microsoft YaHei" panose="020B0503020204020204" pitchFamily="34" charset="-122"/>
              </a:defRPr>
            </a:lvl9pPr>
          </a:lstStyle>
          <a:p>
            <a:pPr>
              <a:buFont typeface="Wingdings" panose="05000000000000000000" pitchFamily="2" charset="2"/>
              <a:buChar char="Ø"/>
            </a:pPr>
            <a:r>
              <a:rPr lang="en-US" altLang="en-US" sz="2400" dirty="0">
                <a:solidFill>
                  <a:schemeClr val="tx1"/>
                </a:solidFill>
                <a:latin typeface="Comic Sans MS" panose="030F0702030302020204" pitchFamily="66" charset="0"/>
              </a:rPr>
              <a:t>Secondary Memory</a:t>
            </a:r>
            <a:endParaRPr lang="en-US" altLang="en-US" sz="2400" dirty="0">
              <a:solidFill>
                <a:schemeClr val="tx1"/>
              </a:solidFill>
              <a:latin typeface="Comic Sans MS" panose="030F0702030302020204" pitchFamily="66" charset="0"/>
            </a:endParaRPr>
          </a:p>
          <a:p>
            <a:pPr marL="0" indent="0"/>
            <a:endParaRPr lang="en-US" altLang="en-US" sz="2400" dirty="0">
              <a:solidFill>
                <a:schemeClr val="tx1"/>
              </a:solidFill>
              <a:latin typeface="Comic Sans MS" panose="030F0702030302020204" pitchFamily="66" charset="0"/>
            </a:endParaRPr>
          </a:p>
          <a:p>
            <a:pPr lvl="1" algn="just">
              <a:buFont typeface="Wingdings" panose="05000000000000000000" pitchFamily="2" charset="2"/>
              <a:buChar char="Ø"/>
            </a:pPr>
            <a:r>
              <a:rPr lang="en-US" altLang="en-US" sz="2000" dirty="0">
                <a:solidFill>
                  <a:schemeClr val="tx1"/>
                </a:solidFill>
                <a:latin typeface="Comic Sans MS" panose="030F0702030302020204" pitchFamily="66" charset="0"/>
              </a:rPr>
              <a:t>Primary memory has a limited storage capacity and can be volatile (RAM) or read-only (ROM) (ROM). </a:t>
            </a:r>
            <a:endParaRPr lang="en-US" altLang="en-US" sz="2000" dirty="0">
              <a:solidFill>
                <a:schemeClr val="tx1"/>
              </a:solidFill>
              <a:latin typeface="Comic Sans MS" panose="030F0702030302020204" pitchFamily="66" charset="0"/>
            </a:endParaRPr>
          </a:p>
          <a:p>
            <a:pPr lvl="1" algn="just">
              <a:buFont typeface="Wingdings" panose="05000000000000000000" pitchFamily="2" charset="2"/>
              <a:buChar char="Ø"/>
            </a:pPr>
            <a:endParaRPr lang="en-US" altLang="en-US" sz="2000" dirty="0">
              <a:solidFill>
                <a:schemeClr val="tx1"/>
              </a:solidFill>
              <a:latin typeface="Comic Sans MS" panose="030F0702030302020204" pitchFamily="66" charset="0"/>
            </a:endParaRPr>
          </a:p>
          <a:p>
            <a:pPr lvl="1" algn="just">
              <a:buFont typeface="Wingdings" panose="05000000000000000000" pitchFamily="2" charset="2"/>
              <a:buChar char="Ø"/>
            </a:pPr>
            <a:r>
              <a:rPr lang="en-US" altLang="en-US" sz="2000" dirty="0">
                <a:solidFill>
                  <a:schemeClr val="tx1"/>
                </a:solidFill>
                <a:latin typeface="Comic Sans MS" panose="030F0702030302020204" pitchFamily="66" charset="0"/>
              </a:rPr>
              <a:t>As a result, a computer system requires auxiliary or secondary memory to store data or instructions for future use. </a:t>
            </a:r>
            <a:endParaRPr lang="en-US" altLang="en-US" sz="2000" dirty="0">
              <a:solidFill>
                <a:schemeClr val="tx1"/>
              </a:solidFill>
              <a:latin typeface="Comic Sans MS" panose="030F0702030302020204" pitchFamily="66" charset="0"/>
            </a:endParaRPr>
          </a:p>
          <a:p>
            <a:pPr lvl="1" algn="just">
              <a:buFont typeface="Wingdings" panose="05000000000000000000" pitchFamily="2" charset="2"/>
              <a:buChar char="Ø"/>
            </a:pPr>
            <a:endParaRPr lang="en-US" altLang="en-US" sz="2000" dirty="0">
              <a:solidFill>
                <a:schemeClr val="tx1"/>
              </a:solidFill>
              <a:latin typeface="Comic Sans MS" panose="030F0702030302020204" pitchFamily="66" charset="0"/>
            </a:endParaRPr>
          </a:p>
          <a:p>
            <a:pPr lvl="1" algn="just">
              <a:buFont typeface="Wingdings" panose="05000000000000000000" pitchFamily="2" charset="2"/>
              <a:buChar char="Ø"/>
            </a:pPr>
            <a:r>
              <a:rPr lang="en-US" altLang="en-US" sz="2000" dirty="0">
                <a:solidFill>
                  <a:schemeClr val="tx1"/>
                </a:solidFill>
                <a:latin typeface="Comic Sans MS" panose="030F0702030302020204" pitchFamily="66" charset="0"/>
              </a:rPr>
              <a:t>Secondary memory is non-volatile and has a larger capacity than primary memory. </a:t>
            </a:r>
            <a:endParaRPr lang="en-US" altLang="en-US" sz="2000" dirty="0">
              <a:solidFill>
                <a:schemeClr val="tx1"/>
              </a:solidFill>
              <a:latin typeface="Comic Sans MS" panose="030F0702030302020204" pitchFamily="66" charset="0"/>
            </a:endParaRPr>
          </a:p>
          <a:p>
            <a:pPr lvl="1" algn="just">
              <a:buFont typeface="Wingdings" panose="05000000000000000000" pitchFamily="2" charset="2"/>
              <a:buChar char="Ø"/>
            </a:pPr>
            <a:endParaRPr lang="en-US" altLang="en-US" sz="2000" dirty="0">
              <a:solidFill>
                <a:schemeClr val="tx1"/>
              </a:solidFill>
              <a:latin typeface="Comic Sans MS" panose="030F0702030302020204" pitchFamily="66" charset="0"/>
            </a:endParaRPr>
          </a:p>
        </p:txBody>
      </p:sp>
    </p:spTree>
  </p:cSld>
  <p:clrMapOvr>
    <a:masterClrMapping/>
  </p:clrMapOvr>
  <p:transition spd="med"/>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1"/>
          <p:cNvSpPr>
            <a:spLocks noGrp="1" noChangeArrowheads="1"/>
          </p:cNvSpPr>
          <p:nvPr>
            <p:ph type="title"/>
          </p:nvPr>
        </p:nvSpPr>
        <p:spPr>
          <a:xfrm>
            <a:off x="431800" y="107950"/>
            <a:ext cx="9070975" cy="792163"/>
          </a:xfrm>
        </p:spPr>
        <p:txBody>
          <a:bodyPr tIns="38880"/>
          <a:lstStyle/>
          <a:p>
            <a:pPr eaLnBrk="1">
              <a:buClrTx/>
              <a:buFontTx/>
              <a:buNone/>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r>
              <a:rPr lang="en-US" altLang="en-US" dirty="0">
                <a:latin typeface="Comic Sans MS" panose="030F0702030302020204" pitchFamily="66" charset="0"/>
              </a:rPr>
              <a:t>Foundational Concepts</a:t>
            </a:r>
            <a:endParaRPr lang="en-US" altLang="en-US" dirty="0">
              <a:latin typeface="Comic Sans MS" panose="030F0702030302020204" pitchFamily="66" charset="0"/>
            </a:endParaRPr>
          </a:p>
        </p:txBody>
      </p:sp>
      <p:sp>
        <p:nvSpPr>
          <p:cNvPr id="5123" name="TextBox 2"/>
          <p:cNvSpPr txBox="1">
            <a:spLocks noChangeArrowheads="1"/>
          </p:cNvSpPr>
          <p:nvPr/>
        </p:nvSpPr>
        <p:spPr bwMode="auto">
          <a:xfrm>
            <a:off x="647700" y="977404"/>
            <a:ext cx="9001124" cy="45243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285750" indent="-285750">
              <a:defRPr>
                <a:solidFill>
                  <a:schemeClr val="bg1"/>
                </a:solidFill>
                <a:latin typeface="Arial" panose="020B0604020202020204" pitchFamily="34" charset="0"/>
                <a:ea typeface="Microsoft YaHei" panose="020B0503020204020204" pitchFamily="34" charset="-122"/>
              </a:defRPr>
            </a:lvl1pPr>
            <a:lvl2pPr>
              <a:defRPr>
                <a:solidFill>
                  <a:schemeClr val="bg1"/>
                </a:solidFill>
                <a:latin typeface="Arial" panose="020B0604020202020204" pitchFamily="34" charset="0"/>
                <a:ea typeface="Microsoft YaHei" panose="020B0503020204020204" pitchFamily="34" charset="-122"/>
              </a:defRPr>
            </a:lvl2pPr>
            <a:lvl3pPr>
              <a:defRPr>
                <a:solidFill>
                  <a:schemeClr val="bg1"/>
                </a:solidFill>
                <a:latin typeface="Arial" panose="020B0604020202020204" pitchFamily="34" charset="0"/>
                <a:ea typeface="Microsoft YaHei" panose="020B0503020204020204" pitchFamily="34" charset="-122"/>
              </a:defRPr>
            </a:lvl3pPr>
            <a:lvl4pPr>
              <a:defRPr>
                <a:solidFill>
                  <a:schemeClr val="bg1"/>
                </a:solidFill>
                <a:latin typeface="Arial" panose="020B0604020202020204" pitchFamily="34" charset="0"/>
                <a:ea typeface="Microsoft YaHei" panose="020B0503020204020204" pitchFamily="34" charset="-122"/>
              </a:defRPr>
            </a:lvl4pPr>
            <a:lvl5pPr>
              <a:defRPr>
                <a:solidFill>
                  <a:schemeClr val="bg1"/>
                </a:solidFill>
                <a:latin typeface="Arial" panose="020B0604020202020204" pitchFamily="34" charset="0"/>
                <a:ea typeface="Microsoft YaHei" panose="020B0503020204020204" pitchFamily="34" charset="-122"/>
              </a:defRPr>
            </a:lvl5pPr>
            <a:lvl6pPr marL="2514600" indent="-228600" defTabSz="457200" eaLnBrk="0" fontAlgn="base" hangingPunct="0">
              <a:spcBef>
                <a:spcPct val="0"/>
              </a:spcBef>
              <a:spcAft>
                <a:spcPct val="0"/>
              </a:spcAft>
              <a:defRPr>
                <a:solidFill>
                  <a:schemeClr val="bg1"/>
                </a:solidFill>
                <a:latin typeface="Arial" panose="020B0604020202020204" pitchFamily="34" charset="0"/>
                <a:ea typeface="Microsoft YaHei" panose="020B0503020204020204" pitchFamily="34" charset="-122"/>
              </a:defRPr>
            </a:lvl6pPr>
            <a:lvl7pPr marL="2971800" indent="-228600" defTabSz="457200" eaLnBrk="0" fontAlgn="base" hangingPunct="0">
              <a:spcBef>
                <a:spcPct val="0"/>
              </a:spcBef>
              <a:spcAft>
                <a:spcPct val="0"/>
              </a:spcAft>
              <a:defRPr>
                <a:solidFill>
                  <a:schemeClr val="bg1"/>
                </a:solidFill>
                <a:latin typeface="Arial" panose="020B0604020202020204" pitchFamily="34" charset="0"/>
                <a:ea typeface="Microsoft YaHei" panose="020B0503020204020204" pitchFamily="34" charset="-122"/>
              </a:defRPr>
            </a:lvl7pPr>
            <a:lvl8pPr marL="3429000" indent="-228600" defTabSz="457200" eaLnBrk="0" fontAlgn="base" hangingPunct="0">
              <a:spcBef>
                <a:spcPct val="0"/>
              </a:spcBef>
              <a:spcAft>
                <a:spcPct val="0"/>
              </a:spcAft>
              <a:defRPr>
                <a:solidFill>
                  <a:schemeClr val="bg1"/>
                </a:solidFill>
                <a:latin typeface="Arial" panose="020B0604020202020204" pitchFamily="34" charset="0"/>
                <a:ea typeface="Microsoft YaHei" panose="020B0503020204020204" pitchFamily="34" charset="-122"/>
              </a:defRPr>
            </a:lvl8pPr>
            <a:lvl9pPr marL="3886200" indent="-228600" defTabSz="457200" eaLnBrk="0" fontAlgn="base" hangingPunct="0">
              <a:spcBef>
                <a:spcPct val="0"/>
              </a:spcBef>
              <a:spcAft>
                <a:spcPct val="0"/>
              </a:spcAft>
              <a:defRPr>
                <a:solidFill>
                  <a:schemeClr val="bg1"/>
                </a:solidFill>
                <a:latin typeface="Arial" panose="020B0604020202020204" pitchFamily="34" charset="0"/>
                <a:ea typeface="Microsoft YaHei" panose="020B0503020204020204" pitchFamily="34" charset="-122"/>
              </a:defRPr>
            </a:lvl9pPr>
          </a:lstStyle>
          <a:p>
            <a:pPr>
              <a:buFont typeface="Wingdings" panose="05000000000000000000" pitchFamily="2" charset="2"/>
              <a:buChar char="Ø"/>
            </a:pPr>
            <a:r>
              <a:rPr lang="en-US" altLang="en-US" sz="2400" dirty="0">
                <a:solidFill>
                  <a:schemeClr val="tx1"/>
                </a:solidFill>
                <a:latin typeface="Comic Sans MS" panose="030F0702030302020204" pitchFamily="66" charset="0"/>
              </a:rPr>
              <a:t>Secondary Memory</a:t>
            </a:r>
            <a:endParaRPr lang="en-US" altLang="en-US" sz="2400" dirty="0">
              <a:solidFill>
                <a:schemeClr val="tx1"/>
              </a:solidFill>
              <a:latin typeface="Comic Sans MS" panose="030F0702030302020204" pitchFamily="66" charset="0"/>
            </a:endParaRPr>
          </a:p>
          <a:p>
            <a:pPr marL="0" indent="0"/>
            <a:endParaRPr lang="en-US" altLang="en-US" sz="2400" dirty="0">
              <a:solidFill>
                <a:schemeClr val="tx1"/>
              </a:solidFill>
              <a:latin typeface="Comic Sans MS" panose="030F0702030302020204" pitchFamily="66" charset="0"/>
            </a:endParaRPr>
          </a:p>
          <a:p>
            <a:pPr lvl="1" algn="just">
              <a:buFont typeface="Wingdings" panose="05000000000000000000" pitchFamily="2" charset="2"/>
              <a:buChar char="Ø"/>
            </a:pPr>
            <a:r>
              <a:rPr lang="en-US" altLang="en-US" sz="2000" dirty="0">
                <a:solidFill>
                  <a:schemeClr val="tx1"/>
                </a:solidFill>
                <a:latin typeface="Comic Sans MS" panose="030F0702030302020204" pitchFamily="66" charset="0"/>
              </a:rPr>
              <a:t>Primary memory has a limited storage capacity and can be volatile (RAM) or read-only (ROM) (ROM). </a:t>
            </a:r>
            <a:endParaRPr lang="en-US" altLang="en-US" sz="2000" dirty="0">
              <a:solidFill>
                <a:schemeClr val="tx1"/>
              </a:solidFill>
              <a:latin typeface="Comic Sans MS" panose="030F0702030302020204" pitchFamily="66" charset="0"/>
            </a:endParaRPr>
          </a:p>
          <a:p>
            <a:pPr lvl="1" algn="just">
              <a:buFont typeface="Wingdings" panose="05000000000000000000" pitchFamily="2" charset="2"/>
              <a:buChar char="Ø"/>
            </a:pPr>
            <a:endParaRPr lang="en-US" altLang="en-US" sz="2000" dirty="0">
              <a:solidFill>
                <a:schemeClr val="tx1"/>
              </a:solidFill>
              <a:latin typeface="Comic Sans MS" panose="030F0702030302020204" pitchFamily="66" charset="0"/>
            </a:endParaRPr>
          </a:p>
          <a:p>
            <a:pPr lvl="1" algn="just">
              <a:buFont typeface="Wingdings" panose="05000000000000000000" pitchFamily="2" charset="2"/>
              <a:buChar char="Ø"/>
            </a:pPr>
            <a:r>
              <a:rPr lang="en-US" altLang="en-US" sz="2000" dirty="0">
                <a:solidFill>
                  <a:schemeClr val="tx1"/>
                </a:solidFill>
                <a:latin typeface="Comic Sans MS" panose="030F0702030302020204" pitchFamily="66" charset="0"/>
              </a:rPr>
              <a:t>As a result, a computer system requires auxiliary or secondary memory to store data or instructions for future use. </a:t>
            </a:r>
            <a:endParaRPr lang="en-US" altLang="en-US" sz="2000" dirty="0">
              <a:solidFill>
                <a:schemeClr val="tx1"/>
              </a:solidFill>
              <a:latin typeface="Comic Sans MS" panose="030F0702030302020204" pitchFamily="66" charset="0"/>
            </a:endParaRPr>
          </a:p>
          <a:p>
            <a:pPr lvl="1" algn="just">
              <a:buFont typeface="Wingdings" panose="05000000000000000000" pitchFamily="2" charset="2"/>
              <a:buChar char="Ø"/>
            </a:pPr>
            <a:endParaRPr lang="en-US" altLang="en-US" sz="2000" dirty="0">
              <a:solidFill>
                <a:schemeClr val="tx1"/>
              </a:solidFill>
              <a:latin typeface="Comic Sans MS" panose="030F0702030302020204" pitchFamily="66" charset="0"/>
            </a:endParaRPr>
          </a:p>
          <a:p>
            <a:pPr lvl="1" algn="just">
              <a:buFont typeface="Wingdings" panose="05000000000000000000" pitchFamily="2" charset="2"/>
              <a:buChar char="Ø"/>
            </a:pPr>
            <a:r>
              <a:rPr lang="en-US" altLang="en-US" sz="2000" dirty="0">
                <a:solidFill>
                  <a:schemeClr val="tx1"/>
                </a:solidFill>
                <a:latin typeface="Comic Sans MS" panose="030F0702030302020204" pitchFamily="66" charset="0"/>
              </a:rPr>
              <a:t>Secondary memory is non-volatile and has a larger capacity than primary memory. </a:t>
            </a:r>
            <a:endParaRPr lang="en-US" altLang="en-US" sz="2000" dirty="0">
              <a:solidFill>
                <a:schemeClr val="tx1"/>
              </a:solidFill>
              <a:latin typeface="Comic Sans MS" panose="030F0702030302020204" pitchFamily="66" charset="0"/>
            </a:endParaRPr>
          </a:p>
          <a:p>
            <a:pPr lvl="1" algn="just">
              <a:buFont typeface="Wingdings" panose="05000000000000000000" pitchFamily="2" charset="2"/>
              <a:buChar char="Ø"/>
            </a:pPr>
            <a:endParaRPr lang="en-US" altLang="en-US" sz="2000" dirty="0">
              <a:solidFill>
                <a:schemeClr val="tx1"/>
              </a:solidFill>
              <a:latin typeface="Comic Sans MS" panose="030F0702030302020204" pitchFamily="66" charset="0"/>
            </a:endParaRPr>
          </a:p>
          <a:p>
            <a:pPr lvl="1" algn="just">
              <a:buFont typeface="Wingdings" panose="05000000000000000000" pitchFamily="2" charset="2"/>
              <a:buChar char="Ø"/>
            </a:pPr>
            <a:r>
              <a:rPr lang="en-US" altLang="en-US" sz="2000" dirty="0">
                <a:solidFill>
                  <a:schemeClr val="tx1"/>
                </a:solidFill>
                <a:latin typeface="Comic Sans MS" panose="030F0702030302020204" pitchFamily="66" charset="0"/>
              </a:rPr>
              <a:t>It is slower and less expensive than main memory. However, the CPU cannot directly access it. </a:t>
            </a:r>
            <a:endParaRPr lang="en-US" altLang="en-US" sz="2000" dirty="0">
              <a:solidFill>
                <a:schemeClr val="tx1"/>
              </a:solidFill>
              <a:latin typeface="Comic Sans MS" panose="030F0702030302020204" pitchFamily="66" charset="0"/>
            </a:endParaRPr>
          </a:p>
          <a:p>
            <a:pPr lvl="1" algn="just">
              <a:buFont typeface="Wingdings" panose="05000000000000000000" pitchFamily="2" charset="2"/>
              <a:buChar char="Ø"/>
            </a:pPr>
            <a:endParaRPr lang="en-US" altLang="en-US" sz="2000" dirty="0">
              <a:solidFill>
                <a:schemeClr val="tx1"/>
              </a:solidFill>
              <a:latin typeface="Comic Sans MS" panose="030F0702030302020204" pitchFamily="66" charset="0"/>
            </a:endParaRPr>
          </a:p>
        </p:txBody>
      </p:sp>
    </p:spTree>
  </p:cSld>
  <p:clrMapOvr>
    <a:masterClrMapping/>
  </p:clrMapOvr>
  <p:transition spd="med"/>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1"/>
          <p:cNvSpPr>
            <a:spLocks noGrp="1" noChangeArrowheads="1"/>
          </p:cNvSpPr>
          <p:nvPr>
            <p:ph type="title"/>
          </p:nvPr>
        </p:nvSpPr>
        <p:spPr>
          <a:xfrm>
            <a:off x="431800" y="107950"/>
            <a:ext cx="9070975" cy="792163"/>
          </a:xfrm>
        </p:spPr>
        <p:txBody>
          <a:bodyPr tIns="38880"/>
          <a:lstStyle/>
          <a:p>
            <a:pPr eaLnBrk="1">
              <a:buClrTx/>
              <a:buFontTx/>
              <a:buNone/>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r>
              <a:rPr lang="en-US" altLang="en-US" dirty="0">
                <a:latin typeface="Comic Sans MS" panose="030F0702030302020204" pitchFamily="66" charset="0"/>
              </a:rPr>
              <a:t>Foundational Concepts</a:t>
            </a:r>
            <a:endParaRPr lang="en-US" altLang="en-US" dirty="0">
              <a:latin typeface="Comic Sans MS" panose="030F0702030302020204" pitchFamily="66" charset="0"/>
            </a:endParaRPr>
          </a:p>
        </p:txBody>
      </p:sp>
      <p:sp>
        <p:nvSpPr>
          <p:cNvPr id="5123" name="TextBox 2"/>
          <p:cNvSpPr txBox="1">
            <a:spLocks noChangeArrowheads="1"/>
          </p:cNvSpPr>
          <p:nvPr/>
        </p:nvSpPr>
        <p:spPr bwMode="auto">
          <a:xfrm>
            <a:off x="647700" y="977404"/>
            <a:ext cx="9001124" cy="54476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285750" indent="-285750">
              <a:defRPr>
                <a:solidFill>
                  <a:schemeClr val="bg1"/>
                </a:solidFill>
                <a:latin typeface="Arial" panose="020B0604020202020204" pitchFamily="34" charset="0"/>
                <a:ea typeface="Microsoft YaHei" panose="020B0503020204020204" pitchFamily="34" charset="-122"/>
              </a:defRPr>
            </a:lvl1pPr>
            <a:lvl2pPr>
              <a:defRPr>
                <a:solidFill>
                  <a:schemeClr val="bg1"/>
                </a:solidFill>
                <a:latin typeface="Arial" panose="020B0604020202020204" pitchFamily="34" charset="0"/>
                <a:ea typeface="Microsoft YaHei" panose="020B0503020204020204" pitchFamily="34" charset="-122"/>
              </a:defRPr>
            </a:lvl2pPr>
            <a:lvl3pPr>
              <a:defRPr>
                <a:solidFill>
                  <a:schemeClr val="bg1"/>
                </a:solidFill>
                <a:latin typeface="Arial" panose="020B0604020202020204" pitchFamily="34" charset="0"/>
                <a:ea typeface="Microsoft YaHei" panose="020B0503020204020204" pitchFamily="34" charset="-122"/>
              </a:defRPr>
            </a:lvl3pPr>
            <a:lvl4pPr>
              <a:defRPr>
                <a:solidFill>
                  <a:schemeClr val="bg1"/>
                </a:solidFill>
                <a:latin typeface="Arial" panose="020B0604020202020204" pitchFamily="34" charset="0"/>
                <a:ea typeface="Microsoft YaHei" panose="020B0503020204020204" pitchFamily="34" charset="-122"/>
              </a:defRPr>
            </a:lvl4pPr>
            <a:lvl5pPr>
              <a:defRPr>
                <a:solidFill>
                  <a:schemeClr val="bg1"/>
                </a:solidFill>
                <a:latin typeface="Arial" panose="020B0604020202020204" pitchFamily="34" charset="0"/>
                <a:ea typeface="Microsoft YaHei" panose="020B0503020204020204" pitchFamily="34" charset="-122"/>
              </a:defRPr>
            </a:lvl5pPr>
            <a:lvl6pPr marL="2514600" indent="-228600" defTabSz="457200" eaLnBrk="0" fontAlgn="base" hangingPunct="0">
              <a:spcBef>
                <a:spcPct val="0"/>
              </a:spcBef>
              <a:spcAft>
                <a:spcPct val="0"/>
              </a:spcAft>
              <a:defRPr>
                <a:solidFill>
                  <a:schemeClr val="bg1"/>
                </a:solidFill>
                <a:latin typeface="Arial" panose="020B0604020202020204" pitchFamily="34" charset="0"/>
                <a:ea typeface="Microsoft YaHei" panose="020B0503020204020204" pitchFamily="34" charset="-122"/>
              </a:defRPr>
            </a:lvl6pPr>
            <a:lvl7pPr marL="2971800" indent="-228600" defTabSz="457200" eaLnBrk="0" fontAlgn="base" hangingPunct="0">
              <a:spcBef>
                <a:spcPct val="0"/>
              </a:spcBef>
              <a:spcAft>
                <a:spcPct val="0"/>
              </a:spcAft>
              <a:defRPr>
                <a:solidFill>
                  <a:schemeClr val="bg1"/>
                </a:solidFill>
                <a:latin typeface="Arial" panose="020B0604020202020204" pitchFamily="34" charset="0"/>
                <a:ea typeface="Microsoft YaHei" panose="020B0503020204020204" pitchFamily="34" charset="-122"/>
              </a:defRPr>
            </a:lvl7pPr>
            <a:lvl8pPr marL="3429000" indent="-228600" defTabSz="457200" eaLnBrk="0" fontAlgn="base" hangingPunct="0">
              <a:spcBef>
                <a:spcPct val="0"/>
              </a:spcBef>
              <a:spcAft>
                <a:spcPct val="0"/>
              </a:spcAft>
              <a:defRPr>
                <a:solidFill>
                  <a:schemeClr val="bg1"/>
                </a:solidFill>
                <a:latin typeface="Arial" panose="020B0604020202020204" pitchFamily="34" charset="0"/>
                <a:ea typeface="Microsoft YaHei" panose="020B0503020204020204" pitchFamily="34" charset="-122"/>
              </a:defRPr>
            </a:lvl8pPr>
            <a:lvl9pPr marL="3886200" indent="-228600" defTabSz="457200" eaLnBrk="0" fontAlgn="base" hangingPunct="0">
              <a:spcBef>
                <a:spcPct val="0"/>
              </a:spcBef>
              <a:spcAft>
                <a:spcPct val="0"/>
              </a:spcAft>
              <a:defRPr>
                <a:solidFill>
                  <a:schemeClr val="bg1"/>
                </a:solidFill>
                <a:latin typeface="Arial" panose="020B0604020202020204" pitchFamily="34" charset="0"/>
                <a:ea typeface="Microsoft YaHei" panose="020B0503020204020204" pitchFamily="34" charset="-122"/>
              </a:defRPr>
            </a:lvl9pPr>
          </a:lstStyle>
          <a:p>
            <a:pPr>
              <a:buFont typeface="Wingdings" panose="05000000000000000000" pitchFamily="2" charset="2"/>
              <a:buChar char="Ø"/>
            </a:pPr>
            <a:r>
              <a:rPr lang="en-US" altLang="en-US" sz="2400" dirty="0">
                <a:solidFill>
                  <a:schemeClr val="tx1"/>
                </a:solidFill>
                <a:latin typeface="Comic Sans MS" panose="030F0702030302020204" pitchFamily="66" charset="0"/>
              </a:rPr>
              <a:t>Secondary Memory</a:t>
            </a:r>
            <a:endParaRPr lang="en-US" altLang="en-US" sz="2400" dirty="0">
              <a:solidFill>
                <a:schemeClr val="tx1"/>
              </a:solidFill>
              <a:latin typeface="Comic Sans MS" panose="030F0702030302020204" pitchFamily="66" charset="0"/>
            </a:endParaRPr>
          </a:p>
          <a:p>
            <a:pPr marL="0" indent="0"/>
            <a:endParaRPr lang="en-US" altLang="en-US" sz="2400" dirty="0">
              <a:solidFill>
                <a:schemeClr val="tx1"/>
              </a:solidFill>
              <a:latin typeface="Comic Sans MS" panose="030F0702030302020204" pitchFamily="66" charset="0"/>
            </a:endParaRPr>
          </a:p>
          <a:p>
            <a:pPr lvl="1" algn="just">
              <a:buFont typeface="Wingdings" panose="05000000000000000000" pitchFamily="2" charset="2"/>
              <a:buChar char="Ø"/>
            </a:pPr>
            <a:r>
              <a:rPr lang="en-US" altLang="en-US" sz="2000" dirty="0">
                <a:solidFill>
                  <a:schemeClr val="tx1"/>
                </a:solidFill>
                <a:latin typeface="Comic Sans MS" panose="030F0702030302020204" pitchFamily="66" charset="0"/>
              </a:rPr>
              <a:t>Primary memory has a limited storage capacity and can be volatile (RAM) or read-only (ROM) (ROM). </a:t>
            </a:r>
            <a:endParaRPr lang="en-US" altLang="en-US" sz="2000" dirty="0">
              <a:solidFill>
                <a:schemeClr val="tx1"/>
              </a:solidFill>
              <a:latin typeface="Comic Sans MS" panose="030F0702030302020204" pitchFamily="66" charset="0"/>
            </a:endParaRPr>
          </a:p>
          <a:p>
            <a:pPr lvl="1" algn="just">
              <a:buFont typeface="Wingdings" panose="05000000000000000000" pitchFamily="2" charset="2"/>
              <a:buChar char="Ø"/>
            </a:pPr>
            <a:endParaRPr lang="en-US" altLang="en-US" sz="2000" dirty="0">
              <a:solidFill>
                <a:schemeClr val="tx1"/>
              </a:solidFill>
              <a:latin typeface="Comic Sans MS" panose="030F0702030302020204" pitchFamily="66" charset="0"/>
            </a:endParaRPr>
          </a:p>
          <a:p>
            <a:pPr lvl="1" algn="just">
              <a:buFont typeface="Wingdings" panose="05000000000000000000" pitchFamily="2" charset="2"/>
              <a:buChar char="Ø"/>
            </a:pPr>
            <a:r>
              <a:rPr lang="en-US" altLang="en-US" sz="2000" dirty="0">
                <a:solidFill>
                  <a:schemeClr val="tx1"/>
                </a:solidFill>
                <a:latin typeface="Comic Sans MS" panose="030F0702030302020204" pitchFamily="66" charset="0"/>
              </a:rPr>
              <a:t>As a result, a computer system requires auxiliary or secondary memory to store data or instructions for future use. </a:t>
            </a:r>
            <a:endParaRPr lang="en-US" altLang="en-US" sz="2000" dirty="0">
              <a:solidFill>
                <a:schemeClr val="tx1"/>
              </a:solidFill>
              <a:latin typeface="Comic Sans MS" panose="030F0702030302020204" pitchFamily="66" charset="0"/>
            </a:endParaRPr>
          </a:p>
          <a:p>
            <a:pPr lvl="1" algn="just">
              <a:buFont typeface="Wingdings" panose="05000000000000000000" pitchFamily="2" charset="2"/>
              <a:buChar char="Ø"/>
            </a:pPr>
            <a:endParaRPr lang="en-US" altLang="en-US" sz="2000" dirty="0">
              <a:solidFill>
                <a:schemeClr val="tx1"/>
              </a:solidFill>
              <a:latin typeface="Comic Sans MS" panose="030F0702030302020204" pitchFamily="66" charset="0"/>
            </a:endParaRPr>
          </a:p>
          <a:p>
            <a:pPr lvl="1" algn="just">
              <a:buFont typeface="Wingdings" panose="05000000000000000000" pitchFamily="2" charset="2"/>
              <a:buChar char="Ø"/>
            </a:pPr>
            <a:r>
              <a:rPr lang="en-US" altLang="en-US" sz="2000" dirty="0">
                <a:solidFill>
                  <a:schemeClr val="tx1"/>
                </a:solidFill>
                <a:latin typeface="Comic Sans MS" panose="030F0702030302020204" pitchFamily="66" charset="0"/>
              </a:rPr>
              <a:t>Secondary memory is non-volatile and has a larger capacity than primary memory. </a:t>
            </a:r>
            <a:endParaRPr lang="en-US" altLang="en-US" sz="2000" dirty="0">
              <a:solidFill>
                <a:schemeClr val="tx1"/>
              </a:solidFill>
              <a:latin typeface="Comic Sans MS" panose="030F0702030302020204" pitchFamily="66" charset="0"/>
            </a:endParaRPr>
          </a:p>
          <a:p>
            <a:pPr lvl="1" algn="just">
              <a:buFont typeface="Wingdings" panose="05000000000000000000" pitchFamily="2" charset="2"/>
              <a:buChar char="Ø"/>
            </a:pPr>
            <a:endParaRPr lang="en-US" altLang="en-US" sz="2000" dirty="0">
              <a:solidFill>
                <a:schemeClr val="tx1"/>
              </a:solidFill>
              <a:latin typeface="Comic Sans MS" panose="030F0702030302020204" pitchFamily="66" charset="0"/>
            </a:endParaRPr>
          </a:p>
          <a:p>
            <a:pPr lvl="1" algn="just">
              <a:buFont typeface="Wingdings" panose="05000000000000000000" pitchFamily="2" charset="2"/>
              <a:buChar char="Ø"/>
            </a:pPr>
            <a:r>
              <a:rPr lang="en-US" altLang="en-US" sz="2000" dirty="0">
                <a:solidFill>
                  <a:schemeClr val="tx1"/>
                </a:solidFill>
                <a:latin typeface="Comic Sans MS" panose="030F0702030302020204" pitchFamily="66" charset="0"/>
              </a:rPr>
              <a:t>It is slower and less expensive than main memory. However, the CPU cannot directly access it. </a:t>
            </a:r>
            <a:endParaRPr lang="en-US" altLang="en-US" sz="2000" dirty="0">
              <a:solidFill>
                <a:schemeClr val="tx1"/>
              </a:solidFill>
              <a:latin typeface="Comic Sans MS" panose="030F0702030302020204" pitchFamily="66" charset="0"/>
            </a:endParaRPr>
          </a:p>
          <a:p>
            <a:pPr lvl="1" algn="just">
              <a:buFont typeface="Wingdings" panose="05000000000000000000" pitchFamily="2" charset="2"/>
              <a:buChar char="Ø"/>
            </a:pPr>
            <a:endParaRPr lang="en-US" altLang="en-US" sz="2000" dirty="0">
              <a:solidFill>
                <a:schemeClr val="tx1"/>
              </a:solidFill>
              <a:latin typeface="Comic Sans MS" panose="030F0702030302020204" pitchFamily="66" charset="0"/>
            </a:endParaRPr>
          </a:p>
          <a:p>
            <a:pPr lvl="1" algn="just">
              <a:buFont typeface="Wingdings" panose="05000000000000000000" pitchFamily="2" charset="2"/>
              <a:buChar char="Ø"/>
            </a:pPr>
            <a:r>
              <a:rPr lang="en-US" altLang="en-US" sz="2000" dirty="0">
                <a:solidFill>
                  <a:schemeClr val="tx1"/>
                </a:solidFill>
                <a:latin typeface="Comic Sans MS" panose="030F0702030302020204" pitchFamily="66" charset="0"/>
              </a:rPr>
              <a:t>Secondary storage contents must first be brought into main memory for the CPU to access. Secondary memory devices include Hard Disk Drives (HDD), CD/DVDs, Memory Cards, and so on.</a:t>
            </a:r>
            <a:endParaRPr lang="en-US" altLang="en-US" sz="2000" dirty="0">
              <a:solidFill>
                <a:schemeClr val="tx1"/>
              </a:solidFill>
              <a:latin typeface="Comic Sans MS" panose="030F0702030302020204" pitchFamily="66" charset="0"/>
            </a:endParaRPr>
          </a:p>
        </p:txBody>
      </p:sp>
    </p:spTree>
  </p:cSld>
  <p:clrMapOvr>
    <a:masterClrMapping/>
  </p:clrMapOvr>
  <p:transition spd="med"/>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1"/>
          <p:cNvSpPr>
            <a:spLocks noGrp="1" noChangeArrowheads="1"/>
          </p:cNvSpPr>
          <p:nvPr>
            <p:ph type="title"/>
          </p:nvPr>
        </p:nvSpPr>
        <p:spPr>
          <a:xfrm>
            <a:off x="431800" y="107950"/>
            <a:ext cx="9070975" cy="792163"/>
          </a:xfrm>
        </p:spPr>
        <p:txBody>
          <a:bodyPr tIns="38880"/>
          <a:lstStyle/>
          <a:p>
            <a:pPr eaLnBrk="1">
              <a:buClrTx/>
              <a:buFontTx/>
              <a:buNone/>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r>
              <a:rPr lang="en-US" altLang="en-US" dirty="0">
                <a:latin typeface="Comic Sans MS" panose="030F0702030302020204" pitchFamily="66" charset="0"/>
              </a:rPr>
              <a:t>Foundational Concepts</a:t>
            </a:r>
            <a:endParaRPr lang="en-US" altLang="en-US" dirty="0">
              <a:latin typeface="Comic Sans MS" panose="030F0702030302020204" pitchFamily="66" charset="0"/>
            </a:endParaRPr>
          </a:p>
        </p:txBody>
      </p:sp>
      <p:sp>
        <p:nvSpPr>
          <p:cNvPr id="5123" name="TextBox 2"/>
          <p:cNvSpPr txBox="1">
            <a:spLocks noChangeArrowheads="1"/>
          </p:cNvSpPr>
          <p:nvPr/>
        </p:nvSpPr>
        <p:spPr bwMode="auto">
          <a:xfrm>
            <a:off x="647700" y="977404"/>
            <a:ext cx="9001124" cy="17543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285750" indent="-285750">
              <a:defRPr>
                <a:solidFill>
                  <a:schemeClr val="bg1"/>
                </a:solidFill>
                <a:latin typeface="Arial" panose="020B0604020202020204" pitchFamily="34" charset="0"/>
                <a:ea typeface="Microsoft YaHei" panose="020B0503020204020204" pitchFamily="34" charset="-122"/>
              </a:defRPr>
            </a:lvl1pPr>
            <a:lvl2pPr>
              <a:defRPr>
                <a:solidFill>
                  <a:schemeClr val="bg1"/>
                </a:solidFill>
                <a:latin typeface="Arial" panose="020B0604020202020204" pitchFamily="34" charset="0"/>
                <a:ea typeface="Microsoft YaHei" panose="020B0503020204020204" pitchFamily="34" charset="-122"/>
              </a:defRPr>
            </a:lvl2pPr>
            <a:lvl3pPr>
              <a:defRPr>
                <a:solidFill>
                  <a:schemeClr val="bg1"/>
                </a:solidFill>
                <a:latin typeface="Arial" panose="020B0604020202020204" pitchFamily="34" charset="0"/>
                <a:ea typeface="Microsoft YaHei" panose="020B0503020204020204" pitchFamily="34" charset="-122"/>
              </a:defRPr>
            </a:lvl3pPr>
            <a:lvl4pPr>
              <a:defRPr>
                <a:solidFill>
                  <a:schemeClr val="bg1"/>
                </a:solidFill>
                <a:latin typeface="Arial" panose="020B0604020202020204" pitchFamily="34" charset="0"/>
                <a:ea typeface="Microsoft YaHei" panose="020B0503020204020204" pitchFamily="34" charset="-122"/>
              </a:defRPr>
            </a:lvl4pPr>
            <a:lvl5pPr>
              <a:defRPr>
                <a:solidFill>
                  <a:schemeClr val="bg1"/>
                </a:solidFill>
                <a:latin typeface="Arial" panose="020B0604020202020204" pitchFamily="34" charset="0"/>
                <a:ea typeface="Microsoft YaHei" panose="020B0503020204020204" pitchFamily="34" charset="-122"/>
              </a:defRPr>
            </a:lvl5pPr>
            <a:lvl6pPr marL="2514600" indent="-228600" defTabSz="457200" eaLnBrk="0" fontAlgn="base" hangingPunct="0">
              <a:spcBef>
                <a:spcPct val="0"/>
              </a:spcBef>
              <a:spcAft>
                <a:spcPct val="0"/>
              </a:spcAft>
              <a:defRPr>
                <a:solidFill>
                  <a:schemeClr val="bg1"/>
                </a:solidFill>
                <a:latin typeface="Arial" panose="020B0604020202020204" pitchFamily="34" charset="0"/>
                <a:ea typeface="Microsoft YaHei" panose="020B0503020204020204" pitchFamily="34" charset="-122"/>
              </a:defRPr>
            </a:lvl6pPr>
            <a:lvl7pPr marL="2971800" indent="-228600" defTabSz="457200" eaLnBrk="0" fontAlgn="base" hangingPunct="0">
              <a:spcBef>
                <a:spcPct val="0"/>
              </a:spcBef>
              <a:spcAft>
                <a:spcPct val="0"/>
              </a:spcAft>
              <a:defRPr>
                <a:solidFill>
                  <a:schemeClr val="bg1"/>
                </a:solidFill>
                <a:latin typeface="Arial" panose="020B0604020202020204" pitchFamily="34" charset="0"/>
                <a:ea typeface="Microsoft YaHei" panose="020B0503020204020204" pitchFamily="34" charset="-122"/>
              </a:defRPr>
            </a:lvl7pPr>
            <a:lvl8pPr marL="3429000" indent="-228600" defTabSz="457200" eaLnBrk="0" fontAlgn="base" hangingPunct="0">
              <a:spcBef>
                <a:spcPct val="0"/>
              </a:spcBef>
              <a:spcAft>
                <a:spcPct val="0"/>
              </a:spcAft>
              <a:defRPr>
                <a:solidFill>
                  <a:schemeClr val="bg1"/>
                </a:solidFill>
                <a:latin typeface="Arial" panose="020B0604020202020204" pitchFamily="34" charset="0"/>
                <a:ea typeface="Microsoft YaHei" panose="020B0503020204020204" pitchFamily="34" charset="-122"/>
              </a:defRPr>
            </a:lvl8pPr>
            <a:lvl9pPr marL="3886200" indent="-228600" defTabSz="457200" eaLnBrk="0" fontAlgn="base" hangingPunct="0">
              <a:spcBef>
                <a:spcPct val="0"/>
              </a:spcBef>
              <a:spcAft>
                <a:spcPct val="0"/>
              </a:spcAft>
              <a:defRPr>
                <a:solidFill>
                  <a:schemeClr val="bg1"/>
                </a:solidFill>
                <a:latin typeface="Arial" panose="020B0604020202020204" pitchFamily="34" charset="0"/>
                <a:ea typeface="Microsoft YaHei" panose="020B0503020204020204" pitchFamily="34" charset="-122"/>
              </a:defRPr>
            </a:lvl9pPr>
          </a:lstStyle>
          <a:p>
            <a:pPr>
              <a:buFont typeface="Wingdings" panose="05000000000000000000" pitchFamily="2" charset="2"/>
              <a:buChar char="Ø"/>
            </a:pPr>
            <a:r>
              <a:rPr lang="en-US" altLang="en-US" sz="2400" dirty="0">
                <a:solidFill>
                  <a:schemeClr val="tx1"/>
                </a:solidFill>
                <a:latin typeface="Comic Sans MS" panose="030F0702030302020204" pitchFamily="66" charset="0"/>
              </a:rPr>
              <a:t>Secondary Memory</a:t>
            </a:r>
            <a:endParaRPr lang="en-US" altLang="en-US" sz="2400" dirty="0">
              <a:solidFill>
                <a:schemeClr val="tx1"/>
              </a:solidFill>
              <a:latin typeface="Comic Sans MS" panose="030F0702030302020204" pitchFamily="66" charset="0"/>
            </a:endParaRPr>
          </a:p>
          <a:p>
            <a:pPr marL="0" indent="0"/>
            <a:endParaRPr lang="en-US" altLang="en-US" sz="2400" dirty="0">
              <a:solidFill>
                <a:schemeClr val="tx1"/>
              </a:solidFill>
              <a:latin typeface="Comic Sans MS" panose="030F0702030302020204" pitchFamily="66" charset="0"/>
            </a:endParaRPr>
          </a:p>
          <a:p>
            <a:pPr lvl="1" algn="just">
              <a:buFont typeface="Wingdings" panose="05000000000000000000" pitchFamily="2" charset="2"/>
              <a:buChar char="Ø"/>
            </a:pPr>
            <a:r>
              <a:rPr lang="en-US" altLang="en-US" sz="2000" dirty="0">
                <a:solidFill>
                  <a:schemeClr val="tx1"/>
                </a:solidFill>
                <a:latin typeface="Comic Sans MS" panose="030F0702030302020204" pitchFamily="66" charset="0"/>
              </a:rPr>
              <a:t>However, secondary storage devices such as SSD now support very fast data transfer speeds when compared to earlier HDDs. </a:t>
            </a:r>
            <a:endParaRPr lang="en-US" altLang="en-US" sz="2000" dirty="0">
              <a:solidFill>
                <a:schemeClr val="tx1"/>
              </a:solidFill>
              <a:latin typeface="Comic Sans MS" panose="030F0702030302020204" pitchFamily="66" charset="0"/>
            </a:endParaRPr>
          </a:p>
          <a:p>
            <a:pPr lvl="1" algn="just">
              <a:buFont typeface="Wingdings" panose="05000000000000000000" pitchFamily="2" charset="2"/>
              <a:buChar char="Ø"/>
            </a:pPr>
            <a:endParaRPr lang="en-US" altLang="en-US" sz="2000" dirty="0">
              <a:solidFill>
                <a:schemeClr val="tx1"/>
              </a:solidFill>
              <a:latin typeface="Comic Sans MS" panose="030F0702030302020204" pitchFamily="66" charset="0"/>
            </a:endParaRPr>
          </a:p>
        </p:txBody>
      </p:sp>
    </p:spTree>
  </p:cSld>
  <p:clrMapOvr>
    <a:masterClrMapping/>
  </p:clrMapOvr>
  <p:transition spd="med"/>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1"/>
          <p:cNvSpPr>
            <a:spLocks noGrp="1" noChangeArrowheads="1"/>
          </p:cNvSpPr>
          <p:nvPr>
            <p:ph type="title"/>
          </p:nvPr>
        </p:nvSpPr>
        <p:spPr>
          <a:xfrm>
            <a:off x="431800" y="107950"/>
            <a:ext cx="9070975" cy="792163"/>
          </a:xfrm>
        </p:spPr>
        <p:txBody>
          <a:bodyPr tIns="38880"/>
          <a:lstStyle/>
          <a:p>
            <a:pPr eaLnBrk="1">
              <a:buClrTx/>
              <a:buFontTx/>
              <a:buNone/>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r>
              <a:rPr lang="en-US" altLang="en-US" dirty="0">
                <a:latin typeface="Comic Sans MS" panose="030F0702030302020204" pitchFamily="66" charset="0"/>
              </a:rPr>
              <a:t>Foundational Concepts</a:t>
            </a:r>
            <a:endParaRPr lang="en-US" altLang="en-US" dirty="0">
              <a:latin typeface="Comic Sans MS" panose="030F0702030302020204" pitchFamily="66" charset="0"/>
            </a:endParaRPr>
          </a:p>
        </p:txBody>
      </p:sp>
      <p:sp>
        <p:nvSpPr>
          <p:cNvPr id="5123" name="TextBox 2"/>
          <p:cNvSpPr txBox="1">
            <a:spLocks noChangeArrowheads="1"/>
          </p:cNvSpPr>
          <p:nvPr/>
        </p:nvSpPr>
        <p:spPr bwMode="auto">
          <a:xfrm>
            <a:off x="647700" y="977404"/>
            <a:ext cx="9001124" cy="26776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285750" indent="-285750">
              <a:defRPr>
                <a:solidFill>
                  <a:schemeClr val="bg1"/>
                </a:solidFill>
                <a:latin typeface="Arial" panose="020B0604020202020204" pitchFamily="34" charset="0"/>
                <a:ea typeface="Microsoft YaHei" panose="020B0503020204020204" pitchFamily="34" charset="-122"/>
              </a:defRPr>
            </a:lvl1pPr>
            <a:lvl2pPr>
              <a:defRPr>
                <a:solidFill>
                  <a:schemeClr val="bg1"/>
                </a:solidFill>
                <a:latin typeface="Arial" panose="020B0604020202020204" pitchFamily="34" charset="0"/>
                <a:ea typeface="Microsoft YaHei" panose="020B0503020204020204" pitchFamily="34" charset="-122"/>
              </a:defRPr>
            </a:lvl2pPr>
            <a:lvl3pPr>
              <a:defRPr>
                <a:solidFill>
                  <a:schemeClr val="bg1"/>
                </a:solidFill>
                <a:latin typeface="Arial" panose="020B0604020202020204" pitchFamily="34" charset="0"/>
                <a:ea typeface="Microsoft YaHei" panose="020B0503020204020204" pitchFamily="34" charset="-122"/>
              </a:defRPr>
            </a:lvl3pPr>
            <a:lvl4pPr>
              <a:defRPr>
                <a:solidFill>
                  <a:schemeClr val="bg1"/>
                </a:solidFill>
                <a:latin typeface="Arial" panose="020B0604020202020204" pitchFamily="34" charset="0"/>
                <a:ea typeface="Microsoft YaHei" panose="020B0503020204020204" pitchFamily="34" charset="-122"/>
              </a:defRPr>
            </a:lvl4pPr>
            <a:lvl5pPr>
              <a:defRPr>
                <a:solidFill>
                  <a:schemeClr val="bg1"/>
                </a:solidFill>
                <a:latin typeface="Arial" panose="020B0604020202020204" pitchFamily="34" charset="0"/>
                <a:ea typeface="Microsoft YaHei" panose="020B0503020204020204" pitchFamily="34" charset="-122"/>
              </a:defRPr>
            </a:lvl5pPr>
            <a:lvl6pPr marL="2514600" indent="-228600" defTabSz="457200" eaLnBrk="0" fontAlgn="base" hangingPunct="0">
              <a:spcBef>
                <a:spcPct val="0"/>
              </a:spcBef>
              <a:spcAft>
                <a:spcPct val="0"/>
              </a:spcAft>
              <a:defRPr>
                <a:solidFill>
                  <a:schemeClr val="bg1"/>
                </a:solidFill>
                <a:latin typeface="Arial" panose="020B0604020202020204" pitchFamily="34" charset="0"/>
                <a:ea typeface="Microsoft YaHei" panose="020B0503020204020204" pitchFamily="34" charset="-122"/>
              </a:defRPr>
            </a:lvl6pPr>
            <a:lvl7pPr marL="2971800" indent="-228600" defTabSz="457200" eaLnBrk="0" fontAlgn="base" hangingPunct="0">
              <a:spcBef>
                <a:spcPct val="0"/>
              </a:spcBef>
              <a:spcAft>
                <a:spcPct val="0"/>
              </a:spcAft>
              <a:defRPr>
                <a:solidFill>
                  <a:schemeClr val="bg1"/>
                </a:solidFill>
                <a:latin typeface="Arial" panose="020B0604020202020204" pitchFamily="34" charset="0"/>
                <a:ea typeface="Microsoft YaHei" panose="020B0503020204020204" pitchFamily="34" charset="-122"/>
              </a:defRPr>
            </a:lvl7pPr>
            <a:lvl8pPr marL="3429000" indent="-228600" defTabSz="457200" eaLnBrk="0" fontAlgn="base" hangingPunct="0">
              <a:spcBef>
                <a:spcPct val="0"/>
              </a:spcBef>
              <a:spcAft>
                <a:spcPct val="0"/>
              </a:spcAft>
              <a:defRPr>
                <a:solidFill>
                  <a:schemeClr val="bg1"/>
                </a:solidFill>
                <a:latin typeface="Arial" panose="020B0604020202020204" pitchFamily="34" charset="0"/>
                <a:ea typeface="Microsoft YaHei" panose="020B0503020204020204" pitchFamily="34" charset="-122"/>
              </a:defRPr>
            </a:lvl8pPr>
            <a:lvl9pPr marL="3886200" indent="-228600" defTabSz="457200" eaLnBrk="0" fontAlgn="base" hangingPunct="0">
              <a:spcBef>
                <a:spcPct val="0"/>
              </a:spcBef>
              <a:spcAft>
                <a:spcPct val="0"/>
              </a:spcAft>
              <a:defRPr>
                <a:solidFill>
                  <a:schemeClr val="bg1"/>
                </a:solidFill>
                <a:latin typeface="Arial" panose="020B0604020202020204" pitchFamily="34" charset="0"/>
                <a:ea typeface="Microsoft YaHei" panose="020B0503020204020204" pitchFamily="34" charset="-122"/>
              </a:defRPr>
            </a:lvl9pPr>
          </a:lstStyle>
          <a:p>
            <a:pPr>
              <a:buFont typeface="Wingdings" panose="05000000000000000000" pitchFamily="2" charset="2"/>
              <a:buChar char="Ø"/>
            </a:pPr>
            <a:r>
              <a:rPr lang="en-US" altLang="en-US" sz="2400" dirty="0">
                <a:solidFill>
                  <a:schemeClr val="tx1"/>
                </a:solidFill>
                <a:latin typeface="Comic Sans MS" panose="030F0702030302020204" pitchFamily="66" charset="0"/>
              </a:rPr>
              <a:t>Secondary Memory</a:t>
            </a:r>
            <a:endParaRPr lang="en-US" altLang="en-US" sz="2400" dirty="0">
              <a:solidFill>
                <a:schemeClr val="tx1"/>
              </a:solidFill>
              <a:latin typeface="Comic Sans MS" panose="030F0702030302020204" pitchFamily="66" charset="0"/>
            </a:endParaRPr>
          </a:p>
          <a:p>
            <a:pPr marL="0" indent="0"/>
            <a:endParaRPr lang="en-US" altLang="en-US" sz="2400" dirty="0">
              <a:solidFill>
                <a:schemeClr val="tx1"/>
              </a:solidFill>
              <a:latin typeface="Comic Sans MS" panose="030F0702030302020204" pitchFamily="66" charset="0"/>
            </a:endParaRPr>
          </a:p>
          <a:p>
            <a:pPr lvl="1" algn="just">
              <a:buFont typeface="Wingdings" panose="05000000000000000000" pitchFamily="2" charset="2"/>
              <a:buChar char="Ø"/>
            </a:pPr>
            <a:r>
              <a:rPr lang="en-US" altLang="en-US" sz="2000" dirty="0">
                <a:solidFill>
                  <a:schemeClr val="tx1"/>
                </a:solidFill>
                <a:latin typeface="Comic Sans MS" panose="030F0702030302020204" pitchFamily="66" charset="0"/>
              </a:rPr>
              <a:t>However, secondary storage devices such as SSD now support very fast data transfer speeds when compared to earlier HDDs. </a:t>
            </a:r>
            <a:endParaRPr lang="en-US" altLang="en-US" sz="2000" dirty="0">
              <a:solidFill>
                <a:schemeClr val="tx1"/>
              </a:solidFill>
              <a:latin typeface="Comic Sans MS" panose="030F0702030302020204" pitchFamily="66" charset="0"/>
            </a:endParaRPr>
          </a:p>
          <a:p>
            <a:pPr lvl="1" algn="just">
              <a:buFont typeface="Wingdings" panose="05000000000000000000" pitchFamily="2" charset="2"/>
              <a:buChar char="Ø"/>
            </a:pPr>
            <a:endParaRPr lang="en-US" altLang="en-US" sz="2000" dirty="0">
              <a:solidFill>
                <a:schemeClr val="tx1"/>
              </a:solidFill>
              <a:latin typeface="Comic Sans MS" panose="030F0702030302020204" pitchFamily="66" charset="0"/>
            </a:endParaRPr>
          </a:p>
          <a:p>
            <a:pPr lvl="1" algn="just">
              <a:buFont typeface="Wingdings" panose="05000000000000000000" pitchFamily="2" charset="2"/>
              <a:buChar char="Ø"/>
            </a:pPr>
            <a:r>
              <a:rPr lang="en-US" altLang="en-US" sz="2000" dirty="0">
                <a:solidFill>
                  <a:schemeClr val="tx1"/>
                </a:solidFill>
                <a:latin typeface="Comic Sans MS" panose="030F0702030302020204" pitchFamily="66" charset="0"/>
              </a:rPr>
              <a:t>Furthermore, the availability of small and portable flash or pen drives has made data transfer between computers easier and simpler.</a:t>
            </a:r>
            <a:endParaRPr lang="en-US" altLang="en-US" sz="2000" dirty="0">
              <a:solidFill>
                <a:schemeClr val="tx1"/>
              </a:solidFill>
              <a:latin typeface="Comic Sans MS" panose="030F0702030302020204" pitchFamily="66" charset="0"/>
            </a:endParaRPr>
          </a:p>
        </p:txBody>
      </p:sp>
    </p:spTree>
  </p:cSld>
  <p:clrMapOvr>
    <a:masterClrMapping/>
  </p:clrMapOvr>
  <p:transition spd="med"/>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1"/>
          <p:cNvSpPr>
            <a:spLocks noGrp="1" noChangeArrowheads="1"/>
          </p:cNvSpPr>
          <p:nvPr>
            <p:ph type="title"/>
          </p:nvPr>
        </p:nvSpPr>
        <p:spPr>
          <a:xfrm>
            <a:off x="431800" y="107950"/>
            <a:ext cx="9070975" cy="792163"/>
          </a:xfrm>
        </p:spPr>
        <p:txBody>
          <a:bodyPr tIns="38880"/>
          <a:lstStyle/>
          <a:p>
            <a:pPr eaLnBrk="1">
              <a:buClrTx/>
              <a:buFontTx/>
              <a:buNone/>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r>
              <a:rPr lang="en-US" altLang="en-US" dirty="0">
                <a:latin typeface="Comic Sans MS" panose="030F0702030302020204" pitchFamily="66" charset="0"/>
              </a:rPr>
              <a:t>Foundational Concepts</a:t>
            </a:r>
            <a:endParaRPr lang="en-US" altLang="en-US" dirty="0">
              <a:latin typeface="Comic Sans MS" panose="030F0702030302020204" pitchFamily="66" charset="0"/>
            </a:endParaRPr>
          </a:p>
        </p:txBody>
      </p:sp>
      <p:sp>
        <p:nvSpPr>
          <p:cNvPr id="5123" name="TextBox 2"/>
          <p:cNvSpPr txBox="1">
            <a:spLocks noChangeArrowheads="1"/>
          </p:cNvSpPr>
          <p:nvPr/>
        </p:nvSpPr>
        <p:spPr bwMode="auto">
          <a:xfrm>
            <a:off x="647700" y="977404"/>
            <a:ext cx="9001124" cy="20621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285750" indent="-285750">
              <a:defRPr>
                <a:solidFill>
                  <a:schemeClr val="bg1"/>
                </a:solidFill>
                <a:latin typeface="Arial" panose="020B0604020202020204" pitchFamily="34" charset="0"/>
                <a:ea typeface="Microsoft YaHei" panose="020B0503020204020204" pitchFamily="34" charset="-122"/>
              </a:defRPr>
            </a:lvl1pPr>
            <a:lvl2pPr>
              <a:defRPr>
                <a:solidFill>
                  <a:schemeClr val="bg1"/>
                </a:solidFill>
                <a:latin typeface="Arial" panose="020B0604020202020204" pitchFamily="34" charset="0"/>
                <a:ea typeface="Microsoft YaHei" panose="020B0503020204020204" pitchFamily="34" charset="-122"/>
              </a:defRPr>
            </a:lvl2pPr>
            <a:lvl3pPr>
              <a:defRPr>
                <a:solidFill>
                  <a:schemeClr val="bg1"/>
                </a:solidFill>
                <a:latin typeface="Arial" panose="020B0604020202020204" pitchFamily="34" charset="0"/>
                <a:ea typeface="Microsoft YaHei" panose="020B0503020204020204" pitchFamily="34" charset="-122"/>
              </a:defRPr>
            </a:lvl3pPr>
            <a:lvl4pPr>
              <a:defRPr>
                <a:solidFill>
                  <a:schemeClr val="bg1"/>
                </a:solidFill>
                <a:latin typeface="Arial" panose="020B0604020202020204" pitchFamily="34" charset="0"/>
                <a:ea typeface="Microsoft YaHei" panose="020B0503020204020204" pitchFamily="34" charset="-122"/>
              </a:defRPr>
            </a:lvl4pPr>
            <a:lvl5pPr>
              <a:defRPr>
                <a:solidFill>
                  <a:schemeClr val="bg1"/>
                </a:solidFill>
                <a:latin typeface="Arial" panose="020B0604020202020204" pitchFamily="34" charset="0"/>
                <a:ea typeface="Microsoft YaHei" panose="020B0503020204020204" pitchFamily="34" charset="-122"/>
              </a:defRPr>
            </a:lvl5pPr>
            <a:lvl6pPr marL="2514600" indent="-228600" defTabSz="457200" eaLnBrk="0" fontAlgn="base" hangingPunct="0">
              <a:spcBef>
                <a:spcPct val="0"/>
              </a:spcBef>
              <a:spcAft>
                <a:spcPct val="0"/>
              </a:spcAft>
              <a:defRPr>
                <a:solidFill>
                  <a:schemeClr val="bg1"/>
                </a:solidFill>
                <a:latin typeface="Arial" panose="020B0604020202020204" pitchFamily="34" charset="0"/>
                <a:ea typeface="Microsoft YaHei" panose="020B0503020204020204" pitchFamily="34" charset="-122"/>
              </a:defRPr>
            </a:lvl6pPr>
            <a:lvl7pPr marL="2971800" indent="-228600" defTabSz="457200" eaLnBrk="0" fontAlgn="base" hangingPunct="0">
              <a:spcBef>
                <a:spcPct val="0"/>
              </a:spcBef>
              <a:spcAft>
                <a:spcPct val="0"/>
              </a:spcAft>
              <a:defRPr>
                <a:solidFill>
                  <a:schemeClr val="bg1"/>
                </a:solidFill>
                <a:latin typeface="Arial" panose="020B0604020202020204" pitchFamily="34" charset="0"/>
                <a:ea typeface="Microsoft YaHei" panose="020B0503020204020204" pitchFamily="34" charset="-122"/>
              </a:defRPr>
            </a:lvl7pPr>
            <a:lvl8pPr marL="3429000" indent="-228600" defTabSz="457200" eaLnBrk="0" fontAlgn="base" hangingPunct="0">
              <a:spcBef>
                <a:spcPct val="0"/>
              </a:spcBef>
              <a:spcAft>
                <a:spcPct val="0"/>
              </a:spcAft>
              <a:defRPr>
                <a:solidFill>
                  <a:schemeClr val="bg1"/>
                </a:solidFill>
                <a:latin typeface="Arial" panose="020B0604020202020204" pitchFamily="34" charset="0"/>
                <a:ea typeface="Microsoft YaHei" panose="020B0503020204020204" pitchFamily="34" charset="-122"/>
              </a:defRPr>
            </a:lvl8pPr>
            <a:lvl9pPr marL="3886200" indent="-228600" defTabSz="457200" eaLnBrk="0" fontAlgn="base" hangingPunct="0">
              <a:spcBef>
                <a:spcPct val="0"/>
              </a:spcBef>
              <a:spcAft>
                <a:spcPct val="0"/>
              </a:spcAft>
              <a:defRPr>
                <a:solidFill>
                  <a:schemeClr val="bg1"/>
                </a:solidFill>
                <a:latin typeface="Arial" panose="020B0604020202020204" pitchFamily="34" charset="0"/>
                <a:ea typeface="Microsoft YaHei" panose="020B0503020204020204" pitchFamily="34" charset="-122"/>
              </a:defRPr>
            </a:lvl9pPr>
          </a:lstStyle>
          <a:p>
            <a:pPr>
              <a:buFont typeface="Wingdings" panose="05000000000000000000" pitchFamily="2" charset="2"/>
              <a:buChar char="Ø"/>
            </a:pPr>
            <a:r>
              <a:rPr lang="en-US" altLang="en-US" sz="2400" dirty="0">
                <a:solidFill>
                  <a:schemeClr val="tx1"/>
                </a:solidFill>
                <a:latin typeface="Comic Sans MS" panose="030F0702030302020204" pitchFamily="66" charset="0"/>
              </a:rPr>
              <a:t> Problem Formulation</a:t>
            </a:r>
            <a:endParaRPr lang="en-US" altLang="en-US" sz="2400" dirty="0">
              <a:solidFill>
                <a:schemeClr val="tx1"/>
              </a:solidFill>
              <a:latin typeface="Comic Sans MS" panose="030F0702030302020204" pitchFamily="66" charset="0"/>
            </a:endParaRPr>
          </a:p>
          <a:p>
            <a:pPr marL="0" indent="0"/>
            <a:endParaRPr lang="en-US" altLang="en-US" sz="2400" dirty="0">
              <a:solidFill>
                <a:schemeClr val="tx1"/>
              </a:solidFill>
              <a:latin typeface="Comic Sans MS" panose="030F0702030302020204" pitchFamily="66" charset="0"/>
            </a:endParaRPr>
          </a:p>
          <a:p>
            <a:pPr lvl="1" algn="just">
              <a:buFont typeface="Wingdings" panose="05000000000000000000" pitchFamily="2" charset="2"/>
              <a:buChar char="Ø"/>
            </a:pPr>
            <a:r>
              <a:rPr lang="en-US" altLang="en-US" sz="2000" dirty="0">
                <a:solidFill>
                  <a:schemeClr val="tx1"/>
                </a:solidFill>
                <a:latin typeface="Comic Sans MS" panose="030F0702030302020204" pitchFamily="66" charset="0"/>
              </a:rPr>
              <a:t>The process of defining the scope of a problem, formulating one or more specific questions about it, and establishing the assessment methods required to address the questions is known as problem formulation.</a:t>
            </a:r>
            <a:endParaRPr lang="en-US" altLang="en-US" sz="2000" dirty="0">
              <a:solidFill>
                <a:schemeClr val="tx1"/>
              </a:solidFill>
              <a:latin typeface="Comic Sans MS" panose="030F0702030302020204" pitchFamily="66" charset="0"/>
            </a:endParaRPr>
          </a:p>
        </p:txBody>
      </p:sp>
      <p:sp>
        <p:nvSpPr>
          <p:cNvPr id="4" name="TextBox 2"/>
          <p:cNvSpPr txBox="1">
            <a:spLocks noChangeArrowheads="1"/>
          </p:cNvSpPr>
          <p:nvPr/>
        </p:nvSpPr>
        <p:spPr bwMode="auto">
          <a:xfrm>
            <a:off x="501651" y="6980127"/>
            <a:ext cx="9001124"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285750" indent="-285750">
              <a:defRPr>
                <a:solidFill>
                  <a:schemeClr val="bg1"/>
                </a:solidFill>
                <a:latin typeface="Arial" panose="020B0604020202020204" pitchFamily="34" charset="0"/>
                <a:ea typeface="Microsoft YaHei" panose="020B0503020204020204" pitchFamily="34" charset="-122"/>
              </a:defRPr>
            </a:lvl1pPr>
            <a:lvl2pPr>
              <a:defRPr>
                <a:solidFill>
                  <a:schemeClr val="bg1"/>
                </a:solidFill>
                <a:latin typeface="Arial" panose="020B0604020202020204" pitchFamily="34" charset="0"/>
                <a:ea typeface="Microsoft YaHei" panose="020B0503020204020204" pitchFamily="34" charset="-122"/>
              </a:defRPr>
            </a:lvl2pPr>
            <a:lvl3pPr>
              <a:defRPr>
                <a:solidFill>
                  <a:schemeClr val="bg1"/>
                </a:solidFill>
                <a:latin typeface="Arial" panose="020B0604020202020204" pitchFamily="34" charset="0"/>
                <a:ea typeface="Microsoft YaHei" panose="020B0503020204020204" pitchFamily="34" charset="-122"/>
              </a:defRPr>
            </a:lvl3pPr>
            <a:lvl4pPr>
              <a:defRPr>
                <a:solidFill>
                  <a:schemeClr val="bg1"/>
                </a:solidFill>
                <a:latin typeface="Arial" panose="020B0604020202020204" pitchFamily="34" charset="0"/>
                <a:ea typeface="Microsoft YaHei" panose="020B0503020204020204" pitchFamily="34" charset="-122"/>
              </a:defRPr>
            </a:lvl4pPr>
            <a:lvl5pPr>
              <a:defRPr>
                <a:solidFill>
                  <a:schemeClr val="bg1"/>
                </a:solidFill>
                <a:latin typeface="Arial" panose="020B0604020202020204" pitchFamily="34" charset="0"/>
                <a:ea typeface="Microsoft YaHei" panose="020B0503020204020204" pitchFamily="34" charset="-122"/>
              </a:defRPr>
            </a:lvl5pPr>
            <a:lvl6pPr marL="2514600" indent="-228600" defTabSz="457200" eaLnBrk="0" fontAlgn="base" hangingPunct="0">
              <a:spcBef>
                <a:spcPct val="0"/>
              </a:spcBef>
              <a:spcAft>
                <a:spcPct val="0"/>
              </a:spcAft>
              <a:defRPr>
                <a:solidFill>
                  <a:schemeClr val="bg1"/>
                </a:solidFill>
                <a:latin typeface="Arial" panose="020B0604020202020204" pitchFamily="34" charset="0"/>
                <a:ea typeface="Microsoft YaHei" panose="020B0503020204020204" pitchFamily="34" charset="-122"/>
              </a:defRPr>
            </a:lvl6pPr>
            <a:lvl7pPr marL="2971800" indent="-228600" defTabSz="457200" eaLnBrk="0" fontAlgn="base" hangingPunct="0">
              <a:spcBef>
                <a:spcPct val="0"/>
              </a:spcBef>
              <a:spcAft>
                <a:spcPct val="0"/>
              </a:spcAft>
              <a:defRPr>
                <a:solidFill>
                  <a:schemeClr val="bg1"/>
                </a:solidFill>
                <a:latin typeface="Arial" panose="020B0604020202020204" pitchFamily="34" charset="0"/>
                <a:ea typeface="Microsoft YaHei" panose="020B0503020204020204" pitchFamily="34" charset="-122"/>
              </a:defRPr>
            </a:lvl7pPr>
            <a:lvl8pPr marL="3429000" indent="-228600" defTabSz="457200" eaLnBrk="0" fontAlgn="base" hangingPunct="0">
              <a:spcBef>
                <a:spcPct val="0"/>
              </a:spcBef>
              <a:spcAft>
                <a:spcPct val="0"/>
              </a:spcAft>
              <a:defRPr>
                <a:solidFill>
                  <a:schemeClr val="bg1"/>
                </a:solidFill>
                <a:latin typeface="Arial" panose="020B0604020202020204" pitchFamily="34" charset="0"/>
                <a:ea typeface="Microsoft YaHei" panose="020B0503020204020204" pitchFamily="34" charset="-122"/>
              </a:defRPr>
            </a:lvl8pPr>
            <a:lvl9pPr marL="3886200" indent="-228600" defTabSz="457200" eaLnBrk="0" fontAlgn="base" hangingPunct="0">
              <a:spcBef>
                <a:spcPct val="0"/>
              </a:spcBef>
              <a:spcAft>
                <a:spcPct val="0"/>
              </a:spcAft>
              <a:defRPr>
                <a:solidFill>
                  <a:schemeClr val="bg1"/>
                </a:solidFill>
                <a:latin typeface="Arial" panose="020B0604020202020204" pitchFamily="34" charset="0"/>
                <a:ea typeface="Microsoft YaHei" panose="020B0503020204020204" pitchFamily="34" charset="-122"/>
              </a:defRPr>
            </a:lvl9pPr>
          </a:lstStyle>
          <a:p>
            <a:pPr marL="457200" lvl="1" indent="0" algn="just"/>
            <a:r>
              <a:rPr lang="en-US" altLang="en-US" sz="2000">
                <a:solidFill>
                  <a:schemeClr val="tx1"/>
                </a:solidFill>
                <a:latin typeface="Comic Sans MS" panose="030F0702030302020204" pitchFamily="66" charset="0"/>
              </a:rPr>
              <a:t>https://www.ncbi.nlm.nih.gov/books/NBK552813/</a:t>
            </a:r>
            <a:endParaRPr lang="en-US" altLang="en-US" sz="2000" dirty="0">
              <a:solidFill>
                <a:schemeClr val="tx1"/>
              </a:solidFill>
              <a:latin typeface="Comic Sans MS" panose="030F0702030302020204" pitchFamily="66" charset="0"/>
            </a:endParaRPr>
          </a:p>
        </p:txBody>
      </p:sp>
    </p:spTree>
  </p:cSld>
  <p:clrMapOvr>
    <a:masterClrMapping/>
  </p:clrMapOvr>
  <p:transition spd="med"/>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1"/>
          <p:cNvSpPr>
            <a:spLocks noGrp="1" noChangeArrowheads="1"/>
          </p:cNvSpPr>
          <p:nvPr>
            <p:ph type="title"/>
          </p:nvPr>
        </p:nvSpPr>
        <p:spPr>
          <a:xfrm>
            <a:off x="431800" y="107950"/>
            <a:ext cx="9070975" cy="792163"/>
          </a:xfrm>
        </p:spPr>
        <p:txBody>
          <a:bodyPr tIns="38880"/>
          <a:lstStyle/>
          <a:p>
            <a:pPr eaLnBrk="1">
              <a:buClrTx/>
              <a:buFontTx/>
              <a:buNone/>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r>
              <a:rPr lang="en-US" altLang="en-US" dirty="0">
                <a:latin typeface="Comic Sans MS" panose="030F0702030302020204" pitchFamily="66" charset="0"/>
              </a:rPr>
              <a:t>Foundational Concepts</a:t>
            </a:r>
            <a:endParaRPr lang="en-US" altLang="en-US" dirty="0">
              <a:latin typeface="Comic Sans MS" panose="030F0702030302020204" pitchFamily="66" charset="0"/>
            </a:endParaRPr>
          </a:p>
        </p:txBody>
      </p:sp>
      <p:sp>
        <p:nvSpPr>
          <p:cNvPr id="5123" name="TextBox 2"/>
          <p:cNvSpPr txBox="1">
            <a:spLocks noChangeArrowheads="1"/>
          </p:cNvSpPr>
          <p:nvPr/>
        </p:nvSpPr>
        <p:spPr bwMode="auto">
          <a:xfrm>
            <a:off x="647700" y="977404"/>
            <a:ext cx="9001124"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285750" indent="-285750">
              <a:defRPr>
                <a:solidFill>
                  <a:schemeClr val="bg1"/>
                </a:solidFill>
                <a:latin typeface="Arial" panose="020B0604020202020204" pitchFamily="34" charset="0"/>
                <a:ea typeface="Microsoft YaHei" panose="020B0503020204020204" pitchFamily="34" charset="-122"/>
              </a:defRPr>
            </a:lvl1pPr>
            <a:lvl2pPr>
              <a:defRPr>
                <a:solidFill>
                  <a:schemeClr val="bg1"/>
                </a:solidFill>
                <a:latin typeface="Arial" panose="020B0604020202020204" pitchFamily="34" charset="0"/>
                <a:ea typeface="Microsoft YaHei" panose="020B0503020204020204" pitchFamily="34" charset="-122"/>
              </a:defRPr>
            </a:lvl2pPr>
            <a:lvl3pPr>
              <a:defRPr>
                <a:solidFill>
                  <a:schemeClr val="bg1"/>
                </a:solidFill>
                <a:latin typeface="Arial" panose="020B0604020202020204" pitchFamily="34" charset="0"/>
                <a:ea typeface="Microsoft YaHei" panose="020B0503020204020204" pitchFamily="34" charset="-122"/>
              </a:defRPr>
            </a:lvl3pPr>
            <a:lvl4pPr>
              <a:defRPr>
                <a:solidFill>
                  <a:schemeClr val="bg1"/>
                </a:solidFill>
                <a:latin typeface="Arial" panose="020B0604020202020204" pitchFamily="34" charset="0"/>
                <a:ea typeface="Microsoft YaHei" panose="020B0503020204020204" pitchFamily="34" charset="-122"/>
              </a:defRPr>
            </a:lvl4pPr>
            <a:lvl5pPr>
              <a:defRPr>
                <a:solidFill>
                  <a:schemeClr val="bg1"/>
                </a:solidFill>
                <a:latin typeface="Arial" panose="020B0604020202020204" pitchFamily="34" charset="0"/>
                <a:ea typeface="Microsoft YaHei" panose="020B0503020204020204" pitchFamily="34" charset="-122"/>
              </a:defRPr>
            </a:lvl5pPr>
            <a:lvl6pPr marL="2514600" indent="-228600" defTabSz="457200" eaLnBrk="0" fontAlgn="base" hangingPunct="0">
              <a:spcBef>
                <a:spcPct val="0"/>
              </a:spcBef>
              <a:spcAft>
                <a:spcPct val="0"/>
              </a:spcAft>
              <a:defRPr>
                <a:solidFill>
                  <a:schemeClr val="bg1"/>
                </a:solidFill>
                <a:latin typeface="Arial" panose="020B0604020202020204" pitchFamily="34" charset="0"/>
                <a:ea typeface="Microsoft YaHei" panose="020B0503020204020204" pitchFamily="34" charset="-122"/>
              </a:defRPr>
            </a:lvl6pPr>
            <a:lvl7pPr marL="2971800" indent="-228600" defTabSz="457200" eaLnBrk="0" fontAlgn="base" hangingPunct="0">
              <a:spcBef>
                <a:spcPct val="0"/>
              </a:spcBef>
              <a:spcAft>
                <a:spcPct val="0"/>
              </a:spcAft>
              <a:defRPr>
                <a:solidFill>
                  <a:schemeClr val="bg1"/>
                </a:solidFill>
                <a:latin typeface="Arial" panose="020B0604020202020204" pitchFamily="34" charset="0"/>
                <a:ea typeface="Microsoft YaHei" panose="020B0503020204020204" pitchFamily="34" charset="-122"/>
              </a:defRPr>
            </a:lvl7pPr>
            <a:lvl8pPr marL="3429000" indent="-228600" defTabSz="457200" eaLnBrk="0" fontAlgn="base" hangingPunct="0">
              <a:spcBef>
                <a:spcPct val="0"/>
              </a:spcBef>
              <a:spcAft>
                <a:spcPct val="0"/>
              </a:spcAft>
              <a:defRPr>
                <a:solidFill>
                  <a:schemeClr val="bg1"/>
                </a:solidFill>
                <a:latin typeface="Arial" panose="020B0604020202020204" pitchFamily="34" charset="0"/>
                <a:ea typeface="Microsoft YaHei" panose="020B0503020204020204" pitchFamily="34" charset="-122"/>
              </a:defRPr>
            </a:lvl8pPr>
            <a:lvl9pPr marL="3886200" indent="-228600" defTabSz="457200" eaLnBrk="0" fontAlgn="base" hangingPunct="0">
              <a:spcBef>
                <a:spcPct val="0"/>
              </a:spcBef>
              <a:spcAft>
                <a:spcPct val="0"/>
              </a:spcAft>
              <a:defRPr>
                <a:solidFill>
                  <a:schemeClr val="bg1"/>
                </a:solidFill>
                <a:latin typeface="Arial" panose="020B0604020202020204" pitchFamily="34" charset="0"/>
                <a:ea typeface="Microsoft YaHei" panose="020B0503020204020204" pitchFamily="34" charset="-122"/>
              </a:defRPr>
            </a:lvl9pPr>
          </a:lstStyle>
          <a:p>
            <a:pPr>
              <a:buFont typeface="Wingdings" panose="05000000000000000000" pitchFamily="2" charset="2"/>
              <a:buChar char="Ø"/>
            </a:pPr>
            <a:r>
              <a:rPr lang="en-US" altLang="en-US" sz="2400" dirty="0">
                <a:solidFill>
                  <a:schemeClr val="tx1"/>
                </a:solidFill>
                <a:latin typeface="Comic Sans MS" panose="030F0702030302020204" pitchFamily="66" charset="0"/>
              </a:rPr>
              <a:t> Problem Solving</a:t>
            </a:r>
            <a:endParaRPr lang="en-US" altLang="en-US" sz="2400" dirty="0">
              <a:solidFill>
                <a:schemeClr val="tx1"/>
              </a:solidFill>
              <a:latin typeface="Comic Sans MS" panose="030F0702030302020204" pitchFamily="66" charset="0"/>
            </a:endParaRPr>
          </a:p>
        </p:txBody>
      </p:sp>
      <p:pic>
        <p:nvPicPr>
          <p:cNvPr id="3" name="Picture 2"/>
          <p:cNvPicPr>
            <a:picLocks noChangeAspect="1"/>
          </p:cNvPicPr>
          <p:nvPr/>
        </p:nvPicPr>
        <p:blipFill>
          <a:blip r:embed="rId1"/>
          <a:stretch>
            <a:fillRect/>
          </a:stretch>
        </p:blipFill>
        <p:spPr>
          <a:xfrm>
            <a:off x="2649537" y="1465262"/>
            <a:ext cx="4781550" cy="4629150"/>
          </a:xfrm>
          <a:prstGeom prst="rect">
            <a:avLst/>
          </a:prstGeom>
        </p:spPr>
      </p:pic>
    </p:spTree>
  </p:cSld>
  <p:clrMapOvr>
    <a:masterClrMapping/>
  </p:clrMapOvr>
  <p:transition spd="med"/>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1"/>
          <p:cNvSpPr>
            <a:spLocks noGrp="1" noChangeArrowheads="1"/>
          </p:cNvSpPr>
          <p:nvPr>
            <p:ph type="title"/>
          </p:nvPr>
        </p:nvSpPr>
        <p:spPr>
          <a:xfrm>
            <a:off x="431800" y="107950"/>
            <a:ext cx="9070975" cy="792163"/>
          </a:xfrm>
        </p:spPr>
        <p:txBody>
          <a:bodyPr tIns="38880"/>
          <a:lstStyle/>
          <a:p>
            <a:pPr eaLnBrk="1">
              <a:buClrTx/>
              <a:buFontTx/>
              <a:buNone/>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r>
              <a:rPr lang="en-US" altLang="en-US" dirty="0">
                <a:latin typeface="Comic Sans MS" panose="030F0702030302020204" pitchFamily="66" charset="0"/>
              </a:rPr>
              <a:t>Foundational Concepts</a:t>
            </a:r>
            <a:endParaRPr lang="en-US" altLang="en-US" dirty="0">
              <a:latin typeface="Comic Sans MS" panose="030F0702030302020204" pitchFamily="66" charset="0"/>
            </a:endParaRPr>
          </a:p>
        </p:txBody>
      </p:sp>
      <p:sp>
        <p:nvSpPr>
          <p:cNvPr id="5123" name="TextBox 2"/>
          <p:cNvSpPr txBox="1">
            <a:spLocks noChangeArrowheads="1"/>
          </p:cNvSpPr>
          <p:nvPr/>
        </p:nvSpPr>
        <p:spPr bwMode="auto">
          <a:xfrm>
            <a:off x="647824" y="900113"/>
            <a:ext cx="9001124" cy="169277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285750" indent="-285750">
              <a:defRPr>
                <a:solidFill>
                  <a:schemeClr val="bg1"/>
                </a:solidFill>
                <a:latin typeface="Arial" panose="020B0604020202020204" pitchFamily="34" charset="0"/>
                <a:ea typeface="Microsoft YaHei" panose="020B0503020204020204" pitchFamily="34" charset="-122"/>
              </a:defRPr>
            </a:lvl1pPr>
            <a:lvl2pPr>
              <a:defRPr>
                <a:solidFill>
                  <a:schemeClr val="bg1"/>
                </a:solidFill>
                <a:latin typeface="Arial" panose="020B0604020202020204" pitchFamily="34" charset="0"/>
                <a:ea typeface="Microsoft YaHei" panose="020B0503020204020204" pitchFamily="34" charset="-122"/>
              </a:defRPr>
            </a:lvl2pPr>
            <a:lvl3pPr>
              <a:defRPr>
                <a:solidFill>
                  <a:schemeClr val="bg1"/>
                </a:solidFill>
                <a:latin typeface="Arial" panose="020B0604020202020204" pitchFamily="34" charset="0"/>
                <a:ea typeface="Microsoft YaHei" panose="020B0503020204020204" pitchFamily="34" charset="-122"/>
              </a:defRPr>
            </a:lvl3pPr>
            <a:lvl4pPr>
              <a:defRPr>
                <a:solidFill>
                  <a:schemeClr val="bg1"/>
                </a:solidFill>
                <a:latin typeface="Arial" panose="020B0604020202020204" pitchFamily="34" charset="0"/>
                <a:ea typeface="Microsoft YaHei" panose="020B0503020204020204" pitchFamily="34" charset="-122"/>
              </a:defRPr>
            </a:lvl4pPr>
            <a:lvl5pPr>
              <a:defRPr>
                <a:solidFill>
                  <a:schemeClr val="bg1"/>
                </a:solidFill>
                <a:latin typeface="Arial" panose="020B0604020202020204" pitchFamily="34" charset="0"/>
                <a:ea typeface="Microsoft YaHei" panose="020B0503020204020204" pitchFamily="34" charset="-122"/>
              </a:defRPr>
            </a:lvl5pPr>
            <a:lvl6pPr marL="2514600" indent="-228600" defTabSz="457200" eaLnBrk="0" fontAlgn="base" hangingPunct="0">
              <a:spcBef>
                <a:spcPct val="0"/>
              </a:spcBef>
              <a:spcAft>
                <a:spcPct val="0"/>
              </a:spcAft>
              <a:defRPr>
                <a:solidFill>
                  <a:schemeClr val="bg1"/>
                </a:solidFill>
                <a:latin typeface="Arial" panose="020B0604020202020204" pitchFamily="34" charset="0"/>
                <a:ea typeface="Microsoft YaHei" panose="020B0503020204020204" pitchFamily="34" charset="-122"/>
              </a:defRPr>
            </a:lvl6pPr>
            <a:lvl7pPr marL="2971800" indent="-228600" defTabSz="457200" eaLnBrk="0" fontAlgn="base" hangingPunct="0">
              <a:spcBef>
                <a:spcPct val="0"/>
              </a:spcBef>
              <a:spcAft>
                <a:spcPct val="0"/>
              </a:spcAft>
              <a:defRPr>
                <a:solidFill>
                  <a:schemeClr val="bg1"/>
                </a:solidFill>
                <a:latin typeface="Arial" panose="020B0604020202020204" pitchFamily="34" charset="0"/>
                <a:ea typeface="Microsoft YaHei" panose="020B0503020204020204" pitchFamily="34" charset="-122"/>
              </a:defRPr>
            </a:lvl7pPr>
            <a:lvl8pPr marL="3429000" indent="-228600" defTabSz="457200" eaLnBrk="0" fontAlgn="base" hangingPunct="0">
              <a:spcBef>
                <a:spcPct val="0"/>
              </a:spcBef>
              <a:spcAft>
                <a:spcPct val="0"/>
              </a:spcAft>
              <a:defRPr>
                <a:solidFill>
                  <a:schemeClr val="bg1"/>
                </a:solidFill>
                <a:latin typeface="Arial" panose="020B0604020202020204" pitchFamily="34" charset="0"/>
                <a:ea typeface="Microsoft YaHei" panose="020B0503020204020204" pitchFamily="34" charset="-122"/>
              </a:defRPr>
            </a:lvl8pPr>
            <a:lvl9pPr marL="3886200" indent="-228600" defTabSz="457200" eaLnBrk="0" fontAlgn="base" hangingPunct="0">
              <a:spcBef>
                <a:spcPct val="0"/>
              </a:spcBef>
              <a:spcAft>
                <a:spcPct val="0"/>
              </a:spcAft>
              <a:defRPr>
                <a:solidFill>
                  <a:schemeClr val="bg1"/>
                </a:solidFill>
                <a:latin typeface="Arial" panose="020B0604020202020204" pitchFamily="34" charset="0"/>
                <a:ea typeface="Microsoft YaHei" panose="020B0503020204020204" pitchFamily="34" charset="-122"/>
              </a:defRPr>
            </a:lvl9pPr>
          </a:lstStyle>
          <a:p>
            <a:pPr>
              <a:buFont typeface="Wingdings" panose="05000000000000000000" pitchFamily="2" charset="2"/>
              <a:buChar char="Ø"/>
            </a:pPr>
            <a:r>
              <a:rPr lang="en-US" altLang="en-US" sz="2400" dirty="0">
                <a:solidFill>
                  <a:schemeClr val="tx1"/>
                </a:solidFill>
                <a:latin typeface="Comic Sans MS" panose="030F0702030302020204" pitchFamily="66" charset="0"/>
              </a:rPr>
              <a:t> Problem Solving</a:t>
            </a:r>
            <a:endParaRPr lang="en-US" altLang="en-US" sz="2400" dirty="0">
              <a:solidFill>
                <a:schemeClr val="tx1"/>
              </a:solidFill>
              <a:latin typeface="Comic Sans MS" panose="030F0702030302020204" pitchFamily="66" charset="0"/>
            </a:endParaRPr>
          </a:p>
          <a:p>
            <a:pPr lvl="1">
              <a:buFont typeface="Wingdings" panose="05000000000000000000" pitchFamily="2" charset="2"/>
              <a:buChar char="Ø"/>
            </a:pPr>
            <a:r>
              <a:rPr lang="en-US" altLang="en-US" sz="2000" dirty="0">
                <a:solidFill>
                  <a:schemeClr val="tx1"/>
                </a:solidFill>
                <a:latin typeface="Comic Sans MS" panose="030F0702030302020204" pitchFamily="66" charset="0"/>
              </a:rPr>
              <a:t>Analyzing the problem</a:t>
            </a:r>
            <a:endParaRPr lang="en-US" altLang="en-US" sz="2000" dirty="0">
              <a:solidFill>
                <a:schemeClr val="tx1"/>
              </a:solidFill>
              <a:latin typeface="Comic Sans MS" panose="030F0702030302020204" pitchFamily="66" charset="0"/>
            </a:endParaRPr>
          </a:p>
          <a:p>
            <a:pPr lvl="2" algn="just">
              <a:buFont typeface="Wingdings" panose="05000000000000000000" pitchFamily="2" charset="2"/>
              <a:buChar char="Ø"/>
            </a:pPr>
            <a:r>
              <a:rPr lang="en-US" altLang="en-US" sz="2000" dirty="0">
                <a:solidFill>
                  <a:schemeClr val="tx1"/>
                </a:solidFill>
                <a:latin typeface="Comic Sans MS" panose="030F0702030302020204" pitchFamily="66" charset="0"/>
              </a:rPr>
              <a:t>It is critical to fully comprehend a problem before attempting to solve it. </a:t>
            </a:r>
            <a:endParaRPr lang="en-US" altLang="en-US" sz="2000" dirty="0">
              <a:solidFill>
                <a:schemeClr val="tx1"/>
              </a:solidFill>
              <a:latin typeface="Comic Sans MS" panose="030F0702030302020204" pitchFamily="66" charset="0"/>
            </a:endParaRPr>
          </a:p>
          <a:p>
            <a:pPr lvl="2" algn="just">
              <a:buFont typeface="Wingdings" panose="05000000000000000000" pitchFamily="2" charset="2"/>
              <a:buChar char="Ø"/>
            </a:pPr>
            <a:endParaRPr lang="en-US" altLang="en-US" sz="2000" dirty="0">
              <a:solidFill>
                <a:schemeClr val="tx1"/>
              </a:solidFill>
              <a:latin typeface="Comic Sans MS" panose="030F0702030302020204" pitchFamily="66" charset="0"/>
            </a:endParaRPr>
          </a:p>
        </p:txBody>
      </p:sp>
    </p:spTree>
  </p:cSld>
  <p:clrMapOvr>
    <a:masterClrMapping/>
  </p:clrMapOvr>
  <p:transition spd="med"/>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1"/>
          <p:cNvSpPr>
            <a:spLocks noGrp="1" noChangeArrowheads="1"/>
          </p:cNvSpPr>
          <p:nvPr>
            <p:ph type="title"/>
          </p:nvPr>
        </p:nvSpPr>
        <p:spPr>
          <a:xfrm>
            <a:off x="431800" y="107950"/>
            <a:ext cx="9070975" cy="792163"/>
          </a:xfrm>
        </p:spPr>
        <p:txBody>
          <a:bodyPr tIns="38880"/>
          <a:lstStyle/>
          <a:p>
            <a:pPr eaLnBrk="1">
              <a:buClrTx/>
              <a:buFontTx/>
              <a:buNone/>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r>
              <a:rPr lang="en-US" altLang="en-US" dirty="0">
                <a:latin typeface="Comic Sans MS" panose="030F0702030302020204" pitchFamily="66" charset="0"/>
              </a:rPr>
              <a:t>Foundational Concepts</a:t>
            </a:r>
            <a:endParaRPr lang="en-US" altLang="en-US" dirty="0">
              <a:latin typeface="Comic Sans MS" panose="030F0702030302020204" pitchFamily="66" charset="0"/>
            </a:endParaRPr>
          </a:p>
        </p:txBody>
      </p:sp>
      <p:sp>
        <p:nvSpPr>
          <p:cNvPr id="5123" name="TextBox 2"/>
          <p:cNvSpPr txBox="1">
            <a:spLocks noChangeArrowheads="1"/>
          </p:cNvSpPr>
          <p:nvPr/>
        </p:nvSpPr>
        <p:spPr bwMode="auto">
          <a:xfrm>
            <a:off x="647824" y="900113"/>
            <a:ext cx="9001124" cy="26161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285750" indent="-285750">
              <a:defRPr>
                <a:solidFill>
                  <a:schemeClr val="bg1"/>
                </a:solidFill>
                <a:latin typeface="Arial" panose="020B0604020202020204" pitchFamily="34" charset="0"/>
                <a:ea typeface="Microsoft YaHei" panose="020B0503020204020204" pitchFamily="34" charset="-122"/>
              </a:defRPr>
            </a:lvl1pPr>
            <a:lvl2pPr>
              <a:defRPr>
                <a:solidFill>
                  <a:schemeClr val="bg1"/>
                </a:solidFill>
                <a:latin typeface="Arial" panose="020B0604020202020204" pitchFamily="34" charset="0"/>
                <a:ea typeface="Microsoft YaHei" panose="020B0503020204020204" pitchFamily="34" charset="-122"/>
              </a:defRPr>
            </a:lvl2pPr>
            <a:lvl3pPr>
              <a:defRPr>
                <a:solidFill>
                  <a:schemeClr val="bg1"/>
                </a:solidFill>
                <a:latin typeface="Arial" panose="020B0604020202020204" pitchFamily="34" charset="0"/>
                <a:ea typeface="Microsoft YaHei" panose="020B0503020204020204" pitchFamily="34" charset="-122"/>
              </a:defRPr>
            </a:lvl3pPr>
            <a:lvl4pPr>
              <a:defRPr>
                <a:solidFill>
                  <a:schemeClr val="bg1"/>
                </a:solidFill>
                <a:latin typeface="Arial" panose="020B0604020202020204" pitchFamily="34" charset="0"/>
                <a:ea typeface="Microsoft YaHei" panose="020B0503020204020204" pitchFamily="34" charset="-122"/>
              </a:defRPr>
            </a:lvl4pPr>
            <a:lvl5pPr>
              <a:defRPr>
                <a:solidFill>
                  <a:schemeClr val="bg1"/>
                </a:solidFill>
                <a:latin typeface="Arial" panose="020B0604020202020204" pitchFamily="34" charset="0"/>
                <a:ea typeface="Microsoft YaHei" panose="020B0503020204020204" pitchFamily="34" charset="-122"/>
              </a:defRPr>
            </a:lvl5pPr>
            <a:lvl6pPr marL="2514600" indent="-228600" defTabSz="457200" eaLnBrk="0" fontAlgn="base" hangingPunct="0">
              <a:spcBef>
                <a:spcPct val="0"/>
              </a:spcBef>
              <a:spcAft>
                <a:spcPct val="0"/>
              </a:spcAft>
              <a:defRPr>
                <a:solidFill>
                  <a:schemeClr val="bg1"/>
                </a:solidFill>
                <a:latin typeface="Arial" panose="020B0604020202020204" pitchFamily="34" charset="0"/>
                <a:ea typeface="Microsoft YaHei" panose="020B0503020204020204" pitchFamily="34" charset="-122"/>
              </a:defRPr>
            </a:lvl6pPr>
            <a:lvl7pPr marL="2971800" indent="-228600" defTabSz="457200" eaLnBrk="0" fontAlgn="base" hangingPunct="0">
              <a:spcBef>
                <a:spcPct val="0"/>
              </a:spcBef>
              <a:spcAft>
                <a:spcPct val="0"/>
              </a:spcAft>
              <a:defRPr>
                <a:solidFill>
                  <a:schemeClr val="bg1"/>
                </a:solidFill>
                <a:latin typeface="Arial" panose="020B0604020202020204" pitchFamily="34" charset="0"/>
                <a:ea typeface="Microsoft YaHei" panose="020B0503020204020204" pitchFamily="34" charset="-122"/>
              </a:defRPr>
            </a:lvl7pPr>
            <a:lvl8pPr marL="3429000" indent="-228600" defTabSz="457200" eaLnBrk="0" fontAlgn="base" hangingPunct="0">
              <a:spcBef>
                <a:spcPct val="0"/>
              </a:spcBef>
              <a:spcAft>
                <a:spcPct val="0"/>
              </a:spcAft>
              <a:defRPr>
                <a:solidFill>
                  <a:schemeClr val="bg1"/>
                </a:solidFill>
                <a:latin typeface="Arial" panose="020B0604020202020204" pitchFamily="34" charset="0"/>
                <a:ea typeface="Microsoft YaHei" panose="020B0503020204020204" pitchFamily="34" charset="-122"/>
              </a:defRPr>
            </a:lvl8pPr>
            <a:lvl9pPr marL="3886200" indent="-228600" defTabSz="457200" eaLnBrk="0" fontAlgn="base" hangingPunct="0">
              <a:spcBef>
                <a:spcPct val="0"/>
              </a:spcBef>
              <a:spcAft>
                <a:spcPct val="0"/>
              </a:spcAft>
              <a:defRPr>
                <a:solidFill>
                  <a:schemeClr val="bg1"/>
                </a:solidFill>
                <a:latin typeface="Arial" panose="020B0604020202020204" pitchFamily="34" charset="0"/>
                <a:ea typeface="Microsoft YaHei" panose="020B0503020204020204" pitchFamily="34" charset="-122"/>
              </a:defRPr>
            </a:lvl9pPr>
          </a:lstStyle>
          <a:p>
            <a:pPr>
              <a:buFont typeface="Wingdings" panose="05000000000000000000" pitchFamily="2" charset="2"/>
              <a:buChar char="Ø"/>
            </a:pPr>
            <a:r>
              <a:rPr lang="en-US" altLang="en-US" sz="2400" dirty="0">
                <a:solidFill>
                  <a:schemeClr val="tx1"/>
                </a:solidFill>
                <a:latin typeface="Comic Sans MS" panose="030F0702030302020204" pitchFamily="66" charset="0"/>
              </a:rPr>
              <a:t> Problem Solving</a:t>
            </a:r>
            <a:endParaRPr lang="en-US" altLang="en-US" sz="2400" dirty="0">
              <a:solidFill>
                <a:schemeClr val="tx1"/>
              </a:solidFill>
              <a:latin typeface="Comic Sans MS" panose="030F0702030302020204" pitchFamily="66" charset="0"/>
            </a:endParaRPr>
          </a:p>
          <a:p>
            <a:pPr lvl="1">
              <a:buFont typeface="Wingdings" panose="05000000000000000000" pitchFamily="2" charset="2"/>
              <a:buChar char="Ø"/>
            </a:pPr>
            <a:r>
              <a:rPr lang="en-US" altLang="en-US" sz="2000" dirty="0">
                <a:solidFill>
                  <a:schemeClr val="tx1"/>
                </a:solidFill>
                <a:latin typeface="Comic Sans MS" panose="030F0702030302020204" pitchFamily="66" charset="0"/>
              </a:rPr>
              <a:t>Analyzing the problem</a:t>
            </a:r>
            <a:endParaRPr lang="en-US" altLang="en-US" sz="2000" dirty="0">
              <a:solidFill>
                <a:schemeClr val="tx1"/>
              </a:solidFill>
              <a:latin typeface="Comic Sans MS" panose="030F0702030302020204" pitchFamily="66" charset="0"/>
            </a:endParaRPr>
          </a:p>
          <a:p>
            <a:pPr lvl="2" algn="just">
              <a:buFont typeface="Wingdings" panose="05000000000000000000" pitchFamily="2" charset="2"/>
              <a:buChar char="Ø"/>
            </a:pPr>
            <a:r>
              <a:rPr lang="en-US" altLang="en-US" sz="2000" dirty="0">
                <a:solidFill>
                  <a:schemeClr val="tx1"/>
                </a:solidFill>
                <a:latin typeface="Comic Sans MS" panose="030F0702030302020204" pitchFamily="66" charset="0"/>
              </a:rPr>
              <a:t>It is critical to fully comprehend a problem before attempting to solve it. </a:t>
            </a:r>
            <a:endParaRPr lang="en-US" altLang="en-US" sz="2000" dirty="0">
              <a:solidFill>
                <a:schemeClr val="tx1"/>
              </a:solidFill>
              <a:latin typeface="Comic Sans MS" panose="030F0702030302020204" pitchFamily="66" charset="0"/>
            </a:endParaRPr>
          </a:p>
          <a:p>
            <a:pPr lvl="2" algn="just">
              <a:buFont typeface="Wingdings" panose="05000000000000000000" pitchFamily="2" charset="2"/>
              <a:buChar char="Ø"/>
            </a:pPr>
            <a:endParaRPr lang="en-US" altLang="en-US" sz="2000" dirty="0">
              <a:solidFill>
                <a:schemeClr val="tx1"/>
              </a:solidFill>
              <a:latin typeface="Comic Sans MS" panose="030F0702030302020204" pitchFamily="66" charset="0"/>
            </a:endParaRPr>
          </a:p>
          <a:p>
            <a:pPr lvl="2" algn="just">
              <a:buFont typeface="Wingdings" panose="05000000000000000000" pitchFamily="2" charset="2"/>
              <a:buChar char="Ø"/>
            </a:pPr>
            <a:r>
              <a:rPr lang="en-US" altLang="en-US" sz="2000" dirty="0">
                <a:solidFill>
                  <a:schemeClr val="tx1"/>
                </a:solidFill>
                <a:latin typeface="Comic Sans MS" panose="030F0702030302020204" pitchFamily="66" charset="0"/>
              </a:rPr>
              <a:t>If we are unclear about the problem to be solved, we may end up developing a program that does not achieve our goal. </a:t>
            </a:r>
            <a:endParaRPr lang="en-US" altLang="en-US" sz="2000" dirty="0">
              <a:solidFill>
                <a:schemeClr val="tx1"/>
              </a:solidFill>
              <a:latin typeface="Comic Sans MS" panose="030F0702030302020204" pitchFamily="66" charset="0"/>
            </a:endParaRPr>
          </a:p>
          <a:p>
            <a:pPr lvl="2" algn="just">
              <a:buFont typeface="Wingdings" panose="05000000000000000000" pitchFamily="2" charset="2"/>
              <a:buChar char="Ø"/>
            </a:pPr>
            <a:endParaRPr lang="en-US" altLang="en-US" sz="2000" dirty="0">
              <a:solidFill>
                <a:schemeClr val="tx1"/>
              </a:solidFill>
              <a:latin typeface="Comic Sans MS" panose="030F0702030302020204" pitchFamily="66" charset="0"/>
            </a:endParaRPr>
          </a:p>
        </p:txBody>
      </p:sp>
    </p:spTree>
  </p:cSld>
  <p:clrMapOvr>
    <a:masterClrMapping/>
  </p:clrMapOvr>
  <p:transition spd="med"/>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1"/>
          <p:cNvSpPr>
            <a:spLocks noGrp="1" noChangeArrowheads="1"/>
          </p:cNvSpPr>
          <p:nvPr>
            <p:ph type="title"/>
          </p:nvPr>
        </p:nvSpPr>
        <p:spPr>
          <a:xfrm>
            <a:off x="431800" y="107950"/>
            <a:ext cx="9070975" cy="792163"/>
          </a:xfrm>
        </p:spPr>
        <p:txBody>
          <a:bodyPr tIns="38880"/>
          <a:lstStyle/>
          <a:p>
            <a:pPr eaLnBrk="1">
              <a:buClrTx/>
              <a:buFontTx/>
              <a:buNone/>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r>
              <a:rPr lang="en-US" altLang="en-US" dirty="0">
                <a:latin typeface="Comic Sans MS" panose="030F0702030302020204" pitchFamily="66" charset="0"/>
              </a:rPr>
              <a:t>Foundational Concepts</a:t>
            </a:r>
            <a:endParaRPr lang="en-US" altLang="en-US" dirty="0">
              <a:latin typeface="Comic Sans MS" panose="030F0702030302020204" pitchFamily="66" charset="0"/>
            </a:endParaRPr>
          </a:p>
        </p:txBody>
      </p:sp>
      <p:sp>
        <p:nvSpPr>
          <p:cNvPr id="5123" name="TextBox 2"/>
          <p:cNvSpPr txBox="1">
            <a:spLocks noChangeArrowheads="1"/>
          </p:cNvSpPr>
          <p:nvPr/>
        </p:nvSpPr>
        <p:spPr bwMode="auto">
          <a:xfrm>
            <a:off x="647824" y="900113"/>
            <a:ext cx="9001124" cy="41549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285750" indent="-285750">
              <a:defRPr>
                <a:solidFill>
                  <a:schemeClr val="bg1"/>
                </a:solidFill>
                <a:latin typeface="Arial" panose="020B0604020202020204" pitchFamily="34" charset="0"/>
                <a:ea typeface="Microsoft YaHei" panose="020B0503020204020204" pitchFamily="34" charset="-122"/>
              </a:defRPr>
            </a:lvl1pPr>
            <a:lvl2pPr>
              <a:defRPr>
                <a:solidFill>
                  <a:schemeClr val="bg1"/>
                </a:solidFill>
                <a:latin typeface="Arial" panose="020B0604020202020204" pitchFamily="34" charset="0"/>
                <a:ea typeface="Microsoft YaHei" panose="020B0503020204020204" pitchFamily="34" charset="-122"/>
              </a:defRPr>
            </a:lvl2pPr>
            <a:lvl3pPr>
              <a:defRPr>
                <a:solidFill>
                  <a:schemeClr val="bg1"/>
                </a:solidFill>
                <a:latin typeface="Arial" panose="020B0604020202020204" pitchFamily="34" charset="0"/>
                <a:ea typeface="Microsoft YaHei" panose="020B0503020204020204" pitchFamily="34" charset="-122"/>
              </a:defRPr>
            </a:lvl3pPr>
            <a:lvl4pPr>
              <a:defRPr>
                <a:solidFill>
                  <a:schemeClr val="bg1"/>
                </a:solidFill>
                <a:latin typeface="Arial" panose="020B0604020202020204" pitchFamily="34" charset="0"/>
                <a:ea typeface="Microsoft YaHei" panose="020B0503020204020204" pitchFamily="34" charset="-122"/>
              </a:defRPr>
            </a:lvl4pPr>
            <a:lvl5pPr>
              <a:defRPr>
                <a:solidFill>
                  <a:schemeClr val="bg1"/>
                </a:solidFill>
                <a:latin typeface="Arial" panose="020B0604020202020204" pitchFamily="34" charset="0"/>
                <a:ea typeface="Microsoft YaHei" panose="020B0503020204020204" pitchFamily="34" charset="-122"/>
              </a:defRPr>
            </a:lvl5pPr>
            <a:lvl6pPr marL="2514600" indent="-228600" defTabSz="457200" eaLnBrk="0" fontAlgn="base" hangingPunct="0">
              <a:spcBef>
                <a:spcPct val="0"/>
              </a:spcBef>
              <a:spcAft>
                <a:spcPct val="0"/>
              </a:spcAft>
              <a:defRPr>
                <a:solidFill>
                  <a:schemeClr val="bg1"/>
                </a:solidFill>
                <a:latin typeface="Arial" panose="020B0604020202020204" pitchFamily="34" charset="0"/>
                <a:ea typeface="Microsoft YaHei" panose="020B0503020204020204" pitchFamily="34" charset="-122"/>
              </a:defRPr>
            </a:lvl6pPr>
            <a:lvl7pPr marL="2971800" indent="-228600" defTabSz="457200" eaLnBrk="0" fontAlgn="base" hangingPunct="0">
              <a:spcBef>
                <a:spcPct val="0"/>
              </a:spcBef>
              <a:spcAft>
                <a:spcPct val="0"/>
              </a:spcAft>
              <a:defRPr>
                <a:solidFill>
                  <a:schemeClr val="bg1"/>
                </a:solidFill>
                <a:latin typeface="Arial" panose="020B0604020202020204" pitchFamily="34" charset="0"/>
                <a:ea typeface="Microsoft YaHei" panose="020B0503020204020204" pitchFamily="34" charset="-122"/>
              </a:defRPr>
            </a:lvl7pPr>
            <a:lvl8pPr marL="3429000" indent="-228600" defTabSz="457200" eaLnBrk="0" fontAlgn="base" hangingPunct="0">
              <a:spcBef>
                <a:spcPct val="0"/>
              </a:spcBef>
              <a:spcAft>
                <a:spcPct val="0"/>
              </a:spcAft>
              <a:defRPr>
                <a:solidFill>
                  <a:schemeClr val="bg1"/>
                </a:solidFill>
                <a:latin typeface="Arial" panose="020B0604020202020204" pitchFamily="34" charset="0"/>
                <a:ea typeface="Microsoft YaHei" panose="020B0503020204020204" pitchFamily="34" charset="-122"/>
              </a:defRPr>
            </a:lvl8pPr>
            <a:lvl9pPr marL="3886200" indent="-228600" defTabSz="457200" eaLnBrk="0" fontAlgn="base" hangingPunct="0">
              <a:spcBef>
                <a:spcPct val="0"/>
              </a:spcBef>
              <a:spcAft>
                <a:spcPct val="0"/>
              </a:spcAft>
              <a:defRPr>
                <a:solidFill>
                  <a:schemeClr val="bg1"/>
                </a:solidFill>
                <a:latin typeface="Arial" panose="020B0604020202020204" pitchFamily="34" charset="0"/>
                <a:ea typeface="Microsoft YaHei" panose="020B0503020204020204" pitchFamily="34" charset="-122"/>
              </a:defRPr>
            </a:lvl9pPr>
          </a:lstStyle>
          <a:p>
            <a:pPr>
              <a:buFont typeface="Wingdings" panose="05000000000000000000" pitchFamily="2" charset="2"/>
              <a:buChar char="Ø"/>
            </a:pPr>
            <a:r>
              <a:rPr lang="en-US" altLang="en-US" sz="2400" dirty="0">
                <a:solidFill>
                  <a:schemeClr val="tx1"/>
                </a:solidFill>
                <a:latin typeface="Comic Sans MS" panose="030F0702030302020204" pitchFamily="66" charset="0"/>
              </a:rPr>
              <a:t> Problem Solving</a:t>
            </a:r>
            <a:endParaRPr lang="en-US" altLang="en-US" sz="2400" dirty="0">
              <a:solidFill>
                <a:schemeClr val="tx1"/>
              </a:solidFill>
              <a:latin typeface="Comic Sans MS" panose="030F0702030302020204" pitchFamily="66" charset="0"/>
            </a:endParaRPr>
          </a:p>
          <a:p>
            <a:pPr lvl="1">
              <a:buFont typeface="Wingdings" panose="05000000000000000000" pitchFamily="2" charset="2"/>
              <a:buChar char="Ø"/>
            </a:pPr>
            <a:r>
              <a:rPr lang="en-US" altLang="en-US" sz="2000" dirty="0">
                <a:solidFill>
                  <a:schemeClr val="tx1"/>
                </a:solidFill>
                <a:latin typeface="Comic Sans MS" panose="030F0702030302020204" pitchFamily="66" charset="0"/>
              </a:rPr>
              <a:t>Analyzing the problem</a:t>
            </a:r>
            <a:endParaRPr lang="en-US" altLang="en-US" sz="2000" dirty="0">
              <a:solidFill>
                <a:schemeClr val="tx1"/>
              </a:solidFill>
              <a:latin typeface="Comic Sans MS" panose="030F0702030302020204" pitchFamily="66" charset="0"/>
            </a:endParaRPr>
          </a:p>
          <a:p>
            <a:pPr lvl="2" algn="just">
              <a:buFont typeface="Wingdings" panose="05000000000000000000" pitchFamily="2" charset="2"/>
              <a:buChar char="Ø"/>
            </a:pPr>
            <a:r>
              <a:rPr lang="en-US" altLang="en-US" sz="2000" dirty="0">
                <a:solidFill>
                  <a:schemeClr val="tx1"/>
                </a:solidFill>
                <a:latin typeface="Comic Sans MS" panose="030F0702030302020204" pitchFamily="66" charset="0"/>
              </a:rPr>
              <a:t>It is critical to fully comprehend a problem before attempting to solve it. </a:t>
            </a:r>
            <a:endParaRPr lang="en-US" altLang="en-US" sz="2000" dirty="0">
              <a:solidFill>
                <a:schemeClr val="tx1"/>
              </a:solidFill>
              <a:latin typeface="Comic Sans MS" panose="030F0702030302020204" pitchFamily="66" charset="0"/>
            </a:endParaRPr>
          </a:p>
          <a:p>
            <a:pPr lvl="2" algn="just">
              <a:buFont typeface="Wingdings" panose="05000000000000000000" pitchFamily="2" charset="2"/>
              <a:buChar char="Ø"/>
            </a:pPr>
            <a:endParaRPr lang="en-US" altLang="en-US" sz="2000" dirty="0">
              <a:solidFill>
                <a:schemeClr val="tx1"/>
              </a:solidFill>
              <a:latin typeface="Comic Sans MS" panose="030F0702030302020204" pitchFamily="66" charset="0"/>
            </a:endParaRPr>
          </a:p>
          <a:p>
            <a:pPr lvl="2" algn="just">
              <a:buFont typeface="Wingdings" panose="05000000000000000000" pitchFamily="2" charset="2"/>
              <a:buChar char="Ø"/>
            </a:pPr>
            <a:r>
              <a:rPr lang="en-US" altLang="en-US" sz="2000" dirty="0">
                <a:solidFill>
                  <a:schemeClr val="tx1"/>
                </a:solidFill>
                <a:latin typeface="Comic Sans MS" panose="030F0702030302020204" pitchFamily="66" charset="0"/>
              </a:rPr>
              <a:t>If we are unclear about the problem to be solved, we may end up developing a program that does not achieve our goal. </a:t>
            </a:r>
            <a:endParaRPr lang="en-US" altLang="en-US" sz="2000" dirty="0">
              <a:solidFill>
                <a:schemeClr val="tx1"/>
              </a:solidFill>
              <a:latin typeface="Comic Sans MS" panose="030F0702030302020204" pitchFamily="66" charset="0"/>
            </a:endParaRPr>
          </a:p>
          <a:p>
            <a:pPr lvl="2" algn="just">
              <a:buFont typeface="Wingdings" panose="05000000000000000000" pitchFamily="2" charset="2"/>
              <a:buChar char="Ø"/>
            </a:pPr>
            <a:endParaRPr lang="en-US" altLang="en-US" sz="2000" dirty="0">
              <a:solidFill>
                <a:schemeClr val="tx1"/>
              </a:solidFill>
              <a:latin typeface="Comic Sans MS" panose="030F0702030302020204" pitchFamily="66" charset="0"/>
            </a:endParaRPr>
          </a:p>
          <a:p>
            <a:pPr lvl="2" algn="just">
              <a:buFont typeface="Wingdings" panose="05000000000000000000" pitchFamily="2" charset="2"/>
              <a:buChar char="Ø"/>
            </a:pPr>
            <a:r>
              <a:rPr lang="en-US" altLang="en-US" sz="2000" dirty="0">
                <a:solidFill>
                  <a:schemeClr val="tx1"/>
                </a:solidFill>
                <a:latin typeface="Comic Sans MS" panose="030F0702030302020204" pitchFamily="66" charset="0"/>
              </a:rPr>
              <a:t>As a result, we must carefully read and analyze the problem statement in order to identify the main components of the problem and determine the core functionalities that our solution should have. </a:t>
            </a:r>
            <a:endParaRPr lang="en-US" altLang="en-US" sz="2000" dirty="0">
              <a:solidFill>
                <a:schemeClr val="tx1"/>
              </a:solidFill>
              <a:latin typeface="Comic Sans MS" panose="030F0702030302020204" pitchFamily="66" charset="0"/>
            </a:endParaRPr>
          </a:p>
          <a:p>
            <a:pPr lvl="2" algn="just">
              <a:buFont typeface="Wingdings" panose="05000000000000000000" pitchFamily="2" charset="2"/>
              <a:buChar char="Ø"/>
            </a:pPr>
            <a:endParaRPr lang="en-US" altLang="en-US" sz="2000" dirty="0">
              <a:solidFill>
                <a:schemeClr val="tx1"/>
              </a:solidFill>
              <a:latin typeface="Comic Sans MS" panose="030F0702030302020204" pitchFamily="66" charset="0"/>
            </a:endParaRPr>
          </a:p>
        </p:txBody>
      </p:sp>
    </p:spTree>
  </p:cSld>
  <p:clrMapOvr>
    <a:masterClrMapping/>
  </p:clrMapOvr>
  <p:transition spd="med"/>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1"/>
          <p:cNvSpPr>
            <a:spLocks noGrp="1" noChangeArrowheads="1"/>
          </p:cNvSpPr>
          <p:nvPr>
            <p:ph type="title"/>
          </p:nvPr>
        </p:nvSpPr>
        <p:spPr>
          <a:xfrm>
            <a:off x="431800" y="107950"/>
            <a:ext cx="9070975" cy="792163"/>
          </a:xfrm>
        </p:spPr>
        <p:txBody>
          <a:bodyPr tIns="38880"/>
          <a:lstStyle/>
          <a:p>
            <a:pPr eaLnBrk="1">
              <a:buClrTx/>
              <a:buFontTx/>
              <a:buNone/>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r>
              <a:rPr lang="en-US" altLang="en-US" dirty="0">
                <a:latin typeface="Comic Sans MS" panose="030F0702030302020204" pitchFamily="66" charset="0"/>
              </a:rPr>
              <a:t>Foundational Concepts</a:t>
            </a:r>
            <a:endParaRPr lang="en-US" altLang="en-US" dirty="0">
              <a:latin typeface="Comic Sans MS" panose="030F0702030302020204" pitchFamily="66" charset="0"/>
            </a:endParaRPr>
          </a:p>
        </p:txBody>
      </p:sp>
      <p:sp>
        <p:nvSpPr>
          <p:cNvPr id="5123" name="TextBox 2"/>
          <p:cNvSpPr txBox="1">
            <a:spLocks noChangeArrowheads="1"/>
          </p:cNvSpPr>
          <p:nvPr/>
        </p:nvSpPr>
        <p:spPr bwMode="auto">
          <a:xfrm>
            <a:off x="647824" y="900113"/>
            <a:ext cx="9001124" cy="50783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285750" indent="-285750">
              <a:defRPr>
                <a:solidFill>
                  <a:schemeClr val="bg1"/>
                </a:solidFill>
                <a:latin typeface="Arial" panose="020B0604020202020204" pitchFamily="34" charset="0"/>
                <a:ea typeface="Microsoft YaHei" panose="020B0503020204020204" pitchFamily="34" charset="-122"/>
              </a:defRPr>
            </a:lvl1pPr>
            <a:lvl2pPr>
              <a:defRPr>
                <a:solidFill>
                  <a:schemeClr val="bg1"/>
                </a:solidFill>
                <a:latin typeface="Arial" panose="020B0604020202020204" pitchFamily="34" charset="0"/>
                <a:ea typeface="Microsoft YaHei" panose="020B0503020204020204" pitchFamily="34" charset="-122"/>
              </a:defRPr>
            </a:lvl2pPr>
            <a:lvl3pPr>
              <a:defRPr>
                <a:solidFill>
                  <a:schemeClr val="bg1"/>
                </a:solidFill>
                <a:latin typeface="Arial" panose="020B0604020202020204" pitchFamily="34" charset="0"/>
                <a:ea typeface="Microsoft YaHei" panose="020B0503020204020204" pitchFamily="34" charset="-122"/>
              </a:defRPr>
            </a:lvl3pPr>
            <a:lvl4pPr>
              <a:defRPr>
                <a:solidFill>
                  <a:schemeClr val="bg1"/>
                </a:solidFill>
                <a:latin typeface="Arial" panose="020B0604020202020204" pitchFamily="34" charset="0"/>
                <a:ea typeface="Microsoft YaHei" panose="020B0503020204020204" pitchFamily="34" charset="-122"/>
              </a:defRPr>
            </a:lvl4pPr>
            <a:lvl5pPr>
              <a:defRPr>
                <a:solidFill>
                  <a:schemeClr val="bg1"/>
                </a:solidFill>
                <a:latin typeface="Arial" panose="020B0604020202020204" pitchFamily="34" charset="0"/>
                <a:ea typeface="Microsoft YaHei" panose="020B0503020204020204" pitchFamily="34" charset="-122"/>
              </a:defRPr>
            </a:lvl5pPr>
            <a:lvl6pPr marL="2514600" indent="-228600" defTabSz="457200" eaLnBrk="0" fontAlgn="base" hangingPunct="0">
              <a:spcBef>
                <a:spcPct val="0"/>
              </a:spcBef>
              <a:spcAft>
                <a:spcPct val="0"/>
              </a:spcAft>
              <a:defRPr>
                <a:solidFill>
                  <a:schemeClr val="bg1"/>
                </a:solidFill>
                <a:latin typeface="Arial" panose="020B0604020202020204" pitchFamily="34" charset="0"/>
                <a:ea typeface="Microsoft YaHei" panose="020B0503020204020204" pitchFamily="34" charset="-122"/>
              </a:defRPr>
            </a:lvl6pPr>
            <a:lvl7pPr marL="2971800" indent="-228600" defTabSz="457200" eaLnBrk="0" fontAlgn="base" hangingPunct="0">
              <a:spcBef>
                <a:spcPct val="0"/>
              </a:spcBef>
              <a:spcAft>
                <a:spcPct val="0"/>
              </a:spcAft>
              <a:defRPr>
                <a:solidFill>
                  <a:schemeClr val="bg1"/>
                </a:solidFill>
                <a:latin typeface="Arial" panose="020B0604020202020204" pitchFamily="34" charset="0"/>
                <a:ea typeface="Microsoft YaHei" panose="020B0503020204020204" pitchFamily="34" charset="-122"/>
              </a:defRPr>
            </a:lvl7pPr>
            <a:lvl8pPr marL="3429000" indent="-228600" defTabSz="457200" eaLnBrk="0" fontAlgn="base" hangingPunct="0">
              <a:spcBef>
                <a:spcPct val="0"/>
              </a:spcBef>
              <a:spcAft>
                <a:spcPct val="0"/>
              </a:spcAft>
              <a:defRPr>
                <a:solidFill>
                  <a:schemeClr val="bg1"/>
                </a:solidFill>
                <a:latin typeface="Arial" panose="020B0604020202020204" pitchFamily="34" charset="0"/>
                <a:ea typeface="Microsoft YaHei" panose="020B0503020204020204" pitchFamily="34" charset="-122"/>
              </a:defRPr>
            </a:lvl8pPr>
            <a:lvl9pPr marL="3886200" indent="-228600" defTabSz="457200" eaLnBrk="0" fontAlgn="base" hangingPunct="0">
              <a:spcBef>
                <a:spcPct val="0"/>
              </a:spcBef>
              <a:spcAft>
                <a:spcPct val="0"/>
              </a:spcAft>
              <a:defRPr>
                <a:solidFill>
                  <a:schemeClr val="bg1"/>
                </a:solidFill>
                <a:latin typeface="Arial" panose="020B0604020202020204" pitchFamily="34" charset="0"/>
                <a:ea typeface="Microsoft YaHei" panose="020B0503020204020204" pitchFamily="34" charset="-122"/>
              </a:defRPr>
            </a:lvl9pPr>
          </a:lstStyle>
          <a:p>
            <a:pPr>
              <a:buFont typeface="Wingdings" panose="05000000000000000000" pitchFamily="2" charset="2"/>
              <a:buChar char="Ø"/>
            </a:pPr>
            <a:r>
              <a:rPr lang="en-US" altLang="en-US" sz="2400" dirty="0">
                <a:solidFill>
                  <a:schemeClr val="tx1"/>
                </a:solidFill>
                <a:latin typeface="Comic Sans MS" panose="030F0702030302020204" pitchFamily="66" charset="0"/>
              </a:rPr>
              <a:t> Problem Solving</a:t>
            </a:r>
            <a:endParaRPr lang="en-US" altLang="en-US" sz="2400" dirty="0">
              <a:solidFill>
                <a:schemeClr val="tx1"/>
              </a:solidFill>
              <a:latin typeface="Comic Sans MS" panose="030F0702030302020204" pitchFamily="66" charset="0"/>
            </a:endParaRPr>
          </a:p>
          <a:p>
            <a:pPr lvl="1">
              <a:buFont typeface="Wingdings" panose="05000000000000000000" pitchFamily="2" charset="2"/>
              <a:buChar char="Ø"/>
            </a:pPr>
            <a:r>
              <a:rPr lang="en-US" altLang="en-US" sz="2000" dirty="0">
                <a:solidFill>
                  <a:schemeClr val="tx1"/>
                </a:solidFill>
                <a:latin typeface="Comic Sans MS" panose="030F0702030302020204" pitchFamily="66" charset="0"/>
              </a:rPr>
              <a:t>Analyzing the problem</a:t>
            </a:r>
            <a:endParaRPr lang="en-US" altLang="en-US" sz="2000" dirty="0">
              <a:solidFill>
                <a:schemeClr val="tx1"/>
              </a:solidFill>
              <a:latin typeface="Comic Sans MS" panose="030F0702030302020204" pitchFamily="66" charset="0"/>
            </a:endParaRPr>
          </a:p>
          <a:p>
            <a:pPr lvl="2" algn="just">
              <a:buFont typeface="Wingdings" panose="05000000000000000000" pitchFamily="2" charset="2"/>
              <a:buChar char="Ø"/>
            </a:pPr>
            <a:r>
              <a:rPr lang="en-US" altLang="en-US" sz="2000" dirty="0">
                <a:solidFill>
                  <a:schemeClr val="tx1"/>
                </a:solidFill>
                <a:latin typeface="Comic Sans MS" panose="030F0702030302020204" pitchFamily="66" charset="0"/>
              </a:rPr>
              <a:t>It is critical to fully comprehend a problem before attempting to solve it. </a:t>
            </a:r>
            <a:endParaRPr lang="en-US" altLang="en-US" sz="2000" dirty="0">
              <a:solidFill>
                <a:schemeClr val="tx1"/>
              </a:solidFill>
              <a:latin typeface="Comic Sans MS" panose="030F0702030302020204" pitchFamily="66" charset="0"/>
            </a:endParaRPr>
          </a:p>
          <a:p>
            <a:pPr lvl="2" algn="just">
              <a:buFont typeface="Wingdings" panose="05000000000000000000" pitchFamily="2" charset="2"/>
              <a:buChar char="Ø"/>
            </a:pPr>
            <a:endParaRPr lang="en-US" altLang="en-US" sz="2000" dirty="0">
              <a:solidFill>
                <a:schemeClr val="tx1"/>
              </a:solidFill>
              <a:latin typeface="Comic Sans MS" panose="030F0702030302020204" pitchFamily="66" charset="0"/>
            </a:endParaRPr>
          </a:p>
          <a:p>
            <a:pPr lvl="2" algn="just">
              <a:buFont typeface="Wingdings" panose="05000000000000000000" pitchFamily="2" charset="2"/>
              <a:buChar char="Ø"/>
            </a:pPr>
            <a:r>
              <a:rPr lang="en-US" altLang="en-US" sz="2000" dirty="0">
                <a:solidFill>
                  <a:schemeClr val="tx1"/>
                </a:solidFill>
                <a:latin typeface="Comic Sans MS" panose="030F0702030302020204" pitchFamily="66" charset="0"/>
              </a:rPr>
              <a:t>If we are unclear about the problem to be solved, we may end up developing a program that does not achieve our goal. </a:t>
            </a:r>
            <a:endParaRPr lang="en-US" altLang="en-US" sz="2000" dirty="0">
              <a:solidFill>
                <a:schemeClr val="tx1"/>
              </a:solidFill>
              <a:latin typeface="Comic Sans MS" panose="030F0702030302020204" pitchFamily="66" charset="0"/>
            </a:endParaRPr>
          </a:p>
          <a:p>
            <a:pPr lvl="2" algn="just">
              <a:buFont typeface="Wingdings" panose="05000000000000000000" pitchFamily="2" charset="2"/>
              <a:buChar char="Ø"/>
            </a:pPr>
            <a:endParaRPr lang="en-US" altLang="en-US" sz="2000" dirty="0">
              <a:solidFill>
                <a:schemeClr val="tx1"/>
              </a:solidFill>
              <a:latin typeface="Comic Sans MS" panose="030F0702030302020204" pitchFamily="66" charset="0"/>
            </a:endParaRPr>
          </a:p>
          <a:p>
            <a:pPr lvl="2" algn="just">
              <a:buFont typeface="Wingdings" panose="05000000000000000000" pitchFamily="2" charset="2"/>
              <a:buChar char="Ø"/>
            </a:pPr>
            <a:r>
              <a:rPr lang="en-US" altLang="en-US" sz="2000" dirty="0">
                <a:solidFill>
                  <a:schemeClr val="tx1"/>
                </a:solidFill>
                <a:latin typeface="Comic Sans MS" panose="030F0702030302020204" pitchFamily="66" charset="0"/>
              </a:rPr>
              <a:t>As a result, we must carefully read and analyze the problem statement in order to identify the main components of the problem and determine the core functionalities that our solution should have. </a:t>
            </a:r>
            <a:endParaRPr lang="en-US" altLang="en-US" sz="2000" dirty="0">
              <a:solidFill>
                <a:schemeClr val="tx1"/>
              </a:solidFill>
              <a:latin typeface="Comic Sans MS" panose="030F0702030302020204" pitchFamily="66" charset="0"/>
            </a:endParaRPr>
          </a:p>
          <a:p>
            <a:pPr lvl="2" algn="just">
              <a:buFont typeface="Wingdings" panose="05000000000000000000" pitchFamily="2" charset="2"/>
              <a:buChar char="Ø"/>
            </a:pPr>
            <a:endParaRPr lang="en-US" altLang="en-US" sz="2000" dirty="0">
              <a:solidFill>
                <a:schemeClr val="tx1"/>
              </a:solidFill>
              <a:latin typeface="Comic Sans MS" panose="030F0702030302020204" pitchFamily="66" charset="0"/>
            </a:endParaRPr>
          </a:p>
          <a:p>
            <a:pPr lvl="2" algn="just">
              <a:buFont typeface="Wingdings" panose="05000000000000000000" pitchFamily="2" charset="2"/>
              <a:buChar char="Ø"/>
            </a:pPr>
            <a:r>
              <a:rPr lang="en-US" altLang="en-US" sz="2000" dirty="0">
                <a:solidFill>
                  <a:schemeClr val="tx1"/>
                </a:solidFill>
                <a:latin typeface="Comic Sans MS" panose="030F0702030302020204" pitchFamily="66" charset="0"/>
              </a:rPr>
              <a:t>We would be able to figure out what inputs our program should accept and what outputs it should produce by analyzing a problem.</a:t>
            </a:r>
            <a:endParaRPr lang="en-US" altLang="en-US" sz="2000" dirty="0">
              <a:solidFill>
                <a:schemeClr val="tx1"/>
              </a:solidFill>
              <a:latin typeface="Comic Sans MS" panose="030F0702030302020204" pitchFamily="66" charset="0"/>
            </a:endParaRPr>
          </a:p>
        </p:txBody>
      </p:sp>
    </p:spTree>
  </p:cSld>
  <p:clrMapOvr>
    <a:masterClrMapping/>
  </p:clrMapOvr>
  <p:transition spd="med"/>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1"/>
          <p:cNvSpPr>
            <a:spLocks noGrp="1" noChangeArrowheads="1"/>
          </p:cNvSpPr>
          <p:nvPr>
            <p:ph type="title"/>
          </p:nvPr>
        </p:nvSpPr>
        <p:spPr>
          <a:xfrm>
            <a:off x="431800" y="107950"/>
            <a:ext cx="9070975" cy="792163"/>
          </a:xfrm>
        </p:spPr>
        <p:txBody>
          <a:bodyPr tIns="38880"/>
          <a:lstStyle/>
          <a:p>
            <a:pPr eaLnBrk="1">
              <a:buClrTx/>
              <a:buFontTx/>
              <a:buNone/>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r>
              <a:rPr lang="en-US" altLang="en-US" dirty="0">
                <a:latin typeface="Comic Sans MS" panose="030F0702030302020204" pitchFamily="66" charset="0"/>
              </a:rPr>
              <a:t>Foundational Concepts</a:t>
            </a:r>
            <a:endParaRPr lang="en-US" altLang="en-US" dirty="0">
              <a:latin typeface="Comic Sans MS" panose="030F0702030302020204" pitchFamily="66" charset="0"/>
            </a:endParaRPr>
          </a:p>
        </p:txBody>
      </p:sp>
      <p:sp>
        <p:nvSpPr>
          <p:cNvPr id="5123" name="TextBox 2"/>
          <p:cNvSpPr txBox="1">
            <a:spLocks noChangeArrowheads="1"/>
          </p:cNvSpPr>
          <p:nvPr/>
        </p:nvSpPr>
        <p:spPr bwMode="auto">
          <a:xfrm>
            <a:off x="647824" y="900113"/>
            <a:ext cx="9001124" cy="169277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285750" indent="-285750">
              <a:defRPr>
                <a:solidFill>
                  <a:schemeClr val="bg1"/>
                </a:solidFill>
                <a:latin typeface="Arial" panose="020B0604020202020204" pitchFamily="34" charset="0"/>
                <a:ea typeface="Microsoft YaHei" panose="020B0503020204020204" pitchFamily="34" charset="-122"/>
              </a:defRPr>
            </a:lvl1pPr>
            <a:lvl2pPr>
              <a:defRPr>
                <a:solidFill>
                  <a:schemeClr val="bg1"/>
                </a:solidFill>
                <a:latin typeface="Arial" panose="020B0604020202020204" pitchFamily="34" charset="0"/>
                <a:ea typeface="Microsoft YaHei" panose="020B0503020204020204" pitchFamily="34" charset="-122"/>
              </a:defRPr>
            </a:lvl2pPr>
            <a:lvl3pPr>
              <a:defRPr>
                <a:solidFill>
                  <a:schemeClr val="bg1"/>
                </a:solidFill>
                <a:latin typeface="Arial" panose="020B0604020202020204" pitchFamily="34" charset="0"/>
                <a:ea typeface="Microsoft YaHei" panose="020B0503020204020204" pitchFamily="34" charset="-122"/>
              </a:defRPr>
            </a:lvl3pPr>
            <a:lvl4pPr>
              <a:defRPr>
                <a:solidFill>
                  <a:schemeClr val="bg1"/>
                </a:solidFill>
                <a:latin typeface="Arial" panose="020B0604020202020204" pitchFamily="34" charset="0"/>
                <a:ea typeface="Microsoft YaHei" panose="020B0503020204020204" pitchFamily="34" charset="-122"/>
              </a:defRPr>
            </a:lvl4pPr>
            <a:lvl5pPr>
              <a:defRPr>
                <a:solidFill>
                  <a:schemeClr val="bg1"/>
                </a:solidFill>
                <a:latin typeface="Arial" panose="020B0604020202020204" pitchFamily="34" charset="0"/>
                <a:ea typeface="Microsoft YaHei" panose="020B0503020204020204" pitchFamily="34" charset="-122"/>
              </a:defRPr>
            </a:lvl5pPr>
            <a:lvl6pPr marL="2514600" indent="-228600" defTabSz="457200" eaLnBrk="0" fontAlgn="base" hangingPunct="0">
              <a:spcBef>
                <a:spcPct val="0"/>
              </a:spcBef>
              <a:spcAft>
                <a:spcPct val="0"/>
              </a:spcAft>
              <a:defRPr>
                <a:solidFill>
                  <a:schemeClr val="bg1"/>
                </a:solidFill>
                <a:latin typeface="Arial" panose="020B0604020202020204" pitchFamily="34" charset="0"/>
                <a:ea typeface="Microsoft YaHei" panose="020B0503020204020204" pitchFamily="34" charset="-122"/>
              </a:defRPr>
            </a:lvl6pPr>
            <a:lvl7pPr marL="2971800" indent="-228600" defTabSz="457200" eaLnBrk="0" fontAlgn="base" hangingPunct="0">
              <a:spcBef>
                <a:spcPct val="0"/>
              </a:spcBef>
              <a:spcAft>
                <a:spcPct val="0"/>
              </a:spcAft>
              <a:defRPr>
                <a:solidFill>
                  <a:schemeClr val="bg1"/>
                </a:solidFill>
                <a:latin typeface="Arial" panose="020B0604020202020204" pitchFamily="34" charset="0"/>
                <a:ea typeface="Microsoft YaHei" panose="020B0503020204020204" pitchFamily="34" charset="-122"/>
              </a:defRPr>
            </a:lvl7pPr>
            <a:lvl8pPr marL="3429000" indent="-228600" defTabSz="457200" eaLnBrk="0" fontAlgn="base" hangingPunct="0">
              <a:spcBef>
                <a:spcPct val="0"/>
              </a:spcBef>
              <a:spcAft>
                <a:spcPct val="0"/>
              </a:spcAft>
              <a:defRPr>
                <a:solidFill>
                  <a:schemeClr val="bg1"/>
                </a:solidFill>
                <a:latin typeface="Arial" panose="020B0604020202020204" pitchFamily="34" charset="0"/>
                <a:ea typeface="Microsoft YaHei" panose="020B0503020204020204" pitchFamily="34" charset="-122"/>
              </a:defRPr>
            </a:lvl8pPr>
            <a:lvl9pPr marL="3886200" indent="-228600" defTabSz="457200" eaLnBrk="0" fontAlgn="base" hangingPunct="0">
              <a:spcBef>
                <a:spcPct val="0"/>
              </a:spcBef>
              <a:spcAft>
                <a:spcPct val="0"/>
              </a:spcAft>
              <a:defRPr>
                <a:solidFill>
                  <a:schemeClr val="bg1"/>
                </a:solidFill>
                <a:latin typeface="Arial" panose="020B0604020202020204" pitchFamily="34" charset="0"/>
                <a:ea typeface="Microsoft YaHei" panose="020B0503020204020204" pitchFamily="34" charset="-122"/>
              </a:defRPr>
            </a:lvl9pPr>
          </a:lstStyle>
          <a:p>
            <a:pPr>
              <a:buFont typeface="Wingdings" panose="05000000000000000000" pitchFamily="2" charset="2"/>
              <a:buChar char="Ø"/>
            </a:pPr>
            <a:r>
              <a:rPr lang="en-US" altLang="en-US" sz="2400" dirty="0">
                <a:solidFill>
                  <a:schemeClr val="tx1"/>
                </a:solidFill>
                <a:latin typeface="Comic Sans MS" panose="030F0702030302020204" pitchFamily="66" charset="0"/>
              </a:rPr>
              <a:t> Problem Solving</a:t>
            </a:r>
            <a:endParaRPr lang="en-US" altLang="en-US" sz="2400" dirty="0">
              <a:solidFill>
                <a:schemeClr val="tx1"/>
              </a:solidFill>
              <a:latin typeface="Comic Sans MS" panose="030F0702030302020204" pitchFamily="66" charset="0"/>
            </a:endParaRPr>
          </a:p>
          <a:p>
            <a:pPr lvl="1">
              <a:buFont typeface="Wingdings" panose="05000000000000000000" pitchFamily="2" charset="2"/>
              <a:buChar char="Ø"/>
            </a:pPr>
            <a:r>
              <a:rPr lang="en-US" altLang="en-US" sz="2000" dirty="0">
                <a:solidFill>
                  <a:schemeClr val="tx1"/>
                </a:solidFill>
                <a:latin typeface="Comic Sans MS" panose="030F0702030302020204" pitchFamily="66" charset="0"/>
              </a:rPr>
              <a:t>Developing an algorithm</a:t>
            </a:r>
            <a:endParaRPr lang="en-US" altLang="en-US" sz="2000" dirty="0">
              <a:solidFill>
                <a:schemeClr val="tx1"/>
              </a:solidFill>
              <a:latin typeface="Comic Sans MS" panose="030F0702030302020204" pitchFamily="66" charset="0"/>
            </a:endParaRPr>
          </a:p>
          <a:p>
            <a:pPr lvl="2" algn="just">
              <a:buFont typeface="Wingdings" panose="05000000000000000000" pitchFamily="2" charset="2"/>
              <a:buChar char="Ø"/>
            </a:pPr>
            <a:r>
              <a:rPr lang="en-US" altLang="en-US" sz="2000" dirty="0">
                <a:solidFill>
                  <a:schemeClr val="tx1"/>
                </a:solidFill>
                <a:latin typeface="Comic Sans MS" panose="030F0702030302020204" pitchFamily="66" charset="0"/>
              </a:rPr>
              <a:t>Before writing program code to solve a problem, it is necessary to devise a solution. </a:t>
            </a:r>
            <a:endParaRPr lang="en-US" altLang="en-US" sz="2000" dirty="0">
              <a:solidFill>
                <a:schemeClr val="tx1"/>
              </a:solidFill>
              <a:latin typeface="Comic Sans MS" panose="030F0702030302020204" pitchFamily="66" charset="0"/>
            </a:endParaRPr>
          </a:p>
          <a:p>
            <a:pPr lvl="2" algn="just">
              <a:buFont typeface="Wingdings" panose="05000000000000000000" pitchFamily="2" charset="2"/>
              <a:buChar char="Ø"/>
            </a:pPr>
            <a:endParaRPr lang="en-US" altLang="en-US" sz="2000" dirty="0">
              <a:solidFill>
                <a:schemeClr val="tx1"/>
              </a:solidFill>
              <a:latin typeface="Comic Sans MS" panose="030F0702030302020204" pitchFamily="66" charset="0"/>
            </a:endParaRPr>
          </a:p>
        </p:txBody>
      </p:sp>
    </p:spTree>
  </p:cSld>
  <p:clrMapOvr>
    <a:masterClrMapping/>
  </p:clrMapOvr>
  <p:transition spd="med"/>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1"/>
          <p:cNvSpPr>
            <a:spLocks noGrp="1" noChangeArrowheads="1"/>
          </p:cNvSpPr>
          <p:nvPr>
            <p:ph type="title"/>
          </p:nvPr>
        </p:nvSpPr>
        <p:spPr>
          <a:xfrm>
            <a:off x="431800" y="107950"/>
            <a:ext cx="9070975" cy="792163"/>
          </a:xfrm>
        </p:spPr>
        <p:txBody>
          <a:bodyPr tIns="38880"/>
          <a:lstStyle/>
          <a:p>
            <a:pPr eaLnBrk="1">
              <a:buClrTx/>
              <a:buFontTx/>
              <a:buNone/>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r>
              <a:rPr lang="en-US" altLang="en-US" dirty="0">
                <a:latin typeface="Comic Sans MS" panose="030F0702030302020204" pitchFamily="66" charset="0"/>
              </a:rPr>
              <a:t>Foundational Concepts</a:t>
            </a:r>
            <a:endParaRPr lang="en-US" altLang="en-US" dirty="0">
              <a:latin typeface="Comic Sans MS" panose="030F0702030302020204" pitchFamily="66" charset="0"/>
            </a:endParaRPr>
          </a:p>
        </p:txBody>
      </p:sp>
      <p:sp>
        <p:nvSpPr>
          <p:cNvPr id="5123" name="TextBox 2"/>
          <p:cNvSpPr txBox="1">
            <a:spLocks noChangeArrowheads="1"/>
          </p:cNvSpPr>
          <p:nvPr/>
        </p:nvSpPr>
        <p:spPr bwMode="auto">
          <a:xfrm>
            <a:off x="647824" y="900113"/>
            <a:ext cx="9001124" cy="26161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285750" indent="-285750">
              <a:defRPr>
                <a:solidFill>
                  <a:schemeClr val="bg1"/>
                </a:solidFill>
                <a:latin typeface="Arial" panose="020B0604020202020204" pitchFamily="34" charset="0"/>
                <a:ea typeface="Microsoft YaHei" panose="020B0503020204020204" pitchFamily="34" charset="-122"/>
              </a:defRPr>
            </a:lvl1pPr>
            <a:lvl2pPr>
              <a:defRPr>
                <a:solidFill>
                  <a:schemeClr val="bg1"/>
                </a:solidFill>
                <a:latin typeface="Arial" panose="020B0604020202020204" pitchFamily="34" charset="0"/>
                <a:ea typeface="Microsoft YaHei" panose="020B0503020204020204" pitchFamily="34" charset="-122"/>
              </a:defRPr>
            </a:lvl2pPr>
            <a:lvl3pPr>
              <a:defRPr>
                <a:solidFill>
                  <a:schemeClr val="bg1"/>
                </a:solidFill>
                <a:latin typeface="Arial" panose="020B0604020202020204" pitchFamily="34" charset="0"/>
                <a:ea typeface="Microsoft YaHei" panose="020B0503020204020204" pitchFamily="34" charset="-122"/>
              </a:defRPr>
            </a:lvl3pPr>
            <a:lvl4pPr>
              <a:defRPr>
                <a:solidFill>
                  <a:schemeClr val="bg1"/>
                </a:solidFill>
                <a:latin typeface="Arial" panose="020B0604020202020204" pitchFamily="34" charset="0"/>
                <a:ea typeface="Microsoft YaHei" panose="020B0503020204020204" pitchFamily="34" charset="-122"/>
              </a:defRPr>
            </a:lvl4pPr>
            <a:lvl5pPr>
              <a:defRPr>
                <a:solidFill>
                  <a:schemeClr val="bg1"/>
                </a:solidFill>
                <a:latin typeface="Arial" panose="020B0604020202020204" pitchFamily="34" charset="0"/>
                <a:ea typeface="Microsoft YaHei" panose="020B0503020204020204" pitchFamily="34" charset="-122"/>
              </a:defRPr>
            </a:lvl5pPr>
            <a:lvl6pPr marL="2514600" indent="-228600" defTabSz="457200" eaLnBrk="0" fontAlgn="base" hangingPunct="0">
              <a:spcBef>
                <a:spcPct val="0"/>
              </a:spcBef>
              <a:spcAft>
                <a:spcPct val="0"/>
              </a:spcAft>
              <a:defRPr>
                <a:solidFill>
                  <a:schemeClr val="bg1"/>
                </a:solidFill>
                <a:latin typeface="Arial" panose="020B0604020202020204" pitchFamily="34" charset="0"/>
                <a:ea typeface="Microsoft YaHei" panose="020B0503020204020204" pitchFamily="34" charset="-122"/>
              </a:defRPr>
            </a:lvl6pPr>
            <a:lvl7pPr marL="2971800" indent="-228600" defTabSz="457200" eaLnBrk="0" fontAlgn="base" hangingPunct="0">
              <a:spcBef>
                <a:spcPct val="0"/>
              </a:spcBef>
              <a:spcAft>
                <a:spcPct val="0"/>
              </a:spcAft>
              <a:defRPr>
                <a:solidFill>
                  <a:schemeClr val="bg1"/>
                </a:solidFill>
                <a:latin typeface="Arial" panose="020B0604020202020204" pitchFamily="34" charset="0"/>
                <a:ea typeface="Microsoft YaHei" panose="020B0503020204020204" pitchFamily="34" charset="-122"/>
              </a:defRPr>
            </a:lvl7pPr>
            <a:lvl8pPr marL="3429000" indent="-228600" defTabSz="457200" eaLnBrk="0" fontAlgn="base" hangingPunct="0">
              <a:spcBef>
                <a:spcPct val="0"/>
              </a:spcBef>
              <a:spcAft>
                <a:spcPct val="0"/>
              </a:spcAft>
              <a:defRPr>
                <a:solidFill>
                  <a:schemeClr val="bg1"/>
                </a:solidFill>
                <a:latin typeface="Arial" panose="020B0604020202020204" pitchFamily="34" charset="0"/>
                <a:ea typeface="Microsoft YaHei" panose="020B0503020204020204" pitchFamily="34" charset="-122"/>
              </a:defRPr>
            </a:lvl8pPr>
            <a:lvl9pPr marL="3886200" indent="-228600" defTabSz="457200" eaLnBrk="0" fontAlgn="base" hangingPunct="0">
              <a:spcBef>
                <a:spcPct val="0"/>
              </a:spcBef>
              <a:spcAft>
                <a:spcPct val="0"/>
              </a:spcAft>
              <a:defRPr>
                <a:solidFill>
                  <a:schemeClr val="bg1"/>
                </a:solidFill>
                <a:latin typeface="Arial" panose="020B0604020202020204" pitchFamily="34" charset="0"/>
                <a:ea typeface="Microsoft YaHei" panose="020B0503020204020204" pitchFamily="34" charset="-122"/>
              </a:defRPr>
            </a:lvl9pPr>
          </a:lstStyle>
          <a:p>
            <a:pPr>
              <a:buFont typeface="Wingdings" panose="05000000000000000000" pitchFamily="2" charset="2"/>
              <a:buChar char="Ø"/>
            </a:pPr>
            <a:r>
              <a:rPr lang="en-US" altLang="en-US" sz="2400" dirty="0">
                <a:solidFill>
                  <a:schemeClr val="tx1"/>
                </a:solidFill>
                <a:latin typeface="Comic Sans MS" panose="030F0702030302020204" pitchFamily="66" charset="0"/>
              </a:rPr>
              <a:t> Problem Solving</a:t>
            </a:r>
            <a:endParaRPr lang="en-US" altLang="en-US" sz="2400" dirty="0">
              <a:solidFill>
                <a:schemeClr val="tx1"/>
              </a:solidFill>
              <a:latin typeface="Comic Sans MS" panose="030F0702030302020204" pitchFamily="66" charset="0"/>
            </a:endParaRPr>
          </a:p>
          <a:p>
            <a:pPr lvl="1">
              <a:buFont typeface="Wingdings" panose="05000000000000000000" pitchFamily="2" charset="2"/>
              <a:buChar char="Ø"/>
            </a:pPr>
            <a:r>
              <a:rPr lang="en-US" altLang="en-US" sz="2000" dirty="0">
                <a:solidFill>
                  <a:schemeClr val="tx1"/>
                </a:solidFill>
                <a:latin typeface="Comic Sans MS" panose="030F0702030302020204" pitchFamily="66" charset="0"/>
              </a:rPr>
              <a:t>Developing an algorithm</a:t>
            </a:r>
            <a:endParaRPr lang="en-US" altLang="en-US" sz="2000" dirty="0">
              <a:solidFill>
                <a:schemeClr val="tx1"/>
              </a:solidFill>
              <a:latin typeface="Comic Sans MS" panose="030F0702030302020204" pitchFamily="66" charset="0"/>
            </a:endParaRPr>
          </a:p>
          <a:p>
            <a:pPr lvl="2" algn="just">
              <a:buFont typeface="Wingdings" panose="05000000000000000000" pitchFamily="2" charset="2"/>
              <a:buChar char="Ø"/>
            </a:pPr>
            <a:r>
              <a:rPr lang="en-US" altLang="en-US" sz="2000" dirty="0">
                <a:solidFill>
                  <a:schemeClr val="tx1"/>
                </a:solidFill>
                <a:latin typeface="Comic Sans MS" panose="030F0702030302020204" pitchFamily="66" charset="0"/>
              </a:rPr>
              <a:t>Before writing program code to solve a problem, it is necessary to devise a solution. </a:t>
            </a:r>
            <a:endParaRPr lang="en-US" altLang="en-US" sz="2000" dirty="0">
              <a:solidFill>
                <a:schemeClr val="tx1"/>
              </a:solidFill>
              <a:latin typeface="Comic Sans MS" panose="030F0702030302020204" pitchFamily="66" charset="0"/>
            </a:endParaRPr>
          </a:p>
          <a:p>
            <a:pPr lvl="2" algn="just">
              <a:buFont typeface="Wingdings" panose="05000000000000000000" pitchFamily="2" charset="2"/>
              <a:buChar char="Ø"/>
            </a:pPr>
            <a:endParaRPr lang="en-US" altLang="en-US" sz="2000" dirty="0">
              <a:solidFill>
                <a:schemeClr val="tx1"/>
              </a:solidFill>
              <a:latin typeface="Comic Sans MS" panose="030F0702030302020204" pitchFamily="66" charset="0"/>
            </a:endParaRPr>
          </a:p>
          <a:p>
            <a:pPr lvl="2" algn="just">
              <a:buFont typeface="Wingdings" panose="05000000000000000000" pitchFamily="2" charset="2"/>
              <a:buChar char="Ø"/>
            </a:pPr>
            <a:r>
              <a:rPr lang="en-US" altLang="en-US" sz="2000" dirty="0">
                <a:solidFill>
                  <a:schemeClr val="tx1"/>
                </a:solidFill>
                <a:latin typeface="Comic Sans MS" panose="030F0702030302020204" pitchFamily="66" charset="0"/>
              </a:rPr>
              <a:t>The solution is expressed in natural language and is referred to as an algorithm. </a:t>
            </a:r>
            <a:endParaRPr lang="en-US" altLang="en-US" sz="2000" dirty="0">
              <a:solidFill>
                <a:schemeClr val="tx1"/>
              </a:solidFill>
              <a:latin typeface="Comic Sans MS" panose="030F0702030302020204" pitchFamily="66" charset="0"/>
            </a:endParaRPr>
          </a:p>
          <a:p>
            <a:pPr lvl="2" algn="just">
              <a:buFont typeface="Wingdings" panose="05000000000000000000" pitchFamily="2" charset="2"/>
              <a:buChar char="Ø"/>
            </a:pPr>
            <a:endParaRPr lang="en-US" altLang="en-US" sz="2000" dirty="0">
              <a:solidFill>
                <a:schemeClr val="tx1"/>
              </a:solidFill>
              <a:latin typeface="Comic Sans MS" panose="030F0702030302020204" pitchFamily="66" charset="0"/>
            </a:endParaRPr>
          </a:p>
        </p:txBody>
      </p:sp>
    </p:spTree>
  </p:cSld>
  <p:clrMapOvr>
    <a:masterClrMapping/>
  </p:clrMapOvr>
  <p:transition spd="med"/>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1"/>
          <p:cNvSpPr>
            <a:spLocks noGrp="1" noChangeArrowheads="1"/>
          </p:cNvSpPr>
          <p:nvPr>
            <p:ph type="title"/>
          </p:nvPr>
        </p:nvSpPr>
        <p:spPr>
          <a:xfrm>
            <a:off x="431800" y="107950"/>
            <a:ext cx="9070975" cy="792163"/>
          </a:xfrm>
        </p:spPr>
        <p:txBody>
          <a:bodyPr tIns="38880"/>
          <a:lstStyle/>
          <a:p>
            <a:pPr eaLnBrk="1">
              <a:buClrTx/>
              <a:buFontTx/>
              <a:buNone/>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r>
              <a:rPr lang="en-US" altLang="en-US" dirty="0">
                <a:latin typeface="Comic Sans MS" panose="030F0702030302020204" pitchFamily="66" charset="0"/>
              </a:rPr>
              <a:t>Foundational Concepts</a:t>
            </a:r>
            <a:endParaRPr lang="en-US" altLang="en-US" dirty="0">
              <a:latin typeface="Comic Sans MS" panose="030F0702030302020204" pitchFamily="66" charset="0"/>
            </a:endParaRPr>
          </a:p>
        </p:txBody>
      </p:sp>
      <p:sp>
        <p:nvSpPr>
          <p:cNvPr id="5123" name="TextBox 2"/>
          <p:cNvSpPr txBox="1">
            <a:spLocks noChangeArrowheads="1"/>
          </p:cNvSpPr>
          <p:nvPr/>
        </p:nvSpPr>
        <p:spPr bwMode="auto">
          <a:xfrm>
            <a:off x="647824" y="900113"/>
            <a:ext cx="9001124" cy="38472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285750" indent="-285750">
              <a:defRPr>
                <a:solidFill>
                  <a:schemeClr val="bg1"/>
                </a:solidFill>
                <a:latin typeface="Arial" panose="020B0604020202020204" pitchFamily="34" charset="0"/>
                <a:ea typeface="Microsoft YaHei" panose="020B0503020204020204" pitchFamily="34" charset="-122"/>
              </a:defRPr>
            </a:lvl1pPr>
            <a:lvl2pPr>
              <a:defRPr>
                <a:solidFill>
                  <a:schemeClr val="bg1"/>
                </a:solidFill>
                <a:latin typeface="Arial" panose="020B0604020202020204" pitchFamily="34" charset="0"/>
                <a:ea typeface="Microsoft YaHei" panose="020B0503020204020204" pitchFamily="34" charset="-122"/>
              </a:defRPr>
            </a:lvl2pPr>
            <a:lvl3pPr>
              <a:defRPr>
                <a:solidFill>
                  <a:schemeClr val="bg1"/>
                </a:solidFill>
                <a:latin typeface="Arial" panose="020B0604020202020204" pitchFamily="34" charset="0"/>
                <a:ea typeface="Microsoft YaHei" panose="020B0503020204020204" pitchFamily="34" charset="-122"/>
              </a:defRPr>
            </a:lvl3pPr>
            <a:lvl4pPr>
              <a:defRPr>
                <a:solidFill>
                  <a:schemeClr val="bg1"/>
                </a:solidFill>
                <a:latin typeface="Arial" panose="020B0604020202020204" pitchFamily="34" charset="0"/>
                <a:ea typeface="Microsoft YaHei" panose="020B0503020204020204" pitchFamily="34" charset="-122"/>
              </a:defRPr>
            </a:lvl4pPr>
            <a:lvl5pPr>
              <a:defRPr>
                <a:solidFill>
                  <a:schemeClr val="bg1"/>
                </a:solidFill>
                <a:latin typeface="Arial" panose="020B0604020202020204" pitchFamily="34" charset="0"/>
                <a:ea typeface="Microsoft YaHei" panose="020B0503020204020204" pitchFamily="34" charset="-122"/>
              </a:defRPr>
            </a:lvl5pPr>
            <a:lvl6pPr marL="2514600" indent="-228600" defTabSz="457200" eaLnBrk="0" fontAlgn="base" hangingPunct="0">
              <a:spcBef>
                <a:spcPct val="0"/>
              </a:spcBef>
              <a:spcAft>
                <a:spcPct val="0"/>
              </a:spcAft>
              <a:defRPr>
                <a:solidFill>
                  <a:schemeClr val="bg1"/>
                </a:solidFill>
                <a:latin typeface="Arial" panose="020B0604020202020204" pitchFamily="34" charset="0"/>
                <a:ea typeface="Microsoft YaHei" panose="020B0503020204020204" pitchFamily="34" charset="-122"/>
              </a:defRPr>
            </a:lvl6pPr>
            <a:lvl7pPr marL="2971800" indent="-228600" defTabSz="457200" eaLnBrk="0" fontAlgn="base" hangingPunct="0">
              <a:spcBef>
                <a:spcPct val="0"/>
              </a:spcBef>
              <a:spcAft>
                <a:spcPct val="0"/>
              </a:spcAft>
              <a:defRPr>
                <a:solidFill>
                  <a:schemeClr val="bg1"/>
                </a:solidFill>
                <a:latin typeface="Arial" panose="020B0604020202020204" pitchFamily="34" charset="0"/>
                <a:ea typeface="Microsoft YaHei" panose="020B0503020204020204" pitchFamily="34" charset="-122"/>
              </a:defRPr>
            </a:lvl7pPr>
            <a:lvl8pPr marL="3429000" indent="-228600" defTabSz="457200" eaLnBrk="0" fontAlgn="base" hangingPunct="0">
              <a:spcBef>
                <a:spcPct val="0"/>
              </a:spcBef>
              <a:spcAft>
                <a:spcPct val="0"/>
              </a:spcAft>
              <a:defRPr>
                <a:solidFill>
                  <a:schemeClr val="bg1"/>
                </a:solidFill>
                <a:latin typeface="Arial" panose="020B0604020202020204" pitchFamily="34" charset="0"/>
                <a:ea typeface="Microsoft YaHei" panose="020B0503020204020204" pitchFamily="34" charset="-122"/>
              </a:defRPr>
            </a:lvl8pPr>
            <a:lvl9pPr marL="3886200" indent="-228600" defTabSz="457200" eaLnBrk="0" fontAlgn="base" hangingPunct="0">
              <a:spcBef>
                <a:spcPct val="0"/>
              </a:spcBef>
              <a:spcAft>
                <a:spcPct val="0"/>
              </a:spcAft>
              <a:defRPr>
                <a:solidFill>
                  <a:schemeClr val="bg1"/>
                </a:solidFill>
                <a:latin typeface="Arial" panose="020B0604020202020204" pitchFamily="34" charset="0"/>
                <a:ea typeface="Microsoft YaHei" panose="020B0503020204020204" pitchFamily="34" charset="-122"/>
              </a:defRPr>
            </a:lvl9pPr>
          </a:lstStyle>
          <a:p>
            <a:pPr>
              <a:buFont typeface="Wingdings" panose="05000000000000000000" pitchFamily="2" charset="2"/>
              <a:buChar char="Ø"/>
            </a:pPr>
            <a:r>
              <a:rPr lang="en-US" altLang="en-US" sz="2400" dirty="0">
                <a:solidFill>
                  <a:schemeClr val="tx1"/>
                </a:solidFill>
                <a:latin typeface="Comic Sans MS" panose="030F0702030302020204" pitchFamily="66" charset="0"/>
              </a:rPr>
              <a:t> Problem Solving</a:t>
            </a:r>
            <a:endParaRPr lang="en-US" altLang="en-US" sz="2400" dirty="0">
              <a:solidFill>
                <a:schemeClr val="tx1"/>
              </a:solidFill>
              <a:latin typeface="Comic Sans MS" panose="030F0702030302020204" pitchFamily="66" charset="0"/>
            </a:endParaRPr>
          </a:p>
          <a:p>
            <a:pPr lvl="1">
              <a:buFont typeface="Wingdings" panose="05000000000000000000" pitchFamily="2" charset="2"/>
              <a:buChar char="Ø"/>
            </a:pPr>
            <a:r>
              <a:rPr lang="en-US" altLang="en-US" sz="2000" dirty="0">
                <a:solidFill>
                  <a:schemeClr val="tx1"/>
                </a:solidFill>
                <a:latin typeface="Comic Sans MS" panose="030F0702030302020204" pitchFamily="66" charset="0"/>
              </a:rPr>
              <a:t>Developing an algorithm</a:t>
            </a:r>
            <a:endParaRPr lang="en-US" altLang="en-US" sz="2000" dirty="0">
              <a:solidFill>
                <a:schemeClr val="tx1"/>
              </a:solidFill>
              <a:latin typeface="Comic Sans MS" panose="030F0702030302020204" pitchFamily="66" charset="0"/>
            </a:endParaRPr>
          </a:p>
          <a:p>
            <a:pPr lvl="2" algn="just">
              <a:buFont typeface="Wingdings" panose="05000000000000000000" pitchFamily="2" charset="2"/>
              <a:buChar char="Ø"/>
            </a:pPr>
            <a:r>
              <a:rPr lang="en-US" altLang="en-US" sz="2000" dirty="0">
                <a:solidFill>
                  <a:schemeClr val="tx1"/>
                </a:solidFill>
                <a:latin typeface="Comic Sans MS" panose="030F0702030302020204" pitchFamily="66" charset="0"/>
              </a:rPr>
              <a:t>Before writing program code to solve a problem, it is necessary to devise a solution. </a:t>
            </a:r>
            <a:endParaRPr lang="en-US" altLang="en-US" sz="2000" dirty="0">
              <a:solidFill>
                <a:schemeClr val="tx1"/>
              </a:solidFill>
              <a:latin typeface="Comic Sans MS" panose="030F0702030302020204" pitchFamily="66" charset="0"/>
            </a:endParaRPr>
          </a:p>
          <a:p>
            <a:pPr lvl="2" algn="just">
              <a:buFont typeface="Wingdings" panose="05000000000000000000" pitchFamily="2" charset="2"/>
              <a:buChar char="Ø"/>
            </a:pPr>
            <a:endParaRPr lang="en-US" altLang="en-US" sz="2000" dirty="0">
              <a:solidFill>
                <a:schemeClr val="tx1"/>
              </a:solidFill>
              <a:latin typeface="Comic Sans MS" panose="030F0702030302020204" pitchFamily="66" charset="0"/>
            </a:endParaRPr>
          </a:p>
          <a:p>
            <a:pPr lvl="2" algn="just">
              <a:buFont typeface="Wingdings" panose="05000000000000000000" pitchFamily="2" charset="2"/>
              <a:buChar char="Ø"/>
            </a:pPr>
            <a:r>
              <a:rPr lang="en-US" altLang="en-US" sz="2000" dirty="0">
                <a:solidFill>
                  <a:schemeClr val="tx1"/>
                </a:solidFill>
                <a:latin typeface="Comic Sans MS" panose="030F0702030302020204" pitchFamily="66" charset="0"/>
              </a:rPr>
              <a:t>The solution is expressed in natural language and is referred to as an algorithm. </a:t>
            </a:r>
            <a:endParaRPr lang="en-US" altLang="en-US" sz="2000" dirty="0">
              <a:solidFill>
                <a:schemeClr val="tx1"/>
              </a:solidFill>
              <a:latin typeface="Comic Sans MS" panose="030F0702030302020204" pitchFamily="66" charset="0"/>
            </a:endParaRPr>
          </a:p>
          <a:p>
            <a:pPr lvl="2" algn="just">
              <a:buFont typeface="Wingdings" panose="05000000000000000000" pitchFamily="2" charset="2"/>
              <a:buChar char="Ø"/>
            </a:pPr>
            <a:endParaRPr lang="en-US" altLang="en-US" sz="2000" dirty="0">
              <a:solidFill>
                <a:schemeClr val="tx1"/>
              </a:solidFill>
              <a:latin typeface="Comic Sans MS" panose="030F0702030302020204" pitchFamily="66" charset="0"/>
            </a:endParaRPr>
          </a:p>
          <a:p>
            <a:pPr lvl="2" algn="just">
              <a:buFont typeface="Wingdings" panose="05000000000000000000" pitchFamily="2" charset="2"/>
              <a:buChar char="Ø"/>
            </a:pPr>
            <a:r>
              <a:rPr lang="en-US" altLang="en-US" sz="2000" dirty="0">
                <a:solidFill>
                  <a:schemeClr val="tx1"/>
                </a:solidFill>
                <a:latin typeface="Comic Sans MS" panose="030F0702030302020204" pitchFamily="66" charset="0"/>
              </a:rPr>
              <a:t>We can think of an algorithm as a very well-written recipe for a dish, with clearly defined steps that, if followed, will result in the dish being prepared. </a:t>
            </a:r>
            <a:endParaRPr lang="en-US" altLang="en-US" sz="2000" dirty="0">
              <a:solidFill>
                <a:schemeClr val="tx1"/>
              </a:solidFill>
              <a:latin typeface="Comic Sans MS" panose="030F0702030302020204" pitchFamily="66" charset="0"/>
            </a:endParaRPr>
          </a:p>
          <a:p>
            <a:pPr lvl="2" algn="just">
              <a:buFont typeface="Wingdings" panose="05000000000000000000" pitchFamily="2" charset="2"/>
              <a:buChar char="Ø"/>
            </a:pPr>
            <a:endParaRPr lang="en-US" altLang="en-US" sz="2000" dirty="0">
              <a:solidFill>
                <a:schemeClr val="tx1"/>
              </a:solidFill>
              <a:latin typeface="Comic Sans MS" panose="030F0702030302020204" pitchFamily="66" charset="0"/>
            </a:endParaRPr>
          </a:p>
        </p:txBody>
      </p:sp>
    </p:spTree>
  </p:cSld>
  <p:clrMapOvr>
    <a:masterClrMapping/>
  </p:clrMapOvr>
  <p:transition spd="med"/>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1"/>
          <p:cNvSpPr>
            <a:spLocks noGrp="1" noChangeArrowheads="1"/>
          </p:cNvSpPr>
          <p:nvPr>
            <p:ph type="title"/>
          </p:nvPr>
        </p:nvSpPr>
        <p:spPr>
          <a:xfrm>
            <a:off x="431800" y="107950"/>
            <a:ext cx="9070975" cy="792163"/>
          </a:xfrm>
        </p:spPr>
        <p:txBody>
          <a:bodyPr tIns="38880"/>
          <a:lstStyle/>
          <a:p>
            <a:pPr eaLnBrk="1">
              <a:buClrTx/>
              <a:buFontTx/>
              <a:buNone/>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r>
              <a:rPr lang="en-US" altLang="en-US" dirty="0">
                <a:latin typeface="Comic Sans MS" panose="030F0702030302020204" pitchFamily="66" charset="0"/>
              </a:rPr>
              <a:t>Foundational Concepts</a:t>
            </a:r>
            <a:endParaRPr lang="en-US" altLang="en-US" dirty="0">
              <a:latin typeface="Comic Sans MS" panose="030F0702030302020204" pitchFamily="66" charset="0"/>
            </a:endParaRPr>
          </a:p>
        </p:txBody>
      </p:sp>
      <p:sp>
        <p:nvSpPr>
          <p:cNvPr id="5123" name="TextBox 2"/>
          <p:cNvSpPr txBox="1">
            <a:spLocks noChangeArrowheads="1"/>
          </p:cNvSpPr>
          <p:nvPr/>
        </p:nvSpPr>
        <p:spPr bwMode="auto">
          <a:xfrm>
            <a:off x="647824" y="900113"/>
            <a:ext cx="9001124" cy="47705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285750" indent="-285750">
              <a:defRPr>
                <a:solidFill>
                  <a:schemeClr val="bg1"/>
                </a:solidFill>
                <a:latin typeface="Arial" panose="020B0604020202020204" pitchFamily="34" charset="0"/>
                <a:ea typeface="Microsoft YaHei" panose="020B0503020204020204" pitchFamily="34" charset="-122"/>
              </a:defRPr>
            </a:lvl1pPr>
            <a:lvl2pPr>
              <a:defRPr>
                <a:solidFill>
                  <a:schemeClr val="bg1"/>
                </a:solidFill>
                <a:latin typeface="Arial" panose="020B0604020202020204" pitchFamily="34" charset="0"/>
                <a:ea typeface="Microsoft YaHei" panose="020B0503020204020204" pitchFamily="34" charset="-122"/>
              </a:defRPr>
            </a:lvl2pPr>
            <a:lvl3pPr>
              <a:defRPr>
                <a:solidFill>
                  <a:schemeClr val="bg1"/>
                </a:solidFill>
                <a:latin typeface="Arial" panose="020B0604020202020204" pitchFamily="34" charset="0"/>
                <a:ea typeface="Microsoft YaHei" panose="020B0503020204020204" pitchFamily="34" charset="-122"/>
              </a:defRPr>
            </a:lvl3pPr>
            <a:lvl4pPr>
              <a:defRPr>
                <a:solidFill>
                  <a:schemeClr val="bg1"/>
                </a:solidFill>
                <a:latin typeface="Arial" panose="020B0604020202020204" pitchFamily="34" charset="0"/>
                <a:ea typeface="Microsoft YaHei" panose="020B0503020204020204" pitchFamily="34" charset="-122"/>
              </a:defRPr>
            </a:lvl4pPr>
            <a:lvl5pPr>
              <a:defRPr>
                <a:solidFill>
                  <a:schemeClr val="bg1"/>
                </a:solidFill>
                <a:latin typeface="Arial" panose="020B0604020202020204" pitchFamily="34" charset="0"/>
                <a:ea typeface="Microsoft YaHei" panose="020B0503020204020204" pitchFamily="34" charset="-122"/>
              </a:defRPr>
            </a:lvl5pPr>
            <a:lvl6pPr marL="2514600" indent="-228600" defTabSz="457200" eaLnBrk="0" fontAlgn="base" hangingPunct="0">
              <a:spcBef>
                <a:spcPct val="0"/>
              </a:spcBef>
              <a:spcAft>
                <a:spcPct val="0"/>
              </a:spcAft>
              <a:defRPr>
                <a:solidFill>
                  <a:schemeClr val="bg1"/>
                </a:solidFill>
                <a:latin typeface="Arial" panose="020B0604020202020204" pitchFamily="34" charset="0"/>
                <a:ea typeface="Microsoft YaHei" panose="020B0503020204020204" pitchFamily="34" charset="-122"/>
              </a:defRPr>
            </a:lvl6pPr>
            <a:lvl7pPr marL="2971800" indent="-228600" defTabSz="457200" eaLnBrk="0" fontAlgn="base" hangingPunct="0">
              <a:spcBef>
                <a:spcPct val="0"/>
              </a:spcBef>
              <a:spcAft>
                <a:spcPct val="0"/>
              </a:spcAft>
              <a:defRPr>
                <a:solidFill>
                  <a:schemeClr val="bg1"/>
                </a:solidFill>
                <a:latin typeface="Arial" panose="020B0604020202020204" pitchFamily="34" charset="0"/>
                <a:ea typeface="Microsoft YaHei" panose="020B0503020204020204" pitchFamily="34" charset="-122"/>
              </a:defRPr>
            </a:lvl7pPr>
            <a:lvl8pPr marL="3429000" indent="-228600" defTabSz="457200" eaLnBrk="0" fontAlgn="base" hangingPunct="0">
              <a:spcBef>
                <a:spcPct val="0"/>
              </a:spcBef>
              <a:spcAft>
                <a:spcPct val="0"/>
              </a:spcAft>
              <a:defRPr>
                <a:solidFill>
                  <a:schemeClr val="bg1"/>
                </a:solidFill>
                <a:latin typeface="Arial" panose="020B0604020202020204" pitchFamily="34" charset="0"/>
                <a:ea typeface="Microsoft YaHei" panose="020B0503020204020204" pitchFamily="34" charset="-122"/>
              </a:defRPr>
            </a:lvl8pPr>
            <a:lvl9pPr marL="3886200" indent="-228600" defTabSz="457200" eaLnBrk="0" fontAlgn="base" hangingPunct="0">
              <a:spcBef>
                <a:spcPct val="0"/>
              </a:spcBef>
              <a:spcAft>
                <a:spcPct val="0"/>
              </a:spcAft>
              <a:defRPr>
                <a:solidFill>
                  <a:schemeClr val="bg1"/>
                </a:solidFill>
                <a:latin typeface="Arial" panose="020B0604020202020204" pitchFamily="34" charset="0"/>
                <a:ea typeface="Microsoft YaHei" panose="020B0503020204020204" pitchFamily="34" charset="-122"/>
              </a:defRPr>
            </a:lvl9pPr>
          </a:lstStyle>
          <a:p>
            <a:pPr>
              <a:buFont typeface="Wingdings" panose="05000000000000000000" pitchFamily="2" charset="2"/>
              <a:buChar char="Ø"/>
            </a:pPr>
            <a:r>
              <a:rPr lang="en-US" altLang="en-US" sz="2400" dirty="0">
                <a:solidFill>
                  <a:schemeClr val="tx1"/>
                </a:solidFill>
                <a:latin typeface="Comic Sans MS" panose="030F0702030302020204" pitchFamily="66" charset="0"/>
              </a:rPr>
              <a:t> Problem Solving</a:t>
            </a:r>
            <a:endParaRPr lang="en-US" altLang="en-US" sz="2400" dirty="0">
              <a:solidFill>
                <a:schemeClr val="tx1"/>
              </a:solidFill>
              <a:latin typeface="Comic Sans MS" panose="030F0702030302020204" pitchFamily="66" charset="0"/>
            </a:endParaRPr>
          </a:p>
          <a:p>
            <a:pPr lvl="1">
              <a:buFont typeface="Wingdings" panose="05000000000000000000" pitchFamily="2" charset="2"/>
              <a:buChar char="Ø"/>
            </a:pPr>
            <a:r>
              <a:rPr lang="en-US" altLang="en-US" sz="2000" dirty="0">
                <a:solidFill>
                  <a:schemeClr val="tx1"/>
                </a:solidFill>
                <a:latin typeface="Comic Sans MS" panose="030F0702030302020204" pitchFamily="66" charset="0"/>
              </a:rPr>
              <a:t>Developing an algorithm</a:t>
            </a:r>
            <a:endParaRPr lang="en-US" altLang="en-US" sz="2000" dirty="0">
              <a:solidFill>
                <a:schemeClr val="tx1"/>
              </a:solidFill>
              <a:latin typeface="Comic Sans MS" panose="030F0702030302020204" pitchFamily="66" charset="0"/>
            </a:endParaRPr>
          </a:p>
          <a:p>
            <a:pPr lvl="2" algn="just">
              <a:buFont typeface="Wingdings" panose="05000000000000000000" pitchFamily="2" charset="2"/>
              <a:buChar char="Ø"/>
            </a:pPr>
            <a:r>
              <a:rPr lang="en-US" altLang="en-US" sz="2000" dirty="0">
                <a:solidFill>
                  <a:schemeClr val="tx1"/>
                </a:solidFill>
                <a:latin typeface="Comic Sans MS" panose="030F0702030302020204" pitchFamily="66" charset="0"/>
              </a:rPr>
              <a:t>Before writing program code to solve a problem, it is necessary to devise a solution. </a:t>
            </a:r>
            <a:endParaRPr lang="en-US" altLang="en-US" sz="2000" dirty="0">
              <a:solidFill>
                <a:schemeClr val="tx1"/>
              </a:solidFill>
              <a:latin typeface="Comic Sans MS" panose="030F0702030302020204" pitchFamily="66" charset="0"/>
            </a:endParaRPr>
          </a:p>
          <a:p>
            <a:pPr lvl="2" algn="just">
              <a:buFont typeface="Wingdings" panose="05000000000000000000" pitchFamily="2" charset="2"/>
              <a:buChar char="Ø"/>
            </a:pPr>
            <a:endParaRPr lang="en-US" altLang="en-US" sz="2000" dirty="0">
              <a:solidFill>
                <a:schemeClr val="tx1"/>
              </a:solidFill>
              <a:latin typeface="Comic Sans MS" panose="030F0702030302020204" pitchFamily="66" charset="0"/>
            </a:endParaRPr>
          </a:p>
          <a:p>
            <a:pPr lvl="2" algn="just">
              <a:buFont typeface="Wingdings" panose="05000000000000000000" pitchFamily="2" charset="2"/>
              <a:buChar char="Ø"/>
            </a:pPr>
            <a:r>
              <a:rPr lang="en-US" altLang="en-US" sz="2000" dirty="0">
                <a:solidFill>
                  <a:schemeClr val="tx1"/>
                </a:solidFill>
                <a:latin typeface="Comic Sans MS" panose="030F0702030302020204" pitchFamily="66" charset="0"/>
              </a:rPr>
              <a:t>The solution is expressed in natural language and is referred to as an algorithm. </a:t>
            </a:r>
            <a:endParaRPr lang="en-US" altLang="en-US" sz="2000" dirty="0">
              <a:solidFill>
                <a:schemeClr val="tx1"/>
              </a:solidFill>
              <a:latin typeface="Comic Sans MS" panose="030F0702030302020204" pitchFamily="66" charset="0"/>
            </a:endParaRPr>
          </a:p>
          <a:p>
            <a:pPr lvl="2" algn="just">
              <a:buFont typeface="Wingdings" panose="05000000000000000000" pitchFamily="2" charset="2"/>
              <a:buChar char="Ø"/>
            </a:pPr>
            <a:endParaRPr lang="en-US" altLang="en-US" sz="2000" dirty="0">
              <a:solidFill>
                <a:schemeClr val="tx1"/>
              </a:solidFill>
              <a:latin typeface="Comic Sans MS" panose="030F0702030302020204" pitchFamily="66" charset="0"/>
            </a:endParaRPr>
          </a:p>
          <a:p>
            <a:pPr lvl="2" algn="just">
              <a:buFont typeface="Wingdings" panose="05000000000000000000" pitchFamily="2" charset="2"/>
              <a:buChar char="Ø"/>
            </a:pPr>
            <a:r>
              <a:rPr lang="en-US" altLang="en-US" sz="2000" dirty="0">
                <a:solidFill>
                  <a:schemeClr val="tx1"/>
                </a:solidFill>
                <a:latin typeface="Comic Sans MS" panose="030F0702030302020204" pitchFamily="66" charset="0"/>
              </a:rPr>
              <a:t>We can think of an algorithm as a very well-written recipe for a dish, with clearly defined steps that, if followed, will result in the dish being prepared. </a:t>
            </a:r>
            <a:endParaRPr lang="en-US" altLang="en-US" sz="2000" dirty="0">
              <a:solidFill>
                <a:schemeClr val="tx1"/>
              </a:solidFill>
              <a:latin typeface="Comic Sans MS" panose="030F0702030302020204" pitchFamily="66" charset="0"/>
            </a:endParaRPr>
          </a:p>
          <a:p>
            <a:pPr lvl="2" algn="just">
              <a:buFont typeface="Wingdings" panose="05000000000000000000" pitchFamily="2" charset="2"/>
              <a:buChar char="Ø"/>
            </a:pPr>
            <a:endParaRPr lang="en-US" altLang="en-US" sz="2000" dirty="0">
              <a:solidFill>
                <a:schemeClr val="tx1"/>
              </a:solidFill>
              <a:latin typeface="Comic Sans MS" panose="030F0702030302020204" pitchFamily="66" charset="0"/>
            </a:endParaRPr>
          </a:p>
          <a:p>
            <a:pPr lvl="2" algn="just">
              <a:buFont typeface="Wingdings" panose="05000000000000000000" pitchFamily="2" charset="2"/>
              <a:buChar char="Ø"/>
            </a:pPr>
            <a:r>
              <a:rPr lang="en-US" altLang="en-US" sz="2000" dirty="0">
                <a:solidFill>
                  <a:schemeClr val="tx1"/>
                </a:solidFill>
                <a:latin typeface="Comic Sans MS" panose="030F0702030302020204" pitchFamily="66" charset="0"/>
              </a:rPr>
              <a:t>We begin with a rough solution plan and keep refining the algorithm until it can capture all aspects of the desired solution. </a:t>
            </a:r>
            <a:endParaRPr lang="en-US" altLang="en-US" sz="2000" dirty="0">
              <a:solidFill>
                <a:schemeClr val="tx1"/>
              </a:solidFill>
              <a:latin typeface="Comic Sans MS" panose="030F0702030302020204" pitchFamily="66" charset="0"/>
            </a:endParaRPr>
          </a:p>
          <a:p>
            <a:pPr lvl="2" algn="just">
              <a:buFont typeface="Wingdings" panose="05000000000000000000" pitchFamily="2" charset="2"/>
              <a:buChar char="Ø"/>
            </a:pPr>
            <a:endParaRPr lang="en-US" altLang="en-US" sz="2000" dirty="0">
              <a:solidFill>
                <a:schemeClr val="tx1"/>
              </a:solidFill>
              <a:latin typeface="Comic Sans MS" panose="030F0702030302020204" pitchFamily="66" charset="0"/>
            </a:endParaRPr>
          </a:p>
        </p:txBody>
      </p:sp>
    </p:spTree>
  </p:cSld>
  <p:clrMapOvr>
    <a:masterClrMapping/>
  </p:clrMapOvr>
  <p:transition spd="med"/>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1"/>
          <p:cNvSpPr>
            <a:spLocks noGrp="1" noChangeArrowheads="1"/>
          </p:cNvSpPr>
          <p:nvPr>
            <p:ph type="title"/>
          </p:nvPr>
        </p:nvSpPr>
        <p:spPr>
          <a:xfrm>
            <a:off x="431800" y="107950"/>
            <a:ext cx="9070975" cy="792163"/>
          </a:xfrm>
        </p:spPr>
        <p:txBody>
          <a:bodyPr tIns="38880"/>
          <a:lstStyle/>
          <a:p>
            <a:pPr eaLnBrk="1">
              <a:buClrTx/>
              <a:buFontTx/>
              <a:buNone/>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r>
              <a:rPr lang="en-US" altLang="en-US" dirty="0">
                <a:latin typeface="Comic Sans MS" panose="030F0702030302020204" pitchFamily="66" charset="0"/>
              </a:rPr>
              <a:t>Foundational Concepts</a:t>
            </a:r>
            <a:endParaRPr lang="en-US" altLang="en-US" dirty="0">
              <a:latin typeface="Comic Sans MS" panose="030F0702030302020204" pitchFamily="66" charset="0"/>
            </a:endParaRPr>
          </a:p>
        </p:txBody>
      </p:sp>
      <p:sp>
        <p:nvSpPr>
          <p:cNvPr id="5123" name="TextBox 2"/>
          <p:cNvSpPr txBox="1">
            <a:spLocks noChangeArrowheads="1"/>
          </p:cNvSpPr>
          <p:nvPr/>
        </p:nvSpPr>
        <p:spPr bwMode="auto">
          <a:xfrm>
            <a:off x="647824" y="900113"/>
            <a:ext cx="9001124" cy="53860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285750" indent="-285750">
              <a:defRPr>
                <a:solidFill>
                  <a:schemeClr val="bg1"/>
                </a:solidFill>
                <a:latin typeface="Arial" panose="020B0604020202020204" pitchFamily="34" charset="0"/>
                <a:ea typeface="Microsoft YaHei" panose="020B0503020204020204" pitchFamily="34" charset="-122"/>
              </a:defRPr>
            </a:lvl1pPr>
            <a:lvl2pPr>
              <a:defRPr>
                <a:solidFill>
                  <a:schemeClr val="bg1"/>
                </a:solidFill>
                <a:latin typeface="Arial" panose="020B0604020202020204" pitchFamily="34" charset="0"/>
                <a:ea typeface="Microsoft YaHei" panose="020B0503020204020204" pitchFamily="34" charset="-122"/>
              </a:defRPr>
            </a:lvl2pPr>
            <a:lvl3pPr>
              <a:defRPr>
                <a:solidFill>
                  <a:schemeClr val="bg1"/>
                </a:solidFill>
                <a:latin typeface="Arial" panose="020B0604020202020204" pitchFamily="34" charset="0"/>
                <a:ea typeface="Microsoft YaHei" panose="020B0503020204020204" pitchFamily="34" charset="-122"/>
              </a:defRPr>
            </a:lvl3pPr>
            <a:lvl4pPr>
              <a:defRPr>
                <a:solidFill>
                  <a:schemeClr val="bg1"/>
                </a:solidFill>
                <a:latin typeface="Arial" panose="020B0604020202020204" pitchFamily="34" charset="0"/>
                <a:ea typeface="Microsoft YaHei" panose="020B0503020204020204" pitchFamily="34" charset="-122"/>
              </a:defRPr>
            </a:lvl4pPr>
            <a:lvl5pPr>
              <a:defRPr>
                <a:solidFill>
                  <a:schemeClr val="bg1"/>
                </a:solidFill>
                <a:latin typeface="Arial" panose="020B0604020202020204" pitchFamily="34" charset="0"/>
                <a:ea typeface="Microsoft YaHei" panose="020B0503020204020204" pitchFamily="34" charset="-122"/>
              </a:defRPr>
            </a:lvl5pPr>
            <a:lvl6pPr marL="2514600" indent="-228600" defTabSz="457200" eaLnBrk="0" fontAlgn="base" hangingPunct="0">
              <a:spcBef>
                <a:spcPct val="0"/>
              </a:spcBef>
              <a:spcAft>
                <a:spcPct val="0"/>
              </a:spcAft>
              <a:defRPr>
                <a:solidFill>
                  <a:schemeClr val="bg1"/>
                </a:solidFill>
                <a:latin typeface="Arial" panose="020B0604020202020204" pitchFamily="34" charset="0"/>
                <a:ea typeface="Microsoft YaHei" panose="020B0503020204020204" pitchFamily="34" charset="-122"/>
              </a:defRPr>
            </a:lvl6pPr>
            <a:lvl7pPr marL="2971800" indent="-228600" defTabSz="457200" eaLnBrk="0" fontAlgn="base" hangingPunct="0">
              <a:spcBef>
                <a:spcPct val="0"/>
              </a:spcBef>
              <a:spcAft>
                <a:spcPct val="0"/>
              </a:spcAft>
              <a:defRPr>
                <a:solidFill>
                  <a:schemeClr val="bg1"/>
                </a:solidFill>
                <a:latin typeface="Arial" panose="020B0604020202020204" pitchFamily="34" charset="0"/>
                <a:ea typeface="Microsoft YaHei" panose="020B0503020204020204" pitchFamily="34" charset="-122"/>
              </a:defRPr>
            </a:lvl7pPr>
            <a:lvl8pPr marL="3429000" indent="-228600" defTabSz="457200" eaLnBrk="0" fontAlgn="base" hangingPunct="0">
              <a:spcBef>
                <a:spcPct val="0"/>
              </a:spcBef>
              <a:spcAft>
                <a:spcPct val="0"/>
              </a:spcAft>
              <a:defRPr>
                <a:solidFill>
                  <a:schemeClr val="bg1"/>
                </a:solidFill>
                <a:latin typeface="Arial" panose="020B0604020202020204" pitchFamily="34" charset="0"/>
                <a:ea typeface="Microsoft YaHei" panose="020B0503020204020204" pitchFamily="34" charset="-122"/>
              </a:defRPr>
            </a:lvl8pPr>
            <a:lvl9pPr marL="3886200" indent="-228600" defTabSz="457200" eaLnBrk="0" fontAlgn="base" hangingPunct="0">
              <a:spcBef>
                <a:spcPct val="0"/>
              </a:spcBef>
              <a:spcAft>
                <a:spcPct val="0"/>
              </a:spcAft>
              <a:defRPr>
                <a:solidFill>
                  <a:schemeClr val="bg1"/>
                </a:solidFill>
                <a:latin typeface="Arial" panose="020B0604020202020204" pitchFamily="34" charset="0"/>
                <a:ea typeface="Microsoft YaHei" panose="020B0503020204020204" pitchFamily="34" charset="-122"/>
              </a:defRPr>
            </a:lvl9pPr>
          </a:lstStyle>
          <a:p>
            <a:pPr>
              <a:buFont typeface="Wingdings" panose="05000000000000000000" pitchFamily="2" charset="2"/>
              <a:buChar char="Ø"/>
            </a:pPr>
            <a:r>
              <a:rPr lang="en-US" altLang="en-US" sz="2400" dirty="0">
                <a:solidFill>
                  <a:schemeClr val="tx1"/>
                </a:solidFill>
                <a:latin typeface="Comic Sans MS" panose="030F0702030302020204" pitchFamily="66" charset="0"/>
              </a:rPr>
              <a:t> Problem Solving</a:t>
            </a:r>
            <a:endParaRPr lang="en-US" altLang="en-US" sz="2400" dirty="0">
              <a:solidFill>
                <a:schemeClr val="tx1"/>
              </a:solidFill>
              <a:latin typeface="Comic Sans MS" panose="030F0702030302020204" pitchFamily="66" charset="0"/>
            </a:endParaRPr>
          </a:p>
          <a:p>
            <a:pPr lvl="1">
              <a:buFont typeface="Wingdings" panose="05000000000000000000" pitchFamily="2" charset="2"/>
              <a:buChar char="Ø"/>
            </a:pPr>
            <a:r>
              <a:rPr lang="en-US" altLang="en-US" sz="2000" dirty="0">
                <a:solidFill>
                  <a:schemeClr val="tx1"/>
                </a:solidFill>
                <a:latin typeface="Comic Sans MS" panose="030F0702030302020204" pitchFamily="66" charset="0"/>
              </a:rPr>
              <a:t>Developing an algorithm</a:t>
            </a:r>
            <a:endParaRPr lang="en-US" altLang="en-US" sz="2000" dirty="0">
              <a:solidFill>
                <a:schemeClr val="tx1"/>
              </a:solidFill>
              <a:latin typeface="Comic Sans MS" panose="030F0702030302020204" pitchFamily="66" charset="0"/>
            </a:endParaRPr>
          </a:p>
          <a:p>
            <a:pPr lvl="2" algn="just">
              <a:buFont typeface="Wingdings" panose="05000000000000000000" pitchFamily="2" charset="2"/>
              <a:buChar char="Ø"/>
            </a:pPr>
            <a:r>
              <a:rPr lang="en-US" altLang="en-US" sz="2000" dirty="0">
                <a:solidFill>
                  <a:schemeClr val="tx1"/>
                </a:solidFill>
                <a:latin typeface="Comic Sans MS" panose="030F0702030302020204" pitchFamily="66" charset="0"/>
              </a:rPr>
              <a:t>Before writing program code to solve a problem, it is necessary to devise a solution. </a:t>
            </a:r>
            <a:endParaRPr lang="en-US" altLang="en-US" sz="2000" dirty="0">
              <a:solidFill>
                <a:schemeClr val="tx1"/>
              </a:solidFill>
              <a:latin typeface="Comic Sans MS" panose="030F0702030302020204" pitchFamily="66" charset="0"/>
            </a:endParaRPr>
          </a:p>
          <a:p>
            <a:pPr lvl="2" algn="just">
              <a:buFont typeface="Wingdings" panose="05000000000000000000" pitchFamily="2" charset="2"/>
              <a:buChar char="Ø"/>
            </a:pPr>
            <a:endParaRPr lang="en-US" altLang="en-US" sz="2000" dirty="0">
              <a:solidFill>
                <a:schemeClr val="tx1"/>
              </a:solidFill>
              <a:latin typeface="Comic Sans MS" panose="030F0702030302020204" pitchFamily="66" charset="0"/>
            </a:endParaRPr>
          </a:p>
          <a:p>
            <a:pPr lvl="2" algn="just">
              <a:buFont typeface="Wingdings" panose="05000000000000000000" pitchFamily="2" charset="2"/>
              <a:buChar char="Ø"/>
            </a:pPr>
            <a:r>
              <a:rPr lang="en-US" altLang="en-US" sz="2000" dirty="0">
                <a:solidFill>
                  <a:schemeClr val="tx1"/>
                </a:solidFill>
                <a:latin typeface="Comic Sans MS" panose="030F0702030302020204" pitchFamily="66" charset="0"/>
              </a:rPr>
              <a:t>The solution is expressed in natural language and is referred to as an algorithm. </a:t>
            </a:r>
            <a:endParaRPr lang="en-US" altLang="en-US" sz="2000" dirty="0">
              <a:solidFill>
                <a:schemeClr val="tx1"/>
              </a:solidFill>
              <a:latin typeface="Comic Sans MS" panose="030F0702030302020204" pitchFamily="66" charset="0"/>
            </a:endParaRPr>
          </a:p>
          <a:p>
            <a:pPr lvl="2" algn="just">
              <a:buFont typeface="Wingdings" panose="05000000000000000000" pitchFamily="2" charset="2"/>
              <a:buChar char="Ø"/>
            </a:pPr>
            <a:endParaRPr lang="en-US" altLang="en-US" sz="2000" dirty="0">
              <a:solidFill>
                <a:schemeClr val="tx1"/>
              </a:solidFill>
              <a:latin typeface="Comic Sans MS" panose="030F0702030302020204" pitchFamily="66" charset="0"/>
            </a:endParaRPr>
          </a:p>
          <a:p>
            <a:pPr lvl="2" algn="just">
              <a:buFont typeface="Wingdings" panose="05000000000000000000" pitchFamily="2" charset="2"/>
              <a:buChar char="Ø"/>
            </a:pPr>
            <a:r>
              <a:rPr lang="en-US" altLang="en-US" sz="2000" dirty="0">
                <a:solidFill>
                  <a:schemeClr val="tx1"/>
                </a:solidFill>
                <a:latin typeface="Comic Sans MS" panose="030F0702030302020204" pitchFamily="66" charset="0"/>
              </a:rPr>
              <a:t>We can think of an algorithm as a very well-written recipe for a dish, with clearly defined steps that, if followed, will result in the dish being prepared. </a:t>
            </a:r>
            <a:endParaRPr lang="en-US" altLang="en-US" sz="2000" dirty="0">
              <a:solidFill>
                <a:schemeClr val="tx1"/>
              </a:solidFill>
              <a:latin typeface="Comic Sans MS" panose="030F0702030302020204" pitchFamily="66" charset="0"/>
            </a:endParaRPr>
          </a:p>
          <a:p>
            <a:pPr lvl="2" algn="just">
              <a:buFont typeface="Wingdings" panose="05000000000000000000" pitchFamily="2" charset="2"/>
              <a:buChar char="Ø"/>
            </a:pPr>
            <a:endParaRPr lang="en-US" altLang="en-US" sz="2000" dirty="0">
              <a:solidFill>
                <a:schemeClr val="tx1"/>
              </a:solidFill>
              <a:latin typeface="Comic Sans MS" panose="030F0702030302020204" pitchFamily="66" charset="0"/>
            </a:endParaRPr>
          </a:p>
          <a:p>
            <a:pPr lvl="2" algn="just">
              <a:buFont typeface="Wingdings" panose="05000000000000000000" pitchFamily="2" charset="2"/>
              <a:buChar char="Ø"/>
            </a:pPr>
            <a:r>
              <a:rPr lang="en-US" altLang="en-US" sz="2000" dirty="0">
                <a:solidFill>
                  <a:schemeClr val="tx1"/>
                </a:solidFill>
                <a:latin typeface="Comic Sans MS" panose="030F0702030302020204" pitchFamily="66" charset="0"/>
              </a:rPr>
              <a:t>We begin with a rough solution plan and keep refining the algorithm until it can capture all aspects of the desired solution. </a:t>
            </a:r>
            <a:endParaRPr lang="en-US" altLang="en-US" sz="2000" dirty="0">
              <a:solidFill>
                <a:schemeClr val="tx1"/>
              </a:solidFill>
              <a:latin typeface="Comic Sans MS" panose="030F0702030302020204" pitchFamily="66" charset="0"/>
            </a:endParaRPr>
          </a:p>
          <a:p>
            <a:pPr lvl="2" algn="just">
              <a:buFont typeface="Wingdings" panose="05000000000000000000" pitchFamily="2" charset="2"/>
              <a:buChar char="Ø"/>
            </a:pPr>
            <a:endParaRPr lang="en-US" altLang="en-US" sz="2000" dirty="0">
              <a:solidFill>
                <a:schemeClr val="tx1"/>
              </a:solidFill>
              <a:latin typeface="Comic Sans MS" panose="030F0702030302020204" pitchFamily="66" charset="0"/>
            </a:endParaRPr>
          </a:p>
          <a:p>
            <a:pPr lvl="2" algn="just">
              <a:buFont typeface="Wingdings" panose="05000000000000000000" pitchFamily="2" charset="2"/>
              <a:buChar char="Ø"/>
            </a:pPr>
            <a:r>
              <a:rPr lang="en-US" altLang="en-US" sz="2000" dirty="0">
                <a:solidFill>
                  <a:schemeClr val="tx1"/>
                </a:solidFill>
                <a:latin typeface="Comic Sans MS" panose="030F0702030302020204" pitchFamily="66" charset="0"/>
              </a:rPr>
              <a:t>There may be more than one algorithm for a given problem, and we must choose the best one.</a:t>
            </a:r>
            <a:endParaRPr lang="en-US" altLang="en-US" sz="2000" dirty="0">
              <a:solidFill>
                <a:schemeClr val="tx1"/>
              </a:solidFill>
              <a:latin typeface="Comic Sans MS" panose="030F0702030302020204" pitchFamily="66" charset="0"/>
            </a:endParaRPr>
          </a:p>
        </p:txBody>
      </p:sp>
    </p:spTree>
  </p:cSld>
  <p:clrMapOvr>
    <a:masterClrMapping/>
  </p:clrMapOvr>
  <p:transition spd="med"/>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1"/>
          <p:cNvSpPr>
            <a:spLocks noGrp="1" noChangeArrowheads="1"/>
          </p:cNvSpPr>
          <p:nvPr>
            <p:ph type="title"/>
          </p:nvPr>
        </p:nvSpPr>
        <p:spPr>
          <a:xfrm>
            <a:off x="431800" y="107950"/>
            <a:ext cx="9070975" cy="792163"/>
          </a:xfrm>
        </p:spPr>
        <p:txBody>
          <a:bodyPr tIns="38880"/>
          <a:lstStyle/>
          <a:p>
            <a:pPr eaLnBrk="1">
              <a:buClrTx/>
              <a:buFontTx/>
              <a:buNone/>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r>
              <a:rPr lang="en-US" altLang="en-US" dirty="0">
                <a:latin typeface="Comic Sans MS" panose="030F0702030302020204" pitchFamily="66" charset="0"/>
              </a:rPr>
              <a:t>Foundational Concepts</a:t>
            </a:r>
            <a:endParaRPr lang="en-US" altLang="en-US" dirty="0">
              <a:latin typeface="Comic Sans MS" panose="030F0702030302020204" pitchFamily="66" charset="0"/>
            </a:endParaRPr>
          </a:p>
        </p:txBody>
      </p:sp>
      <p:sp>
        <p:nvSpPr>
          <p:cNvPr id="5123" name="TextBox 2"/>
          <p:cNvSpPr txBox="1">
            <a:spLocks noChangeArrowheads="1"/>
          </p:cNvSpPr>
          <p:nvPr/>
        </p:nvSpPr>
        <p:spPr bwMode="auto">
          <a:xfrm>
            <a:off x="647824" y="900113"/>
            <a:ext cx="9001124" cy="20005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285750" indent="-285750">
              <a:defRPr>
                <a:solidFill>
                  <a:schemeClr val="bg1"/>
                </a:solidFill>
                <a:latin typeface="Arial" panose="020B0604020202020204" pitchFamily="34" charset="0"/>
                <a:ea typeface="Microsoft YaHei" panose="020B0503020204020204" pitchFamily="34" charset="-122"/>
              </a:defRPr>
            </a:lvl1pPr>
            <a:lvl2pPr>
              <a:defRPr>
                <a:solidFill>
                  <a:schemeClr val="bg1"/>
                </a:solidFill>
                <a:latin typeface="Arial" panose="020B0604020202020204" pitchFamily="34" charset="0"/>
                <a:ea typeface="Microsoft YaHei" panose="020B0503020204020204" pitchFamily="34" charset="-122"/>
              </a:defRPr>
            </a:lvl2pPr>
            <a:lvl3pPr>
              <a:defRPr>
                <a:solidFill>
                  <a:schemeClr val="bg1"/>
                </a:solidFill>
                <a:latin typeface="Arial" panose="020B0604020202020204" pitchFamily="34" charset="0"/>
                <a:ea typeface="Microsoft YaHei" panose="020B0503020204020204" pitchFamily="34" charset="-122"/>
              </a:defRPr>
            </a:lvl3pPr>
            <a:lvl4pPr>
              <a:defRPr>
                <a:solidFill>
                  <a:schemeClr val="bg1"/>
                </a:solidFill>
                <a:latin typeface="Arial" panose="020B0604020202020204" pitchFamily="34" charset="0"/>
                <a:ea typeface="Microsoft YaHei" panose="020B0503020204020204" pitchFamily="34" charset="-122"/>
              </a:defRPr>
            </a:lvl4pPr>
            <a:lvl5pPr>
              <a:defRPr>
                <a:solidFill>
                  <a:schemeClr val="bg1"/>
                </a:solidFill>
                <a:latin typeface="Arial" panose="020B0604020202020204" pitchFamily="34" charset="0"/>
                <a:ea typeface="Microsoft YaHei" panose="020B0503020204020204" pitchFamily="34" charset="-122"/>
              </a:defRPr>
            </a:lvl5pPr>
            <a:lvl6pPr marL="2514600" indent="-228600" defTabSz="457200" eaLnBrk="0" fontAlgn="base" hangingPunct="0">
              <a:spcBef>
                <a:spcPct val="0"/>
              </a:spcBef>
              <a:spcAft>
                <a:spcPct val="0"/>
              </a:spcAft>
              <a:defRPr>
                <a:solidFill>
                  <a:schemeClr val="bg1"/>
                </a:solidFill>
                <a:latin typeface="Arial" panose="020B0604020202020204" pitchFamily="34" charset="0"/>
                <a:ea typeface="Microsoft YaHei" panose="020B0503020204020204" pitchFamily="34" charset="-122"/>
              </a:defRPr>
            </a:lvl6pPr>
            <a:lvl7pPr marL="2971800" indent="-228600" defTabSz="457200" eaLnBrk="0" fontAlgn="base" hangingPunct="0">
              <a:spcBef>
                <a:spcPct val="0"/>
              </a:spcBef>
              <a:spcAft>
                <a:spcPct val="0"/>
              </a:spcAft>
              <a:defRPr>
                <a:solidFill>
                  <a:schemeClr val="bg1"/>
                </a:solidFill>
                <a:latin typeface="Arial" panose="020B0604020202020204" pitchFamily="34" charset="0"/>
                <a:ea typeface="Microsoft YaHei" panose="020B0503020204020204" pitchFamily="34" charset="-122"/>
              </a:defRPr>
            </a:lvl7pPr>
            <a:lvl8pPr marL="3429000" indent="-228600" defTabSz="457200" eaLnBrk="0" fontAlgn="base" hangingPunct="0">
              <a:spcBef>
                <a:spcPct val="0"/>
              </a:spcBef>
              <a:spcAft>
                <a:spcPct val="0"/>
              </a:spcAft>
              <a:defRPr>
                <a:solidFill>
                  <a:schemeClr val="bg1"/>
                </a:solidFill>
                <a:latin typeface="Arial" panose="020B0604020202020204" pitchFamily="34" charset="0"/>
                <a:ea typeface="Microsoft YaHei" panose="020B0503020204020204" pitchFamily="34" charset="-122"/>
              </a:defRPr>
            </a:lvl8pPr>
            <a:lvl9pPr marL="3886200" indent="-228600" defTabSz="457200" eaLnBrk="0" fontAlgn="base" hangingPunct="0">
              <a:spcBef>
                <a:spcPct val="0"/>
              </a:spcBef>
              <a:spcAft>
                <a:spcPct val="0"/>
              </a:spcAft>
              <a:defRPr>
                <a:solidFill>
                  <a:schemeClr val="bg1"/>
                </a:solidFill>
                <a:latin typeface="Arial" panose="020B0604020202020204" pitchFamily="34" charset="0"/>
                <a:ea typeface="Microsoft YaHei" panose="020B0503020204020204" pitchFamily="34" charset="-122"/>
              </a:defRPr>
            </a:lvl9pPr>
          </a:lstStyle>
          <a:p>
            <a:pPr>
              <a:buFont typeface="Wingdings" panose="05000000000000000000" pitchFamily="2" charset="2"/>
              <a:buChar char="Ø"/>
            </a:pPr>
            <a:r>
              <a:rPr lang="en-US" altLang="en-US" sz="2400" dirty="0">
                <a:solidFill>
                  <a:schemeClr val="tx1"/>
                </a:solidFill>
                <a:latin typeface="Comic Sans MS" panose="030F0702030302020204" pitchFamily="66" charset="0"/>
              </a:rPr>
              <a:t> Problem Solving</a:t>
            </a:r>
            <a:endParaRPr lang="en-US" altLang="en-US" sz="2400" dirty="0">
              <a:solidFill>
                <a:schemeClr val="tx1"/>
              </a:solidFill>
              <a:latin typeface="Comic Sans MS" panose="030F0702030302020204" pitchFamily="66" charset="0"/>
            </a:endParaRPr>
          </a:p>
          <a:p>
            <a:pPr lvl="1">
              <a:buFont typeface="Wingdings" panose="05000000000000000000" pitchFamily="2" charset="2"/>
              <a:buChar char="Ø"/>
            </a:pPr>
            <a:r>
              <a:rPr lang="en-US" altLang="en-US" sz="2000" dirty="0">
                <a:solidFill>
                  <a:schemeClr val="tx1"/>
                </a:solidFill>
                <a:latin typeface="Comic Sans MS" panose="030F0702030302020204" pitchFamily="66" charset="0"/>
              </a:rPr>
              <a:t>Coding</a:t>
            </a:r>
            <a:endParaRPr lang="en-US" altLang="en-US" sz="2000" dirty="0">
              <a:solidFill>
                <a:schemeClr val="tx1"/>
              </a:solidFill>
              <a:latin typeface="Comic Sans MS" panose="030F0702030302020204" pitchFamily="66" charset="0"/>
            </a:endParaRPr>
          </a:p>
          <a:p>
            <a:pPr lvl="2" algn="just">
              <a:buFont typeface="Wingdings" panose="05000000000000000000" pitchFamily="2" charset="2"/>
              <a:buChar char="Ø"/>
            </a:pPr>
            <a:r>
              <a:rPr lang="en-US" altLang="en-US" sz="2000" dirty="0">
                <a:solidFill>
                  <a:schemeClr val="tx1"/>
                </a:solidFill>
                <a:latin typeface="Comic Sans MS" panose="030F0702030302020204" pitchFamily="66" charset="0"/>
              </a:rPr>
              <a:t>After we have finalized the algorithm, we must convert it into a format that the computer can understand in order to generate the desired solution. </a:t>
            </a:r>
            <a:endParaRPr lang="en-US" altLang="en-US" sz="2000" dirty="0">
              <a:solidFill>
                <a:schemeClr val="tx1"/>
              </a:solidFill>
              <a:latin typeface="Comic Sans MS" panose="030F0702030302020204" pitchFamily="66" charset="0"/>
            </a:endParaRPr>
          </a:p>
          <a:p>
            <a:pPr lvl="2" algn="just">
              <a:buFont typeface="Wingdings" panose="05000000000000000000" pitchFamily="2" charset="2"/>
              <a:buChar char="Ø"/>
            </a:pPr>
            <a:endParaRPr lang="en-US" altLang="en-US" sz="2000" dirty="0">
              <a:solidFill>
                <a:schemeClr val="tx1"/>
              </a:solidFill>
              <a:latin typeface="Comic Sans MS" panose="030F0702030302020204" pitchFamily="66" charset="0"/>
            </a:endParaRPr>
          </a:p>
        </p:txBody>
      </p:sp>
    </p:spTree>
  </p:cSld>
  <p:clrMapOvr>
    <a:masterClrMapping/>
  </p:clrMapOvr>
  <p:transition spd="med"/>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1"/>
          <p:cNvSpPr>
            <a:spLocks noGrp="1" noChangeArrowheads="1"/>
          </p:cNvSpPr>
          <p:nvPr>
            <p:ph type="title"/>
          </p:nvPr>
        </p:nvSpPr>
        <p:spPr>
          <a:xfrm>
            <a:off x="431800" y="107950"/>
            <a:ext cx="9070975" cy="792163"/>
          </a:xfrm>
        </p:spPr>
        <p:txBody>
          <a:bodyPr tIns="38880"/>
          <a:lstStyle/>
          <a:p>
            <a:pPr eaLnBrk="1">
              <a:buClrTx/>
              <a:buFontTx/>
              <a:buNone/>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r>
              <a:rPr lang="en-US" altLang="en-US" dirty="0">
                <a:latin typeface="Comic Sans MS" panose="030F0702030302020204" pitchFamily="66" charset="0"/>
              </a:rPr>
              <a:t>Foundational Concepts</a:t>
            </a:r>
            <a:endParaRPr lang="en-US" altLang="en-US" dirty="0">
              <a:latin typeface="Comic Sans MS" panose="030F0702030302020204" pitchFamily="66" charset="0"/>
            </a:endParaRPr>
          </a:p>
        </p:txBody>
      </p:sp>
      <p:sp>
        <p:nvSpPr>
          <p:cNvPr id="5123" name="TextBox 2"/>
          <p:cNvSpPr txBox="1">
            <a:spLocks noChangeArrowheads="1"/>
          </p:cNvSpPr>
          <p:nvPr/>
        </p:nvSpPr>
        <p:spPr bwMode="auto">
          <a:xfrm>
            <a:off x="647824" y="900113"/>
            <a:ext cx="9001124" cy="29238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285750" indent="-285750">
              <a:defRPr>
                <a:solidFill>
                  <a:schemeClr val="bg1"/>
                </a:solidFill>
                <a:latin typeface="Arial" panose="020B0604020202020204" pitchFamily="34" charset="0"/>
                <a:ea typeface="Microsoft YaHei" panose="020B0503020204020204" pitchFamily="34" charset="-122"/>
              </a:defRPr>
            </a:lvl1pPr>
            <a:lvl2pPr>
              <a:defRPr>
                <a:solidFill>
                  <a:schemeClr val="bg1"/>
                </a:solidFill>
                <a:latin typeface="Arial" panose="020B0604020202020204" pitchFamily="34" charset="0"/>
                <a:ea typeface="Microsoft YaHei" panose="020B0503020204020204" pitchFamily="34" charset="-122"/>
              </a:defRPr>
            </a:lvl2pPr>
            <a:lvl3pPr>
              <a:defRPr>
                <a:solidFill>
                  <a:schemeClr val="bg1"/>
                </a:solidFill>
                <a:latin typeface="Arial" panose="020B0604020202020204" pitchFamily="34" charset="0"/>
                <a:ea typeface="Microsoft YaHei" panose="020B0503020204020204" pitchFamily="34" charset="-122"/>
              </a:defRPr>
            </a:lvl3pPr>
            <a:lvl4pPr>
              <a:defRPr>
                <a:solidFill>
                  <a:schemeClr val="bg1"/>
                </a:solidFill>
                <a:latin typeface="Arial" panose="020B0604020202020204" pitchFamily="34" charset="0"/>
                <a:ea typeface="Microsoft YaHei" panose="020B0503020204020204" pitchFamily="34" charset="-122"/>
              </a:defRPr>
            </a:lvl4pPr>
            <a:lvl5pPr>
              <a:defRPr>
                <a:solidFill>
                  <a:schemeClr val="bg1"/>
                </a:solidFill>
                <a:latin typeface="Arial" panose="020B0604020202020204" pitchFamily="34" charset="0"/>
                <a:ea typeface="Microsoft YaHei" panose="020B0503020204020204" pitchFamily="34" charset="-122"/>
              </a:defRPr>
            </a:lvl5pPr>
            <a:lvl6pPr marL="2514600" indent="-228600" defTabSz="457200" eaLnBrk="0" fontAlgn="base" hangingPunct="0">
              <a:spcBef>
                <a:spcPct val="0"/>
              </a:spcBef>
              <a:spcAft>
                <a:spcPct val="0"/>
              </a:spcAft>
              <a:defRPr>
                <a:solidFill>
                  <a:schemeClr val="bg1"/>
                </a:solidFill>
                <a:latin typeface="Arial" panose="020B0604020202020204" pitchFamily="34" charset="0"/>
                <a:ea typeface="Microsoft YaHei" panose="020B0503020204020204" pitchFamily="34" charset="-122"/>
              </a:defRPr>
            </a:lvl6pPr>
            <a:lvl7pPr marL="2971800" indent="-228600" defTabSz="457200" eaLnBrk="0" fontAlgn="base" hangingPunct="0">
              <a:spcBef>
                <a:spcPct val="0"/>
              </a:spcBef>
              <a:spcAft>
                <a:spcPct val="0"/>
              </a:spcAft>
              <a:defRPr>
                <a:solidFill>
                  <a:schemeClr val="bg1"/>
                </a:solidFill>
                <a:latin typeface="Arial" panose="020B0604020202020204" pitchFamily="34" charset="0"/>
                <a:ea typeface="Microsoft YaHei" panose="020B0503020204020204" pitchFamily="34" charset="-122"/>
              </a:defRPr>
            </a:lvl7pPr>
            <a:lvl8pPr marL="3429000" indent="-228600" defTabSz="457200" eaLnBrk="0" fontAlgn="base" hangingPunct="0">
              <a:spcBef>
                <a:spcPct val="0"/>
              </a:spcBef>
              <a:spcAft>
                <a:spcPct val="0"/>
              </a:spcAft>
              <a:defRPr>
                <a:solidFill>
                  <a:schemeClr val="bg1"/>
                </a:solidFill>
                <a:latin typeface="Arial" panose="020B0604020202020204" pitchFamily="34" charset="0"/>
                <a:ea typeface="Microsoft YaHei" panose="020B0503020204020204" pitchFamily="34" charset="-122"/>
              </a:defRPr>
            </a:lvl8pPr>
            <a:lvl9pPr marL="3886200" indent="-228600" defTabSz="457200" eaLnBrk="0" fontAlgn="base" hangingPunct="0">
              <a:spcBef>
                <a:spcPct val="0"/>
              </a:spcBef>
              <a:spcAft>
                <a:spcPct val="0"/>
              </a:spcAft>
              <a:defRPr>
                <a:solidFill>
                  <a:schemeClr val="bg1"/>
                </a:solidFill>
                <a:latin typeface="Arial" panose="020B0604020202020204" pitchFamily="34" charset="0"/>
                <a:ea typeface="Microsoft YaHei" panose="020B0503020204020204" pitchFamily="34" charset="-122"/>
              </a:defRPr>
            </a:lvl9pPr>
          </a:lstStyle>
          <a:p>
            <a:pPr>
              <a:buFont typeface="Wingdings" panose="05000000000000000000" pitchFamily="2" charset="2"/>
              <a:buChar char="Ø"/>
            </a:pPr>
            <a:r>
              <a:rPr lang="en-US" altLang="en-US" sz="2400" dirty="0">
                <a:solidFill>
                  <a:schemeClr val="tx1"/>
                </a:solidFill>
                <a:latin typeface="Comic Sans MS" panose="030F0702030302020204" pitchFamily="66" charset="0"/>
              </a:rPr>
              <a:t> Problem Solving</a:t>
            </a:r>
            <a:endParaRPr lang="en-US" altLang="en-US" sz="2400" dirty="0">
              <a:solidFill>
                <a:schemeClr val="tx1"/>
              </a:solidFill>
              <a:latin typeface="Comic Sans MS" panose="030F0702030302020204" pitchFamily="66" charset="0"/>
            </a:endParaRPr>
          </a:p>
          <a:p>
            <a:pPr lvl="1">
              <a:buFont typeface="Wingdings" panose="05000000000000000000" pitchFamily="2" charset="2"/>
              <a:buChar char="Ø"/>
            </a:pPr>
            <a:r>
              <a:rPr lang="en-US" altLang="en-US" sz="2000" dirty="0">
                <a:solidFill>
                  <a:schemeClr val="tx1"/>
                </a:solidFill>
                <a:latin typeface="Comic Sans MS" panose="030F0702030302020204" pitchFamily="66" charset="0"/>
              </a:rPr>
              <a:t>Coding</a:t>
            </a:r>
            <a:endParaRPr lang="en-US" altLang="en-US" sz="2000" dirty="0">
              <a:solidFill>
                <a:schemeClr val="tx1"/>
              </a:solidFill>
              <a:latin typeface="Comic Sans MS" panose="030F0702030302020204" pitchFamily="66" charset="0"/>
            </a:endParaRPr>
          </a:p>
          <a:p>
            <a:pPr lvl="2" algn="just">
              <a:buFont typeface="Wingdings" panose="05000000000000000000" pitchFamily="2" charset="2"/>
              <a:buChar char="Ø"/>
            </a:pPr>
            <a:r>
              <a:rPr lang="en-US" altLang="en-US" sz="2000" dirty="0">
                <a:solidFill>
                  <a:schemeClr val="tx1"/>
                </a:solidFill>
                <a:latin typeface="Comic Sans MS" panose="030F0702030302020204" pitchFamily="66" charset="0"/>
              </a:rPr>
              <a:t>After we have finalized the algorithm, we must convert it into a format that the computer can understand in order to generate the desired solution. </a:t>
            </a:r>
            <a:endParaRPr lang="en-US" altLang="en-US" sz="2000" dirty="0">
              <a:solidFill>
                <a:schemeClr val="tx1"/>
              </a:solidFill>
              <a:latin typeface="Comic Sans MS" panose="030F0702030302020204" pitchFamily="66" charset="0"/>
            </a:endParaRPr>
          </a:p>
          <a:p>
            <a:pPr lvl="2" algn="just">
              <a:buFont typeface="Wingdings" panose="05000000000000000000" pitchFamily="2" charset="2"/>
              <a:buChar char="Ø"/>
            </a:pPr>
            <a:endParaRPr lang="en-US" altLang="en-US" sz="2000" dirty="0">
              <a:solidFill>
                <a:schemeClr val="tx1"/>
              </a:solidFill>
              <a:latin typeface="Comic Sans MS" panose="030F0702030302020204" pitchFamily="66" charset="0"/>
            </a:endParaRPr>
          </a:p>
          <a:p>
            <a:pPr lvl="2" algn="just">
              <a:buFont typeface="Wingdings" panose="05000000000000000000" pitchFamily="2" charset="2"/>
              <a:buChar char="Ø"/>
            </a:pPr>
            <a:r>
              <a:rPr lang="en-US" altLang="en-US" sz="2000" dirty="0">
                <a:solidFill>
                  <a:schemeClr val="tx1"/>
                </a:solidFill>
                <a:latin typeface="Comic Sans MS" panose="030F0702030302020204" pitchFamily="66" charset="0"/>
              </a:rPr>
              <a:t>A program can be written in a variety of high-level programming languages.</a:t>
            </a:r>
            <a:endParaRPr lang="en-US" altLang="en-US" sz="2000" dirty="0">
              <a:solidFill>
                <a:schemeClr val="tx1"/>
              </a:solidFill>
              <a:latin typeface="Comic Sans MS" panose="030F0702030302020204" pitchFamily="66" charset="0"/>
            </a:endParaRPr>
          </a:p>
          <a:p>
            <a:pPr lvl="2" algn="just">
              <a:buFont typeface="Wingdings" panose="05000000000000000000" pitchFamily="2" charset="2"/>
              <a:buChar char="Ø"/>
            </a:pPr>
            <a:endParaRPr lang="en-US" altLang="en-US" sz="2000" dirty="0">
              <a:solidFill>
                <a:schemeClr val="tx1"/>
              </a:solidFill>
              <a:latin typeface="Comic Sans MS" panose="030F0702030302020204" pitchFamily="66" charset="0"/>
            </a:endParaRPr>
          </a:p>
        </p:txBody>
      </p:sp>
    </p:spTree>
  </p:cSld>
  <p:clrMapOvr>
    <a:masterClrMapping/>
  </p:clrMapOvr>
  <p:transition spd="med"/>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1"/>
          <p:cNvSpPr>
            <a:spLocks noGrp="1" noChangeArrowheads="1"/>
          </p:cNvSpPr>
          <p:nvPr>
            <p:ph type="title"/>
          </p:nvPr>
        </p:nvSpPr>
        <p:spPr>
          <a:xfrm>
            <a:off x="431800" y="107950"/>
            <a:ext cx="9070975" cy="792163"/>
          </a:xfrm>
        </p:spPr>
        <p:txBody>
          <a:bodyPr tIns="38880"/>
          <a:lstStyle/>
          <a:p>
            <a:pPr eaLnBrk="1">
              <a:buClrTx/>
              <a:buFontTx/>
              <a:buNone/>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r>
              <a:rPr lang="en-US" altLang="en-US" dirty="0">
                <a:latin typeface="Comic Sans MS" panose="030F0702030302020204" pitchFamily="66" charset="0"/>
              </a:rPr>
              <a:t>Foundational Concepts</a:t>
            </a:r>
            <a:endParaRPr lang="en-US" altLang="en-US" dirty="0">
              <a:latin typeface="Comic Sans MS" panose="030F0702030302020204" pitchFamily="66" charset="0"/>
            </a:endParaRPr>
          </a:p>
        </p:txBody>
      </p:sp>
      <p:sp>
        <p:nvSpPr>
          <p:cNvPr id="5123" name="TextBox 2"/>
          <p:cNvSpPr txBox="1">
            <a:spLocks noChangeArrowheads="1"/>
          </p:cNvSpPr>
          <p:nvPr/>
        </p:nvSpPr>
        <p:spPr bwMode="auto">
          <a:xfrm>
            <a:off x="647824" y="900113"/>
            <a:ext cx="9001124" cy="38472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285750" indent="-285750">
              <a:defRPr>
                <a:solidFill>
                  <a:schemeClr val="bg1"/>
                </a:solidFill>
                <a:latin typeface="Arial" panose="020B0604020202020204" pitchFamily="34" charset="0"/>
                <a:ea typeface="Microsoft YaHei" panose="020B0503020204020204" pitchFamily="34" charset="-122"/>
              </a:defRPr>
            </a:lvl1pPr>
            <a:lvl2pPr>
              <a:defRPr>
                <a:solidFill>
                  <a:schemeClr val="bg1"/>
                </a:solidFill>
                <a:latin typeface="Arial" panose="020B0604020202020204" pitchFamily="34" charset="0"/>
                <a:ea typeface="Microsoft YaHei" panose="020B0503020204020204" pitchFamily="34" charset="-122"/>
              </a:defRPr>
            </a:lvl2pPr>
            <a:lvl3pPr>
              <a:defRPr>
                <a:solidFill>
                  <a:schemeClr val="bg1"/>
                </a:solidFill>
                <a:latin typeface="Arial" panose="020B0604020202020204" pitchFamily="34" charset="0"/>
                <a:ea typeface="Microsoft YaHei" panose="020B0503020204020204" pitchFamily="34" charset="-122"/>
              </a:defRPr>
            </a:lvl3pPr>
            <a:lvl4pPr>
              <a:defRPr>
                <a:solidFill>
                  <a:schemeClr val="bg1"/>
                </a:solidFill>
                <a:latin typeface="Arial" panose="020B0604020202020204" pitchFamily="34" charset="0"/>
                <a:ea typeface="Microsoft YaHei" panose="020B0503020204020204" pitchFamily="34" charset="-122"/>
              </a:defRPr>
            </a:lvl4pPr>
            <a:lvl5pPr>
              <a:defRPr>
                <a:solidFill>
                  <a:schemeClr val="bg1"/>
                </a:solidFill>
                <a:latin typeface="Arial" panose="020B0604020202020204" pitchFamily="34" charset="0"/>
                <a:ea typeface="Microsoft YaHei" panose="020B0503020204020204" pitchFamily="34" charset="-122"/>
              </a:defRPr>
            </a:lvl5pPr>
            <a:lvl6pPr marL="2514600" indent="-228600" defTabSz="457200" eaLnBrk="0" fontAlgn="base" hangingPunct="0">
              <a:spcBef>
                <a:spcPct val="0"/>
              </a:spcBef>
              <a:spcAft>
                <a:spcPct val="0"/>
              </a:spcAft>
              <a:defRPr>
                <a:solidFill>
                  <a:schemeClr val="bg1"/>
                </a:solidFill>
                <a:latin typeface="Arial" panose="020B0604020202020204" pitchFamily="34" charset="0"/>
                <a:ea typeface="Microsoft YaHei" panose="020B0503020204020204" pitchFamily="34" charset="-122"/>
              </a:defRPr>
            </a:lvl6pPr>
            <a:lvl7pPr marL="2971800" indent="-228600" defTabSz="457200" eaLnBrk="0" fontAlgn="base" hangingPunct="0">
              <a:spcBef>
                <a:spcPct val="0"/>
              </a:spcBef>
              <a:spcAft>
                <a:spcPct val="0"/>
              </a:spcAft>
              <a:defRPr>
                <a:solidFill>
                  <a:schemeClr val="bg1"/>
                </a:solidFill>
                <a:latin typeface="Arial" panose="020B0604020202020204" pitchFamily="34" charset="0"/>
                <a:ea typeface="Microsoft YaHei" panose="020B0503020204020204" pitchFamily="34" charset="-122"/>
              </a:defRPr>
            </a:lvl7pPr>
            <a:lvl8pPr marL="3429000" indent="-228600" defTabSz="457200" eaLnBrk="0" fontAlgn="base" hangingPunct="0">
              <a:spcBef>
                <a:spcPct val="0"/>
              </a:spcBef>
              <a:spcAft>
                <a:spcPct val="0"/>
              </a:spcAft>
              <a:defRPr>
                <a:solidFill>
                  <a:schemeClr val="bg1"/>
                </a:solidFill>
                <a:latin typeface="Arial" panose="020B0604020202020204" pitchFamily="34" charset="0"/>
                <a:ea typeface="Microsoft YaHei" panose="020B0503020204020204" pitchFamily="34" charset="-122"/>
              </a:defRPr>
            </a:lvl8pPr>
            <a:lvl9pPr marL="3886200" indent="-228600" defTabSz="457200" eaLnBrk="0" fontAlgn="base" hangingPunct="0">
              <a:spcBef>
                <a:spcPct val="0"/>
              </a:spcBef>
              <a:spcAft>
                <a:spcPct val="0"/>
              </a:spcAft>
              <a:defRPr>
                <a:solidFill>
                  <a:schemeClr val="bg1"/>
                </a:solidFill>
                <a:latin typeface="Arial" panose="020B0604020202020204" pitchFamily="34" charset="0"/>
                <a:ea typeface="Microsoft YaHei" panose="020B0503020204020204" pitchFamily="34" charset="-122"/>
              </a:defRPr>
            </a:lvl9pPr>
          </a:lstStyle>
          <a:p>
            <a:pPr>
              <a:buFont typeface="Wingdings" panose="05000000000000000000" pitchFamily="2" charset="2"/>
              <a:buChar char="Ø"/>
            </a:pPr>
            <a:r>
              <a:rPr lang="en-US" altLang="en-US" sz="2400" dirty="0">
                <a:solidFill>
                  <a:schemeClr val="tx1"/>
                </a:solidFill>
                <a:latin typeface="Comic Sans MS" panose="030F0702030302020204" pitchFamily="66" charset="0"/>
              </a:rPr>
              <a:t> Problem Solving</a:t>
            </a:r>
            <a:endParaRPr lang="en-US" altLang="en-US" sz="2400" dirty="0">
              <a:solidFill>
                <a:schemeClr val="tx1"/>
              </a:solidFill>
              <a:latin typeface="Comic Sans MS" panose="030F0702030302020204" pitchFamily="66" charset="0"/>
            </a:endParaRPr>
          </a:p>
          <a:p>
            <a:pPr lvl="1">
              <a:buFont typeface="Wingdings" panose="05000000000000000000" pitchFamily="2" charset="2"/>
              <a:buChar char="Ø"/>
            </a:pPr>
            <a:r>
              <a:rPr lang="en-US" altLang="en-US" sz="2000" dirty="0">
                <a:solidFill>
                  <a:schemeClr val="tx1"/>
                </a:solidFill>
                <a:latin typeface="Comic Sans MS" panose="030F0702030302020204" pitchFamily="66" charset="0"/>
              </a:rPr>
              <a:t>Coding</a:t>
            </a:r>
            <a:endParaRPr lang="en-US" altLang="en-US" sz="2000" dirty="0">
              <a:solidFill>
                <a:schemeClr val="tx1"/>
              </a:solidFill>
              <a:latin typeface="Comic Sans MS" panose="030F0702030302020204" pitchFamily="66" charset="0"/>
            </a:endParaRPr>
          </a:p>
          <a:p>
            <a:pPr lvl="2" algn="just">
              <a:buFont typeface="Wingdings" panose="05000000000000000000" pitchFamily="2" charset="2"/>
              <a:buChar char="Ø"/>
            </a:pPr>
            <a:r>
              <a:rPr lang="en-US" altLang="en-US" sz="2000" dirty="0">
                <a:solidFill>
                  <a:schemeClr val="tx1"/>
                </a:solidFill>
                <a:latin typeface="Comic Sans MS" panose="030F0702030302020204" pitchFamily="66" charset="0"/>
              </a:rPr>
              <a:t>After we have finalized the algorithm, we must convert it into a format that the computer can understand in order to generate the desired solution. </a:t>
            </a:r>
            <a:endParaRPr lang="en-US" altLang="en-US" sz="2000" dirty="0">
              <a:solidFill>
                <a:schemeClr val="tx1"/>
              </a:solidFill>
              <a:latin typeface="Comic Sans MS" panose="030F0702030302020204" pitchFamily="66" charset="0"/>
            </a:endParaRPr>
          </a:p>
          <a:p>
            <a:pPr lvl="2" algn="just">
              <a:buFont typeface="Wingdings" panose="05000000000000000000" pitchFamily="2" charset="2"/>
              <a:buChar char="Ø"/>
            </a:pPr>
            <a:endParaRPr lang="en-US" altLang="en-US" sz="2000" dirty="0">
              <a:solidFill>
                <a:schemeClr val="tx1"/>
              </a:solidFill>
              <a:latin typeface="Comic Sans MS" panose="030F0702030302020204" pitchFamily="66" charset="0"/>
            </a:endParaRPr>
          </a:p>
          <a:p>
            <a:pPr lvl="2" algn="just">
              <a:buFont typeface="Wingdings" panose="05000000000000000000" pitchFamily="2" charset="2"/>
              <a:buChar char="Ø"/>
            </a:pPr>
            <a:r>
              <a:rPr lang="en-US" altLang="en-US" sz="2000" dirty="0">
                <a:solidFill>
                  <a:schemeClr val="tx1"/>
                </a:solidFill>
                <a:latin typeface="Comic Sans MS" panose="030F0702030302020204" pitchFamily="66" charset="0"/>
              </a:rPr>
              <a:t>A program can be written in a variety of high-level programming languages.</a:t>
            </a:r>
            <a:endParaRPr lang="en-US" altLang="en-US" sz="2000" dirty="0">
              <a:solidFill>
                <a:schemeClr val="tx1"/>
              </a:solidFill>
              <a:latin typeface="Comic Sans MS" panose="030F0702030302020204" pitchFamily="66" charset="0"/>
            </a:endParaRPr>
          </a:p>
          <a:p>
            <a:pPr lvl="2" algn="just">
              <a:buFont typeface="Wingdings" panose="05000000000000000000" pitchFamily="2" charset="2"/>
              <a:buChar char="Ø"/>
            </a:pPr>
            <a:endParaRPr lang="en-US" altLang="en-US" sz="2000" dirty="0">
              <a:solidFill>
                <a:schemeClr val="tx1"/>
              </a:solidFill>
              <a:latin typeface="Comic Sans MS" panose="030F0702030302020204" pitchFamily="66" charset="0"/>
            </a:endParaRPr>
          </a:p>
          <a:p>
            <a:pPr lvl="2" algn="just">
              <a:buFont typeface="Wingdings" panose="05000000000000000000" pitchFamily="2" charset="2"/>
              <a:buChar char="Ø"/>
            </a:pPr>
            <a:r>
              <a:rPr lang="en-US" altLang="en-US" sz="2000" dirty="0">
                <a:solidFill>
                  <a:schemeClr val="tx1"/>
                </a:solidFill>
                <a:latin typeface="Comic Sans MS" panose="030F0702030302020204" pitchFamily="66" charset="0"/>
              </a:rPr>
              <a:t> It is equally important to record the details of the coding procedures followed and document the solution.</a:t>
            </a:r>
            <a:endParaRPr lang="en-US" altLang="en-US" sz="2000" dirty="0">
              <a:solidFill>
                <a:schemeClr val="tx1"/>
              </a:solidFill>
              <a:latin typeface="Comic Sans MS" panose="030F0702030302020204" pitchFamily="66" charset="0"/>
            </a:endParaRPr>
          </a:p>
          <a:p>
            <a:pPr lvl="2" algn="just">
              <a:buFont typeface="Wingdings" panose="05000000000000000000" pitchFamily="2" charset="2"/>
              <a:buChar char="Ø"/>
            </a:pPr>
            <a:endParaRPr lang="en-US" altLang="en-US" sz="2000" dirty="0">
              <a:solidFill>
                <a:schemeClr val="tx1"/>
              </a:solidFill>
              <a:latin typeface="Comic Sans MS" panose="030F0702030302020204" pitchFamily="66" charset="0"/>
            </a:endParaRPr>
          </a:p>
        </p:txBody>
      </p:sp>
    </p:spTree>
  </p:cSld>
  <p:clrMapOvr>
    <a:masterClrMapping/>
  </p:clrMapOvr>
  <p:transition spd="med"/>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1"/>
          <p:cNvSpPr>
            <a:spLocks noGrp="1" noChangeArrowheads="1"/>
          </p:cNvSpPr>
          <p:nvPr>
            <p:ph type="title"/>
          </p:nvPr>
        </p:nvSpPr>
        <p:spPr>
          <a:xfrm>
            <a:off x="431800" y="107950"/>
            <a:ext cx="9070975" cy="792163"/>
          </a:xfrm>
        </p:spPr>
        <p:txBody>
          <a:bodyPr tIns="38880"/>
          <a:lstStyle/>
          <a:p>
            <a:pPr eaLnBrk="1">
              <a:buClrTx/>
              <a:buFontTx/>
              <a:buNone/>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r>
              <a:rPr lang="en-US" altLang="en-US" dirty="0">
                <a:latin typeface="Comic Sans MS" panose="030F0702030302020204" pitchFamily="66" charset="0"/>
              </a:rPr>
              <a:t>Foundational Concepts</a:t>
            </a:r>
            <a:endParaRPr lang="en-US" altLang="en-US" dirty="0">
              <a:latin typeface="Comic Sans MS" panose="030F0702030302020204" pitchFamily="66" charset="0"/>
            </a:endParaRPr>
          </a:p>
        </p:txBody>
      </p:sp>
      <p:sp>
        <p:nvSpPr>
          <p:cNvPr id="5123" name="TextBox 2"/>
          <p:cNvSpPr txBox="1">
            <a:spLocks noChangeArrowheads="1"/>
          </p:cNvSpPr>
          <p:nvPr/>
        </p:nvSpPr>
        <p:spPr bwMode="auto">
          <a:xfrm>
            <a:off x="647824" y="900113"/>
            <a:ext cx="9001124" cy="41549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285750" indent="-285750">
              <a:defRPr>
                <a:solidFill>
                  <a:schemeClr val="bg1"/>
                </a:solidFill>
                <a:latin typeface="Arial" panose="020B0604020202020204" pitchFamily="34" charset="0"/>
                <a:ea typeface="Microsoft YaHei" panose="020B0503020204020204" pitchFamily="34" charset="-122"/>
              </a:defRPr>
            </a:lvl1pPr>
            <a:lvl2pPr>
              <a:defRPr>
                <a:solidFill>
                  <a:schemeClr val="bg1"/>
                </a:solidFill>
                <a:latin typeface="Arial" panose="020B0604020202020204" pitchFamily="34" charset="0"/>
                <a:ea typeface="Microsoft YaHei" panose="020B0503020204020204" pitchFamily="34" charset="-122"/>
              </a:defRPr>
            </a:lvl2pPr>
            <a:lvl3pPr>
              <a:defRPr>
                <a:solidFill>
                  <a:schemeClr val="bg1"/>
                </a:solidFill>
                <a:latin typeface="Arial" panose="020B0604020202020204" pitchFamily="34" charset="0"/>
                <a:ea typeface="Microsoft YaHei" panose="020B0503020204020204" pitchFamily="34" charset="-122"/>
              </a:defRPr>
            </a:lvl3pPr>
            <a:lvl4pPr>
              <a:defRPr>
                <a:solidFill>
                  <a:schemeClr val="bg1"/>
                </a:solidFill>
                <a:latin typeface="Arial" panose="020B0604020202020204" pitchFamily="34" charset="0"/>
                <a:ea typeface="Microsoft YaHei" panose="020B0503020204020204" pitchFamily="34" charset="-122"/>
              </a:defRPr>
            </a:lvl4pPr>
            <a:lvl5pPr>
              <a:defRPr>
                <a:solidFill>
                  <a:schemeClr val="bg1"/>
                </a:solidFill>
                <a:latin typeface="Arial" panose="020B0604020202020204" pitchFamily="34" charset="0"/>
                <a:ea typeface="Microsoft YaHei" panose="020B0503020204020204" pitchFamily="34" charset="-122"/>
              </a:defRPr>
            </a:lvl5pPr>
            <a:lvl6pPr marL="2514600" indent="-228600" defTabSz="457200" eaLnBrk="0" fontAlgn="base" hangingPunct="0">
              <a:spcBef>
                <a:spcPct val="0"/>
              </a:spcBef>
              <a:spcAft>
                <a:spcPct val="0"/>
              </a:spcAft>
              <a:defRPr>
                <a:solidFill>
                  <a:schemeClr val="bg1"/>
                </a:solidFill>
                <a:latin typeface="Arial" panose="020B0604020202020204" pitchFamily="34" charset="0"/>
                <a:ea typeface="Microsoft YaHei" panose="020B0503020204020204" pitchFamily="34" charset="-122"/>
              </a:defRPr>
            </a:lvl6pPr>
            <a:lvl7pPr marL="2971800" indent="-228600" defTabSz="457200" eaLnBrk="0" fontAlgn="base" hangingPunct="0">
              <a:spcBef>
                <a:spcPct val="0"/>
              </a:spcBef>
              <a:spcAft>
                <a:spcPct val="0"/>
              </a:spcAft>
              <a:defRPr>
                <a:solidFill>
                  <a:schemeClr val="bg1"/>
                </a:solidFill>
                <a:latin typeface="Arial" panose="020B0604020202020204" pitchFamily="34" charset="0"/>
                <a:ea typeface="Microsoft YaHei" panose="020B0503020204020204" pitchFamily="34" charset="-122"/>
              </a:defRPr>
            </a:lvl7pPr>
            <a:lvl8pPr marL="3429000" indent="-228600" defTabSz="457200" eaLnBrk="0" fontAlgn="base" hangingPunct="0">
              <a:spcBef>
                <a:spcPct val="0"/>
              </a:spcBef>
              <a:spcAft>
                <a:spcPct val="0"/>
              </a:spcAft>
              <a:defRPr>
                <a:solidFill>
                  <a:schemeClr val="bg1"/>
                </a:solidFill>
                <a:latin typeface="Arial" panose="020B0604020202020204" pitchFamily="34" charset="0"/>
                <a:ea typeface="Microsoft YaHei" panose="020B0503020204020204" pitchFamily="34" charset="-122"/>
              </a:defRPr>
            </a:lvl8pPr>
            <a:lvl9pPr marL="3886200" indent="-228600" defTabSz="457200" eaLnBrk="0" fontAlgn="base" hangingPunct="0">
              <a:spcBef>
                <a:spcPct val="0"/>
              </a:spcBef>
              <a:spcAft>
                <a:spcPct val="0"/>
              </a:spcAft>
              <a:defRPr>
                <a:solidFill>
                  <a:schemeClr val="bg1"/>
                </a:solidFill>
                <a:latin typeface="Arial" panose="020B0604020202020204" pitchFamily="34" charset="0"/>
                <a:ea typeface="Microsoft YaHei" panose="020B0503020204020204" pitchFamily="34" charset="-122"/>
              </a:defRPr>
            </a:lvl9pPr>
          </a:lstStyle>
          <a:p>
            <a:pPr>
              <a:buFont typeface="Wingdings" panose="05000000000000000000" pitchFamily="2" charset="2"/>
              <a:buChar char="Ø"/>
            </a:pPr>
            <a:r>
              <a:rPr lang="en-US" altLang="en-US" sz="2400" dirty="0">
                <a:solidFill>
                  <a:schemeClr val="tx1"/>
                </a:solidFill>
                <a:latin typeface="Comic Sans MS" panose="030F0702030302020204" pitchFamily="66" charset="0"/>
              </a:rPr>
              <a:t> Problem Solving</a:t>
            </a:r>
            <a:endParaRPr lang="en-US" altLang="en-US" sz="2400" dirty="0">
              <a:solidFill>
                <a:schemeClr val="tx1"/>
              </a:solidFill>
              <a:latin typeface="Comic Sans MS" panose="030F0702030302020204" pitchFamily="66" charset="0"/>
            </a:endParaRPr>
          </a:p>
          <a:p>
            <a:pPr lvl="1">
              <a:buFont typeface="Wingdings" panose="05000000000000000000" pitchFamily="2" charset="2"/>
              <a:buChar char="Ø"/>
            </a:pPr>
            <a:r>
              <a:rPr lang="en-US" altLang="en-US" sz="2000" dirty="0">
                <a:solidFill>
                  <a:schemeClr val="tx1"/>
                </a:solidFill>
                <a:latin typeface="Comic Sans MS" panose="030F0702030302020204" pitchFamily="66" charset="0"/>
              </a:rPr>
              <a:t>Coding</a:t>
            </a:r>
            <a:endParaRPr lang="en-US" altLang="en-US" sz="2000" dirty="0">
              <a:solidFill>
                <a:schemeClr val="tx1"/>
              </a:solidFill>
              <a:latin typeface="Comic Sans MS" panose="030F0702030302020204" pitchFamily="66" charset="0"/>
            </a:endParaRPr>
          </a:p>
          <a:p>
            <a:pPr lvl="2" algn="just">
              <a:buFont typeface="Wingdings" panose="05000000000000000000" pitchFamily="2" charset="2"/>
              <a:buChar char="Ø"/>
            </a:pPr>
            <a:r>
              <a:rPr lang="en-US" altLang="en-US" sz="2000" dirty="0">
                <a:solidFill>
                  <a:schemeClr val="tx1"/>
                </a:solidFill>
                <a:latin typeface="Comic Sans MS" panose="030F0702030302020204" pitchFamily="66" charset="0"/>
              </a:rPr>
              <a:t>After we have finalized the algorithm, we must convert it into a format that the computer can understand in order to generate the desired solution. </a:t>
            </a:r>
            <a:endParaRPr lang="en-US" altLang="en-US" sz="2000" dirty="0">
              <a:solidFill>
                <a:schemeClr val="tx1"/>
              </a:solidFill>
              <a:latin typeface="Comic Sans MS" panose="030F0702030302020204" pitchFamily="66" charset="0"/>
            </a:endParaRPr>
          </a:p>
          <a:p>
            <a:pPr lvl="2" algn="just">
              <a:buFont typeface="Wingdings" panose="05000000000000000000" pitchFamily="2" charset="2"/>
              <a:buChar char="Ø"/>
            </a:pPr>
            <a:endParaRPr lang="en-US" altLang="en-US" sz="2000" dirty="0">
              <a:solidFill>
                <a:schemeClr val="tx1"/>
              </a:solidFill>
              <a:latin typeface="Comic Sans MS" panose="030F0702030302020204" pitchFamily="66" charset="0"/>
            </a:endParaRPr>
          </a:p>
          <a:p>
            <a:pPr lvl="2" algn="just">
              <a:buFont typeface="Wingdings" panose="05000000000000000000" pitchFamily="2" charset="2"/>
              <a:buChar char="Ø"/>
            </a:pPr>
            <a:r>
              <a:rPr lang="en-US" altLang="en-US" sz="2000" dirty="0">
                <a:solidFill>
                  <a:schemeClr val="tx1"/>
                </a:solidFill>
                <a:latin typeface="Comic Sans MS" panose="030F0702030302020204" pitchFamily="66" charset="0"/>
              </a:rPr>
              <a:t>A program can be written in a variety of high-level programming languages.</a:t>
            </a:r>
            <a:endParaRPr lang="en-US" altLang="en-US" sz="2000" dirty="0">
              <a:solidFill>
                <a:schemeClr val="tx1"/>
              </a:solidFill>
              <a:latin typeface="Comic Sans MS" panose="030F0702030302020204" pitchFamily="66" charset="0"/>
            </a:endParaRPr>
          </a:p>
          <a:p>
            <a:pPr lvl="2" algn="just">
              <a:buFont typeface="Wingdings" panose="05000000000000000000" pitchFamily="2" charset="2"/>
              <a:buChar char="Ø"/>
            </a:pPr>
            <a:endParaRPr lang="en-US" altLang="en-US" sz="2000" dirty="0">
              <a:solidFill>
                <a:schemeClr val="tx1"/>
              </a:solidFill>
              <a:latin typeface="Comic Sans MS" panose="030F0702030302020204" pitchFamily="66" charset="0"/>
            </a:endParaRPr>
          </a:p>
          <a:p>
            <a:pPr lvl="2" algn="just">
              <a:buFont typeface="Wingdings" panose="05000000000000000000" pitchFamily="2" charset="2"/>
              <a:buChar char="Ø"/>
            </a:pPr>
            <a:r>
              <a:rPr lang="en-US" altLang="en-US" sz="2000" dirty="0">
                <a:solidFill>
                  <a:schemeClr val="tx1"/>
                </a:solidFill>
                <a:latin typeface="Comic Sans MS" panose="030F0702030302020204" pitchFamily="66" charset="0"/>
              </a:rPr>
              <a:t> It is equally important to record the details of the coding procedures followed and document the solution.</a:t>
            </a:r>
            <a:endParaRPr lang="en-US" altLang="en-US" sz="2000" dirty="0">
              <a:solidFill>
                <a:schemeClr val="tx1"/>
              </a:solidFill>
              <a:latin typeface="Comic Sans MS" panose="030F0702030302020204" pitchFamily="66" charset="0"/>
            </a:endParaRPr>
          </a:p>
          <a:p>
            <a:pPr lvl="2" algn="just">
              <a:buFont typeface="Wingdings" panose="05000000000000000000" pitchFamily="2" charset="2"/>
              <a:buChar char="Ø"/>
            </a:pPr>
            <a:endParaRPr lang="en-US" altLang="en-US" sz="2000" dirty="0">
              <a:solidFill>
                <a:schemeClr val="tx1"/>
              </a:solidFill>
              <a:latin typeface="Comic Sans MS" panose="030F0702030302020204" pitchFamily="66" charset="0"/>
            </a:endParaRPr>
          </a:p>
          <a:p>
            <a:pPr lvl="2" algn="just">
              <a:buFont typeface="Wingdings" panose="05000000000000000000" pitchFamily="2" charset="2"/>
              <a:buChar char="Ø"/>
            </a:pPr>
            <a:r>
              <a:rPr lang="en-US" altLang="en-US" sz="2000" dirty="0">
                <a:solidFill>
                  <a:schemeClr val="tx1"/>
                </a:solidFill>
                <a:latin typeface="Comic Sans MS" panose="030F0702030302020204" pitchFamily="66" charset="0"/>
              </a:rPr>
              <a:t>This is useful when returning to the programs later.</a:t>
            </a:r>
            <a:endParaRPr lang="en-US" altLang="en-US" sz="2000" dirty="0">
              <a:solidFill>
                <a:schemeClr val="tx1"/>
              </a:solidFill>
              <a:latin typeface="Comic Sans MS" panose="030F0702030302020204" pitchFamily="66" charset="0"/>
            </a:endParaRPr>
          </a:p>
        </p:txBody>
      </p:sp>
    </p:spTree>
  </p:cSld>
  <p:clrMapOvr>
    <a:masterClrMapping/>
  </p:clrMapOvr>
  <p:transition spd="med"/>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1"/>
          <p:cNvSpPr>
            <a:spLocks noGrp="1" noChangeArrowheads="1"/>
          </p:cNvSpPr>
          <p:nvPr>
            <p:ph type="title"/>
          </p:nvPr>
        </p:nvSpPr>
        <p:spPr>
          <a:xfrm>
            <a:off x="431800" y="107950"/>
            <a:ext cx="9070975" cy="792163"/>
          </a:xfrm>
        </p:spPr>
        <p:txBody>
          <a:bodyPr tIns="38880"/>
          <a:lstStyle/>
          <a:p>
            <a:pPr eaLnBrk="1">
              <a:buClrTx/>
              <a:buFontTx/>
              <a:buNone/>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r>
              <a:rPr lang="en-US" altLang="en-US" dirty="0">
                <a:latin typeface="Comic Sans MS" panose="030F0702030302020204" pitchFamily="66" charset="0"/>
              </a:rPr>
              <a:t>Foundational Concepts</a:t>
            </a:r>
            <a:endParaRPr lang="en-US" altLang="en-US" dirty="0">
              <a:latin typeface="Comic Sans MS" panose="030F0702030302020204" pitchFamily="66" charset="0"/>
            </a:endParaRPr>
          </a:p>
        </p:txBody>
      </p:sp>
      <p:sp>
        <p:nvSpPr>
          <p:cNvPr id="5123" name="TextBox 2"/>
          <p:cNvSpPr txBox="1">
            <a:spLocks noChangeArrowheads="1"/>
          </p:cNvSpPr>
          <p:nvPr/>
        </p:nvSpPr>
        <p:spPr bwMode="auto">
          <a:xfrm>
            <a:off x="647824" y="900113"/>
            <a:ext cx="9001124" cy="13234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285750" indent="-285750">
              <a:defRPr>
                <a:solidFill>
                  <a:schemeClr val="bg1"/>
                </a:solidFill>
                <a:latin typeface="Arial" panose="020B0604020202020204" pitchFamily="34" charset="0"/>
                <a:ea typeface="Microsoft YaHei" panose="020B0503020204020204" pitchFamily="34" charset="-122"/>
              </a:defRPr>
            </a:lvl1pPr>
            <a:lvl2pPr>
              <a:defRPr>
                <a:solidFill>
                  <a:schemeClr val="bg1"/>
                </a:solidFill>
                <a:latin typeface="Arial" panose="020B0604020202020204" pitchFamily="34" charset="0"/>
                <a:ea typeface="Microsoft YaHei" panose="020B0503020204020204" pitchFamily="34" charset="-122"/>
              </a:defRPr>
            </a:lvl2pPr>
            <a:lvl3pPr>
              <a:defRPr>
                <a:solidFill>
                  <a:schemeClr val="bg1"/>
                </a:solidFill>
                <a:latin typeface="Arial" panose="020B0604020202020204" pitchFamily="34" charset="0"/>
                <a:ea typeface="Microsoft YaHei" panose="020B0503020204020204" pitchFamily="34" charset="-122"/>
              </a:defRPr>
            </a:lvl3pPr>
            <a:lvl4pPr>
              <a:defRPr>
                <a:solidFill>
                  <a:schemeClr val="bg1"/>
                </a:solidFill>
                <a:latin typeface="Arial" panose="020B0604020202020204" pitchFamily="34" charset="0"/>
                <a:ea typeface="Microsoft YaHei" panose="020B0503020204020204" pitchFamily="34" charset="-122"/>
              </a:defRPr>
            </a:lvl4pPr>
            <a:lvl5pPr>
              <a:defRPr>
                <a:solidFill>
                  <a:schemeClr val="bg1"/>
                </a:solidFill>
                <a:latin typeface="Arial" panose="020B0604020202020204" pitchFamily="34" charset="0"/>
                <a:ea typeface="Microsoft YaHei" panose="020B0503020204020204" pitchFamily="34" charset="-122"/>
              </a:defRPr>
            </a:lvl5pPr>
            <a:lvl6pPr marL="2514600" indent="-228600" defTabSz="457200" eaLnBrk="0" fontAlgn="base" hangingPunct="0">
              <a:spcBef>
                <a:spcPct val="0"/>
              </a:spcBef>
              <a:spcAft>
                <a:spcPct val="0"/>
              </a:spcAft>
              <a:defRPr>
                <a:solidFill>
                  <a:schemeClr val="bg1"/>
                </a:solidFill>
                <a:latin typeface="Arial" panose="020B0604020202020204" pitchFamily="34" charset="0"/>
                <a:ea typeface="Microsoft YaHei" panose="020B0503020204020204" pitchFamily="34" charset="-122"/>
              </a:defRPr>
            </a:lvl6pPr>
            <a:lvl7pPr marL="2971800" indent="-228600" defTabSz="457200" eaLnBrk="0" fontAlgn="base" hangingPunct="0">
              <a:spcBef>
                <a:spcPct val="0"/>
              </a:spcBef>
              <a:spcAft>
                <a:spcPct val="0"/>
              </a:spcAft>
              <a:defRPr>
                <a:solidFill>
                  <a:schemeClr val="bg1"/>
                </a:solidFill>
                <a:latin typeface="Arial" panose="020B0604020202020204" pitchFamily="34" charset="0"/>
                <a:ea typeface="Microsoft YaHei" panose="020B0503020204020204" pitchFamily="34" charset="-122"/>
              </a:defRPr>
            </a:lvl7pPr>
            <a:lvl8pPr marL="3429000" indent="-228600" defTabSz="457200" eaLnBrk="0" fontAlgn="base" hangingPunct="0">
              <a:spcBef>
                <a:spcPct val="0"/>
              </a:spcBef>
              <a:spcAft>
                <a:spcPct val="0"/>
              </a:spcAft>
              <a:defRPr>
                <a:solidFill>
                  <a:schemeClr val="bg1"/>
                </a:solidFill>
                <a:latin typeface="Arial" panose="020B0604020202020204" pitchFamily="34" charset="0"/>
                <a:ea typeface="Microsoft YaHei" panose="020B0503020204020204" pitchFamily="34" charset="-122"/>
              </a:defRPr>
            </a:lvl8pPr>
            <a:lvl9pPr marL="3886200" indent="-228600" defTabSz="457200" eaLnBrk="0" fontAlgn="base" hangingPunct="0">
              <a:spcBef>
                <a:spcPct val="0"/>
              </a:spcBef>
              <a:spcAft>
                <a:spcPct val="0"/>
              </a:spcAft>
              <a:defRPr>
                <a:solidFill>
                  <a:schemeClr val="bg1"/>
                </a:solidFill>
                <a:latin typeface="Arial" panose="020B0604020202020204" pitchFamily="34" charset="0"/>
                <a:ea typeface="Microsoft YaHei" panose="020B0503020204020204" pitchFamily="34" charset="-122"/>
              </a:defRPr>
            </a:lvl9pPr>
          </a:lstStyle>
          <a:p>
            <a:pPr>
              <a:buFont typeface="Wingdings" panose="05000000000000000000" pitchFamily="2" charset="2"/>
              <a:buChar char="Ø"/>
            </a:pPr>
            <a:r>
              <a:rPr lang="en-US" altLang="en-US" sz="2400" dirty="0">
                <a:solidFill>
                  <a:schemeClr val="tx1"/>
                </a:solidFill>
                <a:latin typeface="Comic Sans MS" panose="030F0702030302020204" pitchFamily="66" charset="0"/>
              </a:rPr>
              <a:t> Problem Solving</a:t>
            </a:r>
            <a:endParaRPr lang="en-US" altLang="en-US" sz="2400" dirty="0">
              <a:solidFill>
                <a:schemeClr val="tx1"/>
              </a:solidFill>
              <a:latin typeface="Comic Sans MS" panose="030F0702030302020204" pitchFamily="66" charset="0"/>
            </a:endParaRPr>
          </a:p>
          <a:p>
            <a:pPr lvl="1">
              <a:buFont typeface="Wingdings" panose="05000000000000000000" pitchFamily="2" charset="2"/>
              <a:buChar char="Ø"/>
            </a:pPr>
            <a:r>
              <a:rPr lang="en-US" altLang="en-US" sz="2000" dirty="0">
                <a:solidFill>
                  <a:schemeClr val="tx1"/>
                </a:solidFill>
                <a:latin typeface="Comic Sans MS" panose="030F0702030302020204" pitchFamily="66" charset="0"/>
              </a:rPr>
              <a:t>Testing and Debugging</a:t>
            </a:r>
            <a:endParaRPr lang="en-US" altLang="en-US" sz="2000" dirty="0">
              <a:solidFill>
                <a:schemeClr val="tx1"/>
              </a:solidFill>
              <a:latin typeface="Comic Sans MS" panose="030F0702030302020204" pitchFamily="66" charset="0"/>
            </a:endParaRPr>
          </a:p>
          <a:p>
            <a:pPr lvl="2" algn="just">
              <a:buFont typeface="Wingdings" panose="05000000000000000000" pitchFamily="2" charset="2"/>
              <a:buChar char="Ø"/>
            </a:pPr>
            <a:r>
              <a:rPr lang="en-US" altLang="en-US" sz="2000" dirty="0">
                <a:solidFill>
                  <a:schemeClr val="tx1"/>
                </a:solidFill>
                <a:latin typeface="Comic Sans MS" panose="030F0702030302020204" pitchFamily="66" charset="0"/>
              </a:rPr>
              <a:t>The created program should be tested on various parameters.</a:t>
            </a:r>
            <a:endParaRPr lang="en-US" altLang="en-US" sz="2000" dirty="0">
              <a:solidFill>
                <a:schemeClr val="tx1"/>
              </a:solidFill>
              <a:latin typeface="Comic Sans MS" panose="030F0702030302020204" pitchFamily="66" charset="0"/>
            </a:endParaRPr>
          </a:p>
          <a:p>
            <a:pPr lvl="2" algn="just">
              <a:buFont typeface="Wingdings" panose="05000000000000000000" pitchFamily="2" charset="2"/>
              <a:buChar char="Ø"/>
            </a:pPr>
            <a:endParaRPr lang="en-US" altLang="en-US" sz="1600" dirty="0">
              <a:solidFill>
                <a:schemeClr val="tx1"/>
              </a:solidFill>
              <a:latin typeface="Comic Sans MS" panose="030F0702030302020204" pitchFamily="66" charset="0"/>
            </a:endParaRPr>
          </a:p>
        </p:txBody>
      </p:sp>
    </p:spTree>
  </p:cSld>
  <p:clrMapOvr>
    <a:masterClrMapping/>
  </p:clrMapOvr>
  <p:transition spd="med"/>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1"/>
          <p:cNvSpPr>
            <a:spLocks noGrp="1" noChangeArrowheads="1"/>
          </p:cNvSpPr>
          <p:nvPr>
            <p:ph type="title"/>
          </p:nvPr>
        </p:nvSpPr>
        <p:spPr>
          <a:xfrm>
            <a:off x="431800" y="107950"/>
            <a:ext cx="9070975" cy="792163"/>
          </a:xfrm>
        </p:spPr>
        <p:txBody>
          <a:bodyPr tIns="38880"/>
          <a:lstStyle/>
          <a:p>
            <a:pPr eaLnBrk="1">
              <a:buClrTx/>
              <a:buFontTx/>
              <a:buNone/>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r>
              <a:rPr lang="en-US" altLang="en-US" dirty="0">
                <a:latin typeface="Comic Sans MS" panose="030F0702030302020204" pitchFamily="66" charset="0"/>
              </a:rPr>
              <a:t>Foundational Concepts</a:t>
            </a:r>
            <a:endParaRPr lang="en-US" altLang="en-US" dirty="0">
              <a:latin typeface="Comic Sans MS" panose="030F0702030302020204" pitchFamily="66" charset="0"/>
            </a:endParaRPr>
          </a:p>
        </p:txBody>
      </p:sp>
      <p:sp>
        <p:nvSpPr>
          <p:cNvPr id="5123" name="TextBox 2"/>
          <p:cNvSpPr txBox="1">
            <a:spLocks noChangeArrowheads="1"/>
          </p:cNvSpPr>
          <p:nvPr/>
        </p:nvSpPr>
        <p:spPr bwMode="auto">
          <a:xfrm>
            <a:off x="647824" y="900113"/>
            <a:ext cx="9001124" cy="28007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285750" indent="-285750">
              <a:defRPr>
                <a:solidFill>
                  <a:schemeClr val="bg1"/>
                </a:solidFill>
                <a:latin typeface="Arial" panose="020B0604020202020204" pitchFamily="34" charset="0"/>
                <a:ea typeface="Microsoft YaHei" panose="020B0503020204020204" pitchFamily="34" charset="-122"/>
              </a:defRPr>
            </a:lvl1pPr>
            <a:lvl2pPr>
              <a:defRPr>
                <a:solidFill>
                  <a:schemeClr val="bg1"/>
                </a:solidFill>
                <a:latin typeface="Arial" panose="020B0604020202020204" pitchFamily="34" charset="0"/>
                <a:ea typeface="Microsoft YaHei" panose="020B0503020204020204" pitchFamily="34" charset="-122"/>
              </a:defRPr>
            </a:lvl2pPr>
            <a:lvl3pPr>
              <a:defRPr>
                <a:solidFill>
                  <a:schemeClr val="bg1"/>
                </a:solidFill>
                <a:latin typeface="Arial" panose="020B0604020202020204" pitchFamily="34" charset="0"/>
                <a:ea typeface="Microsoft YaHei" panose="020B0503020204020204" pitchFamily="34" charset="-122"/>
              </a:defRPr>
            </a:lvl3pPr>
            <a:lvl4pPr>
              <a:defRPr>
                <a:solidFill>
                  <a:schemeClr val="bg1"/>
                </a:solidFill>
                <a:latin typeface="Arial" panose="020B0604020202020204" pitchFamily="34" charset="0"/>
                <a:ea typeface="Microsoft YaHei" panose="020B0503020204020204" pitchFamily="34" charset="-122"/>
              </a:defRPr>
            </a:lvl4pPr>
            <a:lvl5pPr>
              <a:defRPr>
                <a:solidFill>
                  <a:schemeClr val="bg1"/>
                </a:solidFill>
                <a:latin typeface="Arial" panose="020B0604020202020204" pitchFamily="34" charset="0"/>
                <a:ea typeface="Microsoft YaHei" panose="020B0503020204020204" pitchFamily="34" charset="-122"/>
              </a:defRPr>
            </a:lvl5pPr>
            <a:lvl6pPr marL="2514600" indent="-228600" defTabSz="457200" eaLnBrk="0" fontAlgn="base" hangingPunct="0">
              <a:spcBef>
                <a:spcPct val="0"/>
              </a:spcBef>
              <a:spcAft>
                <a:spcPct val="0"/>
              </a:spcAft>
              <a:defRPr>
                <a:solidFill>
                  <a:schemeClr val="bg1"/>
                </a:solidFill>
                <a:latin typeface="Arial" panose="020B0604020202020204" pitchFamily="34" charset="0"/>
                <a:ea typeface="Microsoft YaHei" panose="020B0503020204020204" pitchFamily="34" charset="-122"/>
              </a:defRPr>
            </a:lvl6pPr>
            <a:lvl7pPr marL="2971800" indent="-228600" defTabSz="457200" eaLnBrk="0" fontAlgn="base" hangingPunct="0">
              <a:spcBef>
                <a:spcPct val="0"/>
              </a:spcBef>
              <a:spcAft>
                <a:spcPct val="0"/>
              </a:spcAft>
              <a:defRPr>
                <a:solidFill>
                  <a:schemeClr val="bg1"/>
                </a:solidFill>
                <a:latin typeface="Arial" panose="020B0604020202020204" pitchFamily="34" charset="0"/>
                <a:ea typeface="Microsoft YaHei" panose="020B0503020204020204" pitchFamily="34" charset="-122"/>
              </a:defRPr>
            </a:lvl7pPr>
            <a:lvl8pPr marL="3429000" indent="-228600" defTabSz="457200" eaLnBrk="0" fontAlgn="base" hangingPunct="0">
              <a:spcBef>
                <a:spcPct val="0"/>
              </a:spcBef>
              <a:spcAft>
                <a:spcPct val="0"/>
              </a:spcAft>
              <a:defRPr>
                <a:solidFill>
                  <a:schemeClr val="bg1"/>
                </a:solidFill>
                <a:latin typeface="Arial" panose="020B0604020202020204" pitchFamily="34" charset="0"/>
                <a:ea typeface="Microsoft YaHei" panose="020B0503020204020204" pitchFamily="34" charset="-122"/>
              </a:defRPr>
            </a:lvl8pPr>
            <a:lvl9pPr marL="3886200" indent="-228600" defTabSz="457200" eaLnBrk="0" fontAlgn="base" hangingPunct="0">
              <a:spcBef>
                <a:spcPct val="0"/>
              </a:spcBef>
              <a:spcAft>
                <a:spcPct val="0"/>
              </a:spcAft>
              <a:defRPr>
                <a:solidFill>
                  <a:schemeClr val="bg1"/>
                </a:solidFill>
                <a:latin typeface="Arial" panose="020B0604020202020204" pitchFamily="34" charset="0"/>
                <a:ea typeface="Microsoft YaHei" panose="020B0503020204020204" pitchFamily="34" charset="-122"/>
              </a:defRPr>
            </a:lvl9pPr>
          </a:lstStyle>
          <a:p>
            <a:pPr>
              <a:buFont typeface="Wingdings" panose="05000000000000000000" pitchFamily="2" charset="2"/>
              <a:buChar char="Ø"/>
            </a:pPr>
            <a:r>
              <a:rPr lang="en-US" altLang="en-US" sz="2400" dirty="0">
                <a:solidFill>
                  <a:schemeClr val="tx1"/>
                </a:solidFill>
                <a:latin typeface="Comic Sans MS" panose="030F0702030302020204" pitchFamily="66" charset="0"/>
              </a:rPr>
              <a:t> Problem Solving</a:t>
            </a:r>
            <a:endParaRPr lang="en-US" altLang="en-US" sz="2400" dirty="0">
              <a:solidFill>
                <a:schemeClr val="tx1"/>
              </a:solidFill>
              <a:latin typeface="Comic Sans MS" panose="030F0702030302020204" pitchFamily="66" charset="0"/>
            </a:endParaRPr>
          </a:p>
          <a:p>
            <a:pPr lvl="1">
              <a:buFont typeface="Wingdings" panose="05000000000000000000" pitchFamily="2" charset="2"/>
              <a:buChar char="Ø"/>
            </a:pPr>
            <a:r>
              <a:rPr lang="en-US" altLang="en-US" sz="2000" dirty="0">
                <a:solidFill>
                  <a:schemeClr val="tx1"/>
                </a:solidFill>
                <a:latin typeface="Comic Sans MS" panose="030F0702030302020204" pitchFamily="66" charset="0"/>
              </a:rPr>
              <a:t>Testing and Debugging</a:t>
            </a:r>
            <a:endParaRPr lang="en-US" altLang="en-US" sz="2000" dirty="0">
              <a:solidFill>
                <a:schemeClr val="tx1"/>
              </a:solidFill>
              <a:latin typeface="Comic Sans MS" panose="030F0702030302020204" pitchFamily="66" charset="0"/>
            </a:endParaRPr>
          </a:p>
          <a:p>
            <a:pPr lvl="2" algn="just">
              <a:buFont typeface="Wingdings" panose="05000000000000000000" pitchFamily="2" charset="2"/>
              <a:buChar char="Ø"/>
            </a:pPr>
            <a:r>
              <a:rPr lang="en-US" altLang="en-US" sz="2000" dirty="0">
                <a:solidFill>
                  <a:schemeClr val="tx1"/>
                </a:solidFill>
                <a:latin typeface="Comic Sans MS" panose="030F0702030302020204" pitchFamily="66" charset="0"/>
              </a:rPr>
              <a:t>The created program should be tested on various parameters.</a:t>
            </a:r>
            <a:endParaRPr lang="en-US" altLang="en-US" sz="2000" dirty="0">
              <a:solidFill>
                <a:schemeClr val="tx1"/>
              </a:solidFill>
              <a:latin typeface="Comic Sans MS" panose="030F0702030302020204" pitchFamily="66" charset="0"/>
            </a:endParaRPr>
          </a:p>
          <a:p>
            <a:pPr lvl="2" algn="just">
              <a:buFont typeface="Wingdings" panose="05000000000000000000" pitchFamily="2" charset="2"/>
              <a:buChar char="Ø"/>
            </a:pPr>
            <a:endParaRPr lang="en-US" altLang="en-US" sz="1600" dirty="0">
              <a:solidFill>
                <a:schemeClr val="tx1"/>
              </a:solidFill>
              <a:latin typeface="Comic Sans MS" panose="030F0702030302020204" pitchFamily="66" charset="0"/>
            </a:endParaRPr>
          </a:p>
          <a:p>
            <a:pPr lvl="2" algn="just">
              <a:buFont typeface="Wingdings" panose="05000000000000000000" pitchFamily="2" charset="2"/>
              <a:buChar char="Ø"/>
            </a:pPr>
            <a:r>
              <a:rPr lang="en-US" altLang="en-US" sz="2000" dirty="0">
                <a:solidFill>
                  <a:schemeClr val="tx1"/>
                </a:solidFill>
                <a:latin typeface="Comic Sans MS" panose="030F0702030302020204" pitchFamily="66" charset="0"/>
              </a:rPr>
              <a:t>The program must meet the needs of the user. It must respond within the time frame specified. It should produce correct results for all possible input. There will be no output if there are syntactical errors. </a:t>
            </a:r>
            <a:endParaRPr lang="en-US" altLang="en-US" sz="2000" dirty="0">
              <a:solidFill>
                <a:schemeClr val="tx1"/>
              </a:solidFill>
              <a:latin typeface="Comic Sans MS" panose="030F0702030302020204" pitchFamily="66" charset="0"/>
            </a:endParaRPr>
          </a:p>
          <a:p>
            <a:pPr lvl="2" algn="just">
              <a:buFont typeface="Wingdings" panose="05000000000000000000" pitchFamily="2" charset="2"/>
              <a:buChar char="Ø"/>
            </a:pPr>
            <a:endParaRPr lang="en-US" altLang="en-US" sz="1600" dirty="0">
              <a:solidFill>
                <a:schemeClr val="tx1"/>
              </a:solidFill>
              <a:latin typeface="Comic Sans MS" panose="030F0702030302020204" pitchFamily="66" charset="0"/>
            </a:endParaRPr>
          </a:p>
        </p:txBody>
      </p:sp>
    </p:spTree>
  </p:cSld>
  <p:clrMapOvr>
    <a:masterClrMapping/>
  </p:clrMapOvr>
  <p:transition spd="med"/>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1"/>
          <p:cNvSpPr>
            <a:spLocks noGrp="1" noChangeArrowheads="1"/>
          </p:cNvSpPr>
          <p:nvPr>
            <p:ph type="title"/>
          </p:nvPr>
        </p:nvSpPr>
        <p:spPr>
          <a:xfrm>
            <a:off x="431800" y="107950"/>
            <a:ext cx="9070975" cy="792163"/>
          </a:xfrm>
        </p:spPr>
        <p:txBody>
          <a:bodyPr tIns="38880"/>
          <a:lstStyle/>
          <a:p>
            <a:pPr eaLnBrk="1">
              <a:buClrTx/>
              <a:buFontTx/>
              <a:buNone/>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r>
              <a:rPr lang="en-US" altLang="en-US" dirty="0">
                <a:latin typeface="Comic Sans MS" panose="030F0702030302020204" pitchFamily="66" charset="0"/>
              </a:rPr>
              <a:t>Foundational Concepts</a:t>
            </a:r>
            <a:endParaRPr lang="en-US" altLang="en-US" dirty="0">
              <a:latin typeface="Comic Sans MS" panose="030F0702030302020204" pitchFamily="66" charset="0"/>
            </a:endParaRPr>
          </a:p>
        </p:txBody>
      </p:sp>
      <p:sp>
        <p:nvSpPr>
          <p:cNvPr id="5123" name="TextBox 2"/>
          <p:cNvSpPr txBox="1">
            <a:spLocks noChangeArrowheads="1"/>
          </p:cNvSpPr>
          <p:nvPr/>
        </p:nvSpPr>
        <p:spPr bwMode="auto">
          <a:xfrm>
            <a:off x="647824" y="900113"/>
            <a:ext cx="9001124" cy="36625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285750" indent="-285750">
              <a:defRPr>
                <a:solidFill>
                  <a:schemeClr val="bg1"/>
                </a:solidFill>
                <a:latin typeface="Arial" panose="020B0604020202020204" pitchFamily="34" charset="0"/>
                <a:ea typeface="Microsoft YaHei" panose="020B0503020204020204" pitchFamily="34" charset="-122"/>
              </a:defRPr>
            </a:lvl1pPr>
            <a:lvl2pPr>
              <a:defRPr>
                <a:solidFill>
                  <a:schemeClr val="bg1"/>
                </a:solidFill>
                <a:latin typeface="Arial" panose="020B0604020202020204" pitchFamily="34" charset="0"/>
                <a:ea typeface="Microsoft YaHei" panose="020B0503020204020204" pitchFamily="34" charset="-122"/>
              </a:defRPr>
            </a:lvl2pPr>
            <a:lvl3pPr>
              <a:defRPr>
                <a:solidFill>
                  <a:schemeClr val="bg1"/>
                </a:solidFill>
                <a:latin typeface="Arial" panose="020B0604020202020204" pitchFamily="34" charset="0"/>
                <a:ea typeface="Microsoft YaHei" panose="020B0503020204020204" pitchFamily="34" charset="-122"/>
              </a:defRPr>
            </a:lvl3pPr>
            <a:lvl4pPr>
              <a:defRPr>
                <a:solidFill>
                  <a:schemeClr val="bg1"/>
                </a:solidFill>
                <a:latin typeface="Arial" panose="020B0604020202020204" pitchFamily="34" charset="0"/>
                <a:ea typeface="Microsoft YaHei" panose="020B0503020204020204" pitchFamily="34" charset="-122"/>
              </a:defRPr>
            </a:lvl4pPr>
            <a:lvl5pPr>
              <a:defRPr>
                <a:solidFill>
                  <a:schemeClr val="bg1"/>
                </a:solidFill>
                <a:latin typeface="Arial" panose="020B0604020202020204" pitchFamily="34" charset="0"/>
                <a:ea typeface="Microsoft YaHei" panose="020B0503020204020204" pitchFamily="34" charset="-122"/>
              </a:defRPr>
            </a:lvl5pPr>
            <a:lvl6pPr marL="2514600" indent="-228600" defTabSz="457200" eaLnBrk="0" fontAlgn="base" hangingPunct="0">
              <a:spcBef>
                <a:spcPct val="0"/>
              </a:spcBef>
              <a:spcAft>
                <a:spcPct val="0"/>
              </a:spcAft>
              <a:defRPr>
                <a:solidFill>
                  <a:schemeClr val="bg1"/>
                </a:solidFill>
                <a:latin typeface="Arial" panose="020B0604020202020204" pitchFamily="34" charset="0"/>
                <a:ea typeface="Microsoft YaHei" panose="020B0503020204020204" pitchFamily="34" charset="-122"/>
              </a:defRPr>
            </a:lvl6pPr>
            <a:lvl7pPr marL="2971800" indent="-228600" defTabSz="457200" eaLnBrk="0" fontAlgn="base" hangingPunct="0">
              <a:spcBef>
                <a:spcPct val="0"/>
              </a:spcBef>
              <a:spcAft>
                <a:spcPct val="0"/>
              </a:spcAft>
              <a:defRPr>
                <a:solidFill>
                  <a:schemeClr val="bg1"/>
                </a:solidFill>
                <a:latin typeface="Arial" panose="020B0604020202020204" pitchFamily="34" charset="0"/>
                <a:ea typeface="Microsoft YaHei" panose="020B0503020204020204" pitchFamily="34" charset="-122"/>
              </a:defRPr>
            </a:lvl7pPr>
            <a:lvl8pPr marL="3429000" indent="-228600" defTabSz="457200" eaLnBrk="0" fontAlgn="base" hangingPunct="0">
              <a:spcBef>
                <a:spcPct val="0"/>
              </a:spcBef>
              <a:spcAft>
                <a:spcPct val="0"/>
              </a:spcAft>
              <a:defRPr>
                <a:solidFill>
                  <a:schemeClr val="bg1"/>
                </a:solidFill>
                <a:latin typeface="Arial" panose="020B0604020202020204" pitchFamily="34" charset="0"/>
                <a:ea typeface="Microsoft YaHei" panose="020B0503020204020204" pitchFamily="34" charset="-122"/>
              </a:defRPr>
            </a:lvl8pPr>
            <a:lvl9pPr marL="3886200" indent="-228600" defTabSz="457200" eaLnBrk="0" fontAlgn="base" hangingPunct="0">
              <a:spcBef>
                <a:spcPct val="0"/>
              </a:spcBef>
              <a:spcAft>
                <a:spcPct val="0"/>
              </a:spcAft>
              <a:defRPr>
                <a:solidFill>
                  <a:schemeClr val="bg1"/>
                </a:solidFill>
                <a:latin typeface="Arial" panose="020B0604020202020204" pitchFamily="34" charset="0"/>
                <a:ea typeface="Microsoft YaHei" panose="020B0503020204020204" pitchFamily="34" charset="-122"/>
              </a:defRPr>
            </a:lvl9pPr>
          </a:lstStyle>
          <a:p>
            <a:pPr>
              <a:buFont typeface="Wingdings" panose="05000000000000000000" pitchFamily="2" charset="2"/>
              <a:buChar char="Ø"/>
            </a:pPr>
            <a:r>
              <a:rPr lang="en-US" altLang="en-US" sz="2400" dirty="0">
                <a:solidFill>
                  <a:schemeClr val="tx1"/>
                </a:solidFill>
                <a:latin typeface="Comic Sans MS" panose="030F0702030302020204" pitchFamily="66" charset="0"/>
              </a:rPr>
              <a:t> Problem Solving</a:t>
            </a:r>
            <a:endParaRPr lang="en-US" altLang="en-US" sz="2400" dirty="0">
              <a:solidFill>
                <a:schemeClr val="tx1"/>
              </a:solidFill>
              <a:latin typeface="Comic Sans MS" panose="030F0702030302020204" pitchFamily="66" charset="0"/>
            </a:endParaRPr>
          </a:p>
          <a:p>
            <a:pPr lvl="1">
              <a:buFont typeface="Wingdings" panose="05000000000000000000" pitchFamily="2" charset="2"/>
              <a:buChar char="Ø"/>
            </a:pPr>
            <a:r>
              <a:rPr lang="en-US" altLang="en-US" sz="2000" dirty="0">
                <a:solidFill>
                  <a:schemeClr val="tx1"/>
                </a:solidFill>
                <a:latin typeface="Comic Sans MS" panose="030F0702030302020204" pitchFamily="66" charset="0"/>
              </a:rPr>
              <a:t>Testing and Debugging</a:t>
            </a:r>
            <a:endParaRPr lang="en-US" altLang="en-US" sz="2000" dirty="0">
              <a:solidFill>
                <a:schemeClr val="tx1"/>
              </a:solidFill>
              <a:latin typeface="Comic Sans MS" panose="030F0702030302020204" pitchFamily="66" charset="0"/>
            </a:endParaRPr>
          </a:p>
          <a:p>
            <a:pPr lvl="2" algn="just">
              <a:buFont typeface="Wingdings" panose="05000000000000000000" pitchFamily="2" charset="2"/>
              <a:buChar char="Ø"/>
            </a:pPr>
            <a:r>
              <a:rPr lang="en-US" altLang="en-US" sz="2000" dirty="0">
                <a:solidFill>
                  <a:schemeClr val="tx1"/>
                </a:solidFill>
                <a:latin typeface="Comic Sans MS" panose="030F0702030302020204" pitchFamily="66" charset="0"/>
              </a:rPr>
              <a:t>The created program should be tested on various parameters.</a:t>
            </a:r>
            <a:endParaRPr lang="en-US" altLang="en-US" sz="2000" dirty="0">
              <a:solidFill>
                <a:schemeClr val="tx1"/>
              </a:solidFill>
              <a:latin typeface="Comic Sans MS" panose="030F0702030302020204" pitchFamily="66" charset="0"/>
            </a:endParaRPr>
          </a:p>
          <a:p>
            <a:pPr lvl="2" algn="just">
              <a:buFont typeface="Wingdings" panose="05000000000000000000" pitchFamily="2" charset="2"/>
              <a:buChar char="Ø"/>
            </a:pPr>
            <a:endParaRPr lang="en-US" altLang="en-US" sz="1600" dirty="0">
              <a:solidFill>
                <a:schemeClr val="tx1"/>
              </a:solidFill>
              <a:latin typeface="Comic Sans MS" panose="030F0702030302020204" pitchFamily="66" charset="0"/>
            </a:endParaRPr>
          </a:p>
          <a:p>
            <a:pPr lvl="2" algn="just">
              <a:buFont typeface="Wingdings" panose="05000000000000000000" pitchFamily="2" charset="2"/>
              <a:buChar char="Ø"/>
            </a:pPr>
            <a:r>
              <a:rPr lang="en-US" altLang="en-US" sz="2000" dirty="0">
                <a:solidFill>
                  <a:schemeClr val="tx1"/>
                </a:solidFill>
                <a:latin typeface="Comic Sans MS" panose="030F0702030302020204" pitchFamily="66" charset="0"/>
              </a:rPr>
              <a:t>The program must meet the needs of the user. It must respond within the time frame specified. It should produce correct results for all possible input. There will be no output if there are syntactical errors. </a:t>
            </a:r>
            <a:endParaRPr lang="en-US" altLang="en-US" sz="2000" dirty="0">
              <a:solidFill>
                <a:schemeClr val="tx1"/>
              </a:solidFill>
              <a:latin typeface="Comic Sans MS" panose="030F0702030302020204" pitchFamily="66" charset="0"/>
            </a:endParaRPr>
          </a:p>
          <a:p>
            <a:pPr lvl="2" algn="just">
              <a:buFont typeface="Wingdings" panose="05000000000000000000" pitchFamily="2" charset="2"/>
              <a:buChar char="Ø"/>
            </a:pPr>
            <a:endParaRPr lang="en-US" altLang="en-US" sz="1600" dirty="0">
              <a:solidFill>
                <a:schemeClr val="tx1"/>
              </a:solidFill>
              <a:latin typeface="Comic Sans MS" panose="030F0702030302020204" pitchFamily="66" charset="0"/>
            </a:endParaRPr>
          </a:p>
          <a:p>
            <a:pPr lvl="2" algn="just">
              <a:buFont typeface="Wingdings" panose="05000000000000000000" pitchFamily="2" charset="2"/>
              <a:buChar char="Ø"/>
            </a:pPr>
            <a:r>
              <a:rPr lang="en-US" altLang="en-US" sz="2000" dirty="0">
                <a:solidFill>
                  <a:schemeClr val="tx1"/>
                </a:solidFill>
                <a:latin typeface="Comic Sans MS" panose="030F0702030302020204" pitchFamily="66" charset="0"/>
              </a:rPr>
              <a:t>If the output is incorrect, the program should be checked for logical errors, if any exist.</a:t>
            </a:r>
            <a:endParaRPr lang="en-US" altLang="en-US" sz="2000" dirty="0">
              <a:solidFill>
                <a:schemeClr val="tx1"/>
              </a:solidFill>
              <a:latin typeface="Comic Sans MS" panose="030F0702030302020204" pitchFamily="66" charset="0"/>
            </a:endParaRPr>
          </a:p>
          <a:p>
            <a:pPr lvl="2" algn="just">
              <a:buFont typeface="Wingdings" panose="05000000000000000000" pitchFamily="2" charset="2"/>
              <a:buChar char="Ø"/>
            </a:pPr>
            <a:endParaRPr lang="en-US" altLang="en-US" sz="1600" dirty="0">
              <a:solidFill>
                <a:schemeClr val="tx1"/>
              </a:solidFill>
              <a:latin typeface="Comic Sans MS" panose="030F0702030302020204" pitchFamily="66" charset="0"/>
            </a:endParaRPr>
          </a:p>
        </p:txBody>
      </p:sp>
    </p:spTree>
  </p:cSld>
  <p:clrMapOvr>
    <a:masterClrMapping/>
  </p:clrMapOvr>
  <p:transition spd="med"/>
  <p:timing>
    <p:tnLst>
      <p:par>
        <p:cT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1"/>
          <p:cNvSpPr>
            <a:spLocks noGrp="1" noChangeArrowheads="1"/>
          </p:cNvSpPr>
          <p:nvPr>
            <p:ph type="title"/>
          </p:nvPr>
        </p:nvSpPr>
        <p:spPr>
          <a:xfrm>
            <a:off x="431800" y="107950"/>
            <a:ext cx="9070975" cy="792163"/>
          </a:xfrm>
        </p:spPr>
        <p:txBody>
          <a:bodyPr tIns="38880"/>
          <a:lstStyle/>
          <a:p>
            <a:pPr eaLnBrk="1">
              <a:buClrTx/>
              <a:buFontTx/>
              <a:buNone/>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r>
              <a:rPr lang="en-US" altLang="en-US" dirty="0">
                <a:latin typeface="Comic Sans MS" panose="030F0702030302020204" pitchFamily="66" charset="0"/>
              </a:rPr>
              <a:t>Foundational Concepts</a:t>
            </a:r>
            <a:endParaRPr lang="en-US" altLang="en-US" dirty="0">
              <a:latin typeface="Comic Sans MS" panose="030F0702030302020204" pitchFamily="66" charset="0"/>
            </a:endParaRPr>
          </a:p>
        </p:txBody>
      </p:sp>
      <p:sp>
        <p:nvSpPr>
          <p:cNvPr id="5123" name="TextBox 2"/>
          <p:cNvSpPr txBox="1">
            <a:spLocks noChangeArrowheads="1"/>
          </p:cNvSpPr>
          <p:nvPr/>
        </p:nvSpPr>
        <p:spPr bwMode="auto">
          <a:xfrm>
            <a:off x="647824" y="900113"/>
            <a:ext cx="9001124" cy="51398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285750" indent="-285750">
              <a:defRPr>
                <a:solidFill>
                  <a:schemeClr val="bg1"/>
                </a:solidFill>
                <a:latin typeface="Arial" panose="020B0604020202020204" pitchFamily="34" charset="0"/>
                <a:ea typeface="Microsoft YaHei" panose="020B0503020204020204" pitchFamily="34" charset="-122"/>
              </a:defRPr>
            </a:lvl1pPr>
            <a:lvl2pPr>
              <a:defRPr>
                <a:solidFill>
                  <a:schemeClr val="bg1"/>
                </a:solidFill>
                <a:latin typeface="Arial" panose="020B0604020202020204" pitchFamily="34" charset="0"/>
                <a:ea typeface="Microsoft YaHei" panose="020B0503020204020204" pitchFamily="34" charset="-122"/>
              </a:defRPr>
            </a:lvl2pPr>
            <a:lvl3pPr>
              <a:defRPr>
                <a:solidFill>
                  <a:schemeClr val="bg1"/>
                </a:solidFill>
                <a:latin typeface="Arial" panose="020B0604020202020204" pitchFamily="34" charset="0"/>
                <a:ea typeface="Microsoft YaHei" panose="020B0503020204020204" pitchFamily="34" charset="-122"/>
              </a:defRPr>
            </a:lvl3pPr>
            <a:lvl4pPr>
              <a:defRPr>
                <a:solidFill>
                  <a:schemeClr val="bg1"/>
                </a:solidFill>
                <a:latin typeface="Arial" panose="020B0604020202020204" pitchFamily="34" charset="0"/>
                <a:ea typeface="Microsoft YaHei" panose="020B0503020204020204" pitchFamily="34" charset="-122"/>
              </a:defRPr>
            </a:lvl4pPr>
            <a:lvl5pPr>
              <a:defRPr>
                <a:solidFill>
                  <a:schemeClr val="bg1"/>
                </a:solidFill>
                <a:latin typeface="Arial" panose="020B0604020202020204" pitchFamily="34" charset="0"/>
                <a:ea typeface="Microsoft YaHei" panose="020B0503020204020204" pitchFamily="34" charset="-122"/>
              </a:defRPr>
            </a:lvl5pPr>
            <a:lvl6pPr marL="2514600" indent="-228600" defTabSz="457200" eaLnBrk="0" fontAlgn="base" hangingPunct="0">
              <a:spcBef>
                <a:spcPct val="0"/>
              </a:spcBef>
              <a:spcAft>
                <a:spcPct val="0"/>
              </a:spcAft>
              <a:defRPr>
                <a:solidFill>
                  <a:schemeClr val="bg1"/>
                </a:solidFill>
                <a:latin typeface="Arial" panose="020B0604020202020204" pitchFamily="34" charset="0"/>
                <a:ea typeface="Microsoft YaHei" panose="020B0503020204020204" pitchFamily="34" charset="-122"/>
              </a:defRPr>
            </a:lvl6pPr>
            <a:lvl7pPr marL="2971800" indent="-228600" defTabSz="457200" eaLnBrk="0" fontAlgn="base" hangingPunct="0">
              <a:spcBef>
                <a:spcPct val="0"/>
              </a:spcBef>
              <a:spcAft>
                <a:spcPct val="0"/>
              </a:spcAft>
              <a:defRPr>
                <a:solidFill>
                  <a:schemeClr val="bg1"/>
                </a:solidFill>
                <a:latin typeface="Arial" panose="020B0604020202020204" pitchFamily="34" charset="0"/>
                <a:ea typeface="Microsoft YaHei" panose="020B0503020204020204" pitchFamily="34" charset="-122"/>
              </a:defRPr>
            </a:lvl7pPr>
            <a:lvl8pPr marL="3429000" indent="-228600" defTabSz="457200" eaLnBrk="0" fontAlgn="base" hangingPunct="0">
              <a:spcBef>
                <a:spcPct val="0"/>
              </a:spcBef>
              <a:spcAft>
                <a:spcPct val="0"/>
              </a:spcAft>
              <a:defRPr>
                <a:solidFill>
                  <a:schemeClr val="bg1"/>
                </a:solidFill>
                <a:latin typeface="Arial" panose="020B0604020202020204" pitchFamily="34" charset="0"/>
                <a:ea typeface="Microsoft YaHei" panose="020B0503020204020204" pitchFamily="34" charset="-122"/>
              </a:defRPr>
            </a:lvl8pPr>
            <a:lvl9pPr marL="3886200" indent="-228600" defTabSz="457200" eaLnBrk="0" fontAlgn="base" hangingPunct="0">
              <a:spcBef>
                <a:spcPct val="0"/>
              </a:spcBef>
              <a:spcAft>
                <a:spcPct val="0"/>
              </a:spcAft>
              <a:defRPr>
                <a:solidFill>
                  <a:schemeClr val="bg1"/>
                </a:solidFill>
                <a:latin typeface="Arial" panose="020B0604020202020204" pitchFamily="34" charset="0"/>
                <a:ea typeface="Microsoft YaHei" panose="020B0503020204020204" pitchFamily="34" charset="-122"/>
              </a:defRPr>
            </a:lvl9pPr>
          </a:lstStyle>
          <a:p>
            <a:pPr>
              <a:buFont typeface="Wingdings" panose="05000000000000000000" pitchFamily="2" charset="2"/>
              <a:buChar char="Ø"/>
            </a:pPr>
            <a:r>
              <a:rPr lang="en-US" altLang="en-US" sz="2400" dirty="0">
                <a:solidFill>
                  <a:schemeClr val="tx1"/>
                </a:solidFill>
                <a:latin typeface="Comic Sans MS" panose="030F0702030302020204" pitchFamily="66" charset="0"/>
              </a:rPr>
              <a:t> Problem Solving</a:t>
            </a:r>
            <a:endParaRPr lang="en-US" altLang="en-US" sz="2400" dirty="0">
              <a:solidFill>
                <a:schemeClr val="tx1"/>
              </a:solidFill>
              <a:latin typeface="Comic Sans MS" panose="030F0702030302020204" pitchFamily="66" charset="0"/>
            </a:endParaRPr>
          </a:p>
          <a:p>
            <a:pPr lvl="1">
              <a:buFont typeface="Wingdings" panose="05000000000000000000" pitchFamily="2" charset="2"/>
              <a:buChar char="Ø"/>
            </a:pPr>
            <a:r>
              <a:rPr lang="en-US" altLang="en-US" sz="2000" dirty="0">
                <a:solidFill>
                  <a:schemeClr val="tx1"/>
                </a:solidFill>
                <a:latin typeface="Comic Sans MS" panose="030F0702030302020204" pitchFamily="66" charset="0"/>
              </a:rPr>
              <a:t>Testing and Debugging</a:t>
            </a:r>
            <a:endParaRPr lang="en-US" altLang="en-US" sz="2000" dirty="0">
              <a:solidFill>
                <a:schemeClr val="tx1"/>
              </a:solidFill>
              <a:latin typeface="Comic Sans MS" panose="030F0702030302020204" pitchFamily="66" charset="0"/>
            </a:endParaRPr>
          </a:p>
          <a:p>
            <a:pPr lvl="2" algn="just">
              <a:buFont typeface="Wingdings" panose="05000000000000000000" pitchFamily="2" charset="2"/>
              <a:buChar char="Ø"/>
            </a:pPr>
            <a:r>
              <a:rPr lang="en-US" altLang="en-US" sz="2000" dirty="0">
                <a:solidFill>
                  <a:schemeClr val="tx1"/>
                </a:solidFill>
                <a:latin typeface="Comic Sans MS" panose="030F0702030302020204" pitchFamily="66" charset="0"/>
              </a:rPr>
              <a:t>The created program should be tested on various parameters.</a:t>
            </a:r>
            <a:endParaRPr lang="en-US" altLang="en-US" sz="2000" dirty="0">
              <a:solidFill>
                <a:schemeClr val="tx1"/>
              </a:solidFill>
              <a:latin typeface="Comic Sans MS" panose="030F0702030302020204" pitchFamily="66" charset="0"/>
            </a:endParaRPr>
          </a:p>
          <a:p>
            <a:pPr lvl="2" algn="just">
              <a:buFont typeface="Wingdings" panose="05000000000000000000" pitchFamily="2" charset="2"/>
              <a:buChar char="Ø"/>
            </a:pPr>
            <a:endParaRPr lang="en-US" altLang="en-US" sz="1600" dirty="0">
              <a:solidFill>
                <a:schemeClr val="tx1"/>
              </a:solidFill>
              <a:latin typeface="Comic Sans MS" panose="030F0702030302020204" pitchFamily="66" charset="0"/>
            </a:endParaRPr>
          </a:p>
          <a:p>
            <a:pPr lvl="2" algn="just">
              <a:buFont typeface="Wingdings" panose="05000000000000000000" pitchFamily="2" charset="2"/>
              <a:buChar char="Ø"/>
            </a:pPr>
            <a:r>
              <a:rPr lang="en-US" altLang="en-US" sz="2000" dirty="0">
                <a:solidFill>
                  <a:schemeClr val="tx1"/>
                </a:solidFill>
                <a:latin typeface="Comic Sans MS" panose="030F0702030302020204" pitchFamily="66" charset="0"/>
              </a:rPr>
              <a:t>The program must meet the needs of the user. It must respond within the time frame specified. It should produce correct results for all possible input. There will be no output if there are syntactical errors. </a:t>
            </a:r>
            <a:endParaRPr lang="en-US" altLang="en-US" sz="2000" dirty="0">
              <a:solidFill>
                <a:schemeClr val="tx1"/>
              </a:solidFill>
              <a:latin typeface="Comic Sans MS" panose="030F0702030302020204" pitchFamily="66" charset="0"/>
            </a:endParaRPr>
          </a:p>
          <a:p>
            <a:pPr lvl="2" algn="just">
              <a:buFont typeface="Wingdings" panose="05000000000000000000" pitchFamily="2" charset="2"/>
              <a:buChar char="Ø"/>
            </a:pPr>
            <a:endParaRPr lang="en-US" altLang="en-US" sz="1600" dirty="0">
              <a:solidFill>
                <a:schemeClr val="tx1"/>
              </a:solidFill>
              <a:latin typeface="Comic Sans MS" panose="030F0702030302020204" pitchFamily="66" charset="0"/>
            </a:endParaRPr>
          </a:p>
          <a:p>
            <a:pPr lvl="2" algn="just">
              <a:buFont typeface="Wingdings" panose="05000000000000000000" pitchFamily="2" charset="2"/>
              <a:buChar char="Ø"/>
            </a:pPr>
            <a:r>
              <a:rPr lang="en-US" altLang="en-US" sz="2000" dirty="0">
                <a:solidFill>
                  <a:schemeClr val="tx1"/>
                </a:solidFill>
                <a:latin typeface="Comic Sans MS" panose="030F0702030302020204" pitchFamily="66" charset="0"/>
              </a:rPr>
              <a:t>If the output is incorrect, the program should be checked for logical errors, if any exist.</a:t>
            </a:r>
            <a:endParaRPr lang="en-US" altLang="en-US" sz="2000" dirty="0">
              <a:solidFill>
                <a:schemeClr val="tx1"/>
              </a:solidFill>
              <a:latin typeface="Comic Sans MS" panose="030F0702030302020204" pitchFamily="66" charset="0"/>
            </a:endParaRPr>
          </a:p>
          <a:p>
            <a:pPr lvl="2" algn="just">
              <a:buFont typeface="Wingdings" panose="05000000000000000000" pitchFamily="2" charset="2"/>
              <a:buChar char="Ø"/>
            </a:pPr>
            <a:endParaRPr lang="en-US" altLang="en-US" sz="1600" dirty="0">
              <a:solidFill>
                <a:schemeClr val="tx1"/>
              </a:solidFill>
              <a:latin typeface="Comic Sans MS" panose="030F0702030302020204" pitchFamily="66" charset="0"/>
            </a:endParaRPr>
          </a:p>
          <a:p>
            <a:pPr lvl="2" algn="just">
              <a:buFont typeface="Wingdings" panose="05000000000000000000" pitchFamily="2" charset="2"/>
              <a:buChar char="Ø"/>
            </a:pPr>
            <a:r>
              <a:rPr lang="en-US" altLang="en-US" sz="2000" dirty="0">
                <a:solidFill>
                  <a:schemeClr val="tx1"/>
                </a:solidFill>
                <a:latin typeface="Comic Sans MS" panose="030F0702030302020204" pitchFamily="66" charset="0"/>
              </a:rPr>
              <a:t>When developing complex applications, the software industry uses standardized testing methods such as unit or component testing, integration testing, system testing, and acceptance testing. </a:t>
            </a:r>
            <a:endParaRPr lang="en-US" altLang="en-US" sz="2000" dirty="0">
              <a:solidFill>
                <a:schemeClr val="tx1"/>
              </a:solidFill>
              <a:latin typeface="Comic Sans MS" panose="030F0702030302020204" pitchFamily="66" charset="0"/>
            </a:endParaRPr>
          </a:p>
          <a:p>
            <a:pPr lvl="2" algn="just">
              <a:buFont typeface="Wingdings" panose="05000000000000000000" pitchFamily="2" charset="2"/>
              <a:buChar char="Ø"/>
            </a:pPr>
            <a:endParaRPr lang="en-US" altLang="en-US" sz="1600" dirty="0">
              <a:solidFill>
                <a:schemeClr val="tx1"/>
              </a:solidFill>
              <a:latin typeface="Comic Sans MS" panose="030F0702030302020204" pitchFamily="66" charset="0"/>
            </a:endParaRPr>
          </a:p>
        </p:txBody>
      </p:sp>
    </p:spTree>
  </p:cSld>
  <p:clrMapOvr>
    <a:masterClrMapping/>
  </p:clrMapOvr>
  <p:transition spd="med"/>
  <p:timing>
    <p:tnLst>
      <p:par>
        <p:cTn id="1" dur="indefinite" restart="never" nodeType="tmRoot"/>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1"/>
          <p:cNvSpPr>
            <a:spLocks noGrp="1" noChangeArrowheads="1"/>
          </p:cNvSpPr>
          <p:nvPr>
            <p:ph type="title"/>
          </p:nvPr>
        </p:nvSpPr>
        <p:spPr>
          <a:xfrm>
            <a:off x="431800" y="107950"/>
            <a:ext cx="9070975" cy="792163"/>
          </a:xfrm>
        </p:spPr>
        <p:txBody>
          <a:bodyPr tIns="38880"/>
          <a:lstStyle/>
          <a:p>
            <a:pPr eaLnBrk="1">
              <a:buClrTx/>
              <a:buFontTx/>
              <a:buNone/>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r>
              <a:rPr lang="en-US" altLang="en-US" dirty="0">
                <a:latin typeface="Comic Sans MS" panose="030F0702030302020204" pitchFamily="66" charset="0"/>
              </a:rPr>
              <a:t>Foundational Concepts</a:t>
            </a:r>
            <a:endParaRPr lang="en-US" altLang="en-US" dirty="0">
              <a:latin typeface="Comic Sans MS" panose="030F0702030302020204" pitchFamily="66" charset="0"/>
            </a:endParaRPr>
          </a:p>
        </p:txBody>
      </p:sp>
      <p:sp>
        <p:nvSpPr>
          <p:cNvPr id="5123" name="TextBox 2"/>
          <p:cNvSpPr txBox="1">
            <a:spLocks noChangeArrowheads="1"/>
          </p:cNvSpPr>
          <p:nvPr/>
        </p:nvSpPr>
        <p:spPr bwMode="auto">
          <a:xfrm>
            <a:off x="647824" y="900113"/>
            <a:ext cx="9001124" cy="60016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285750" indent="-285750">
              <a:defRPr>
                <a:solidFill>
                  <a:schemeClr val="bg1"/>
                </a:solidFill>
                <a:latin typeface="Arial" panose="020B0604020202020204" pitchFamily="34" charset="0"/>
                <a:ea typeface="Microsoft YaHei" panose="020B0503020204020204" pitchFamily="34" charset="-122"/>
              </a:defRPr>
            </a:lvl1pPr>
            <a:lvl2pPr>
              <a:defRPr>
                <a:solidFill>
                  <a:schemeClr val="bg1"/>
                </a:solidFill>
                <a:latin typeface="Arial" panose="020B0604020202020204" pitchFamily="34" charset="0"/>
                <a:ea typeface="Microsoft YaHei" panose="020B0503020204020204" pitchFamily="34" charset="-122"/>
              </a:defRPr>
            </a:lvl2pPr>
            <a:lvl3pPr>
              <a:defRPr>
                <a:solidFill>
                  <a:schemeClr val="bg1"/>
                </a:solidFill>
                <a:latin typeface="Arial" panose="020B0604020202020204" pitchFamily="34" charset="0"/>
                <a:ea typeface="Microsoft YaHei" panose="020B0503020204020204" pitchFamily="34" charset="-122"/>
              </a:defRPr>
            </a:lvl3pPr>
            <a:lvl4pPr>
              <a:defRPr>
                <a:solidFill>
                  <a:schemeClr val="bg1"/>
                </a:solidFill>
                <a:latin typeface="Arial" panose="020B0604020202020204" pitchFamily="34" charset="0"/>
                <a:ea typeface="Microsoft YaHei" panose="020B0503020204020204" pitchFamily="34" charset="-122"/>
              </a:defRPr>
            </a:lvl4pPr>
            <a:lvl5pPr>
              <a:defRPr>
                <a:solidFill>
                  <a:schemeClr val="bg1"/>
                </a:solidFill>
                <a:latin typeface="Arial" panose="020B0604020202020204" pitchFamily="34" charset="0"/>
                <a:ea typeface="Microsoft YaHei" panose="020B0503020204020204" pitchFamily="34" charset="-122"/>
              </a:defRPr>
            </a:lvl5pPr>
            <a:lvl6pPr marL="2514600" indent="-228600" defTabSz="457200" eaLnBrk="0" fontAlgn="base" hangingPunct="0">
              <a:spcBef>
                <a:spcPct val="0"/>
              </a:spcBef>
              <a:spcAft>
                <a:spcPct val="0"/>
              </a:spcAft>
              <a:defRPr>
                <a:solidFill>
                  <a:schemeClr val="bg1"/>
                </a:solidFill>
                <a:latin typeface="Arial" panose="020B0604020202020204" pitchFamily="34" charset="0"/>
                <a:ea typeface="Microsoft YaHei" panose="020B0503020204020204" pitchFamily="34" charset="-122"/>
              </a:defRPr>
            </a:lvl6pPr>
            <a:lvl7pPr marL="2971800" indent="-228600" defTabSz="457200" eaLnBrk="0" fontAlgn="base" hangingPunct="0">
              <a:spcBef>
                <a:spcPct val="0"/>
              </a:spcBef>
              <a:spcAft>
                <a:spcPct val="0"/>
              </a:spcAft>
              <a:defRPr>
                <a:solidFill>
                  <a:schemeClr val="bg1"/>
                </a:solidFill>
                <a:latin typeface="Arial" panose="020B0604020202020204" pitchFamily="34" charset="0"/>
                <a:ea typeface="Microsoft YaHei" panose="020B0503020204020204" pitchFamily="34" charset="-122"/>
              </a:defRPr>
            </a:lvl7pPr>
            <a:lvl8pPr marL="3429000" indent="-228600" defTabSz="457200" eaLnBrk="0" fontAlgn="base" hangingPunct="0">
              <a:spcBef>
                <a:spcPct val="0"/>
              </a:spcBef>
              <a:spcAft>
                <a:spcPct val="0"/>
              </a:spcAft>
              <a:defRPr>
                <a:solidFill>
                  <a:schemeClr val="bg1"/>
                </a:solidFill>
                <a:latin typeface="Arial" panose="020B0604020202020204" pitchFamily="34" charset="0"/>
                <a:ea typeface="Microsoft YaHei" panose="020B0503020204020204" pitchFamily="34" charset="-122"/>
              </a:defRPr>
            </a:lvl8pPr>
            <a:lvl9pPr marL="3886200" indent="-228600" defTabSz="457200" eaLnBrk="0" fontAlgn="base" hangingPunct="0">
              <a:spcBef>
                <a:spcPct val="0"/>
              </a:spcBef>
              <a:spcAft>
                <a:spcPct val="0"/>
              </a:spcAft>
              <a:defRPr>
                <a:solidFill>
                  <a:schemeClr val="bg1"/>
                </a:solidFill>
                <a:latin typeface="Arial" panose="020B0604020202020204" pitchFamily="34" charset="0"/>
                <a:ea typeface="Microsoft YaHei" panose="020B0503020204020204" pitchFamily="34" charset="-122"/>
              </a:defRPr>
            </a:lvl9pPr>
          </a:lstStyle>
          <a:p>
            <a:pPr>
              <a:buFont typeface="Wingdings" panose="05000000000000000000" pitchFamily="2" charset="2"/>
              <a:buChar char="Ø"/>
            </a:pPr>
            <a:r>
              <a:rPr lang="en-US" altLang="en-US" sz="2400" dirty="0">
                <a:solidFill>
                  <a:schemeClr val="tx1"/>
                </a:solidFill>
                <a:latin typeface="Comic Sans MS" panose="030F0702030302020204" pitchFamily="66" charset="0"/>
              </a:rPr>
              <a:t> Problem Solving</a:t>
            </a:r>
            <a:endParaRPr lang="en-US" altLang="en-US" sz="2400" dirty="0">
              <a:solidFill>
                <a:schemeClr val="tx1"/>
              </a:solidFill>
              <a:latin typeface="Comic Sans MS" panose="030F0702030302020204" pitchFamily="66" charset="0"/>
            </a:endParaRPr>
          </a:p>
          <a:p>
            <a:pPr lvl="1">
              <a:buFont typeface="Wingdings" panose="05000000000000000000" pitchFamily="2" charset="2"/>
              <a:buChar char="Ø"/>
            </a:pPr>
            <a:r>
              <a:rPr lang="en-US" altLang="en-US" sz="2000" dirty="0">
                <a:solidFill>
                  <a:schemeClr val="tx1"/>
                </a:solidFill>
                <a:latin typeface="Comic Sans MS" panose="030F0702030302020204" pitchFamily="66" charset="0"/>
              </a:rPr>
              <a:t>Testing and Debugging</a:t>
            </a:r>
            <a:endParaRPr lang="en-US" altLang="en-US" sz="2000" dirty="0">
              <a:solidFill>
                <a:schemeClr val="tx1"/>
              </a:solidFill>
              <a:latin typeface="Comic Sans MS" panose="030F0702030302020204" pitchFamily="66" charset="0"/>
            </a:endParaRPr>
          </a:p>
          <a:p>
            <a:pPr lvl="2" algn="just">
              <a:buFont typeface="Wingdings" panose="05000000000000000000" pitchFamily="2" charset="2"/>
              <a:buChar char="Ø"/>
            </a:pPr>
            <a:r>
              <a:rPr lang="en-US" altLang="en-US" sz="2000" dirty="0">
                <a:solidFill>
                  <a:schemeClr val="tx1"/>
                </a:solidFill>
                <a:latin typeface="Comic Sans MS" panose="030F0702030302020204" pitchFamily="66" charset="0"/>
              </a:rPr>
              <a:t>The created program should be tested on various parameters.</a:t>
            </a:r>
            <a:endParaRPr lang="en-US" altLang="en-US" sz="2000" dirty="0">
              <a:solidFill>
                <a:schemeClr val="tx1"/>
              </a:solidFill>
              <a:latin typeface="Comic Sans MS" panose="030F0702030302020204" pitchFamily="66" charset="0"/>
            </a:endParaRPr>
          </a:p>
          <a:p>
            <a:pPr lvl="2" algn="just">
              <a:buFont typeface="Wingdings" panose="05000000000000000000" pitchFamily="2" charset="2"/>
              <a:buChar char="Ø"/>
            </a:pPr>
            <a:endParaRPr lang="en-US" altLang="en-US" sz="1600" dirty="0">
              <a:solidFill>
                <a:schemeClr val="tx1"/>
              </a:solidFill>
              <a:latin typeface="Comic Sans MS" panose="030F0702030302020204" pitchFamily="66" charset="0"/>
            </a:endParaRPr>
          </a:p>
          <a:p>
            <a:pPr lvl="2" algn="just">
              <a:buFont typeface="Wingdings" panose="05000000000000000000" pitchFamily="2" charset="2"/>
              <a:buChar char="Ø"/>
            </a:pPr>
            <a:r>
              <a:rPr lang="en-US" altLang="en-US" sz="2000" dirty="0">
                <a:solidFill>
                  <a:schemeClr val="tx1"/>
                </a:solidFill>
                <a:latin typeface="Comic Sans MS" panose="030F0702030302020204" pitchFamily="66" charset="0"/>
              </a:rPr>
              <a:t>The program must meet the needs of the user. It must respond within the time frame specified. It should produce correct results for all possible input. There will be no output if there are syntactical errors. </a:t>
            </a:r>
            <a:endParaRPr lang="en-US" altLang="en-US" sz="2000" dirty="0">
              <a:solidFill>
                <a:schemeClr val="tx1"/>
              </a:solidFill>
              <a:latin typeface="Comic Sans MS" panose="030F0702030302020204" pitchFamily="66" charset="0"/>
            </a:endParaRPr>
          </a:p>
          <a:p>
            <a:pPr lvl="2" algn="just">
              <a:buFont typeface="Wingdings" panose="05000000000000000000" pitchFamily="2" charset="2"/>
              <a:buChar char="Ø"/>
            </a:pPr>
            <a:endParaRPr lang="en-US" altLang="en-US" sz="1600" dirty="0">
              <a:solidFill>
                <a:schemeClr val="tx1"/>
              </a:solidFill>
              <a:latin typeface="Comic Sans MS" panose="030F0702030302020204" pitchFamily="66" charset="0"/>
            </a:endParaRPr>
          </a:p>
          <a:p>
            <a:pPr lvl="2" algn="just">
              <a:buFont typeface="Wingdings" panose="05000000000000000000" pitchFamily="2" charset="2"/>
              <a:buChar char="Ø"/>
            </a:pPr>
            <a:r>
              <a:rPr lang="en-US" altLang="en-US" sz="2000" dirty="0">
                <a:solidFill>
                  <a:schemeClr val="tx1"/>
                </a:solidFill>
                <a:latin typeface="Comic Sans MS" panose="030F0702030302020204" pitchFamily="66" charset="0"/>
              </a:rPr>
              <a:t>If the output is incorrect, the program should be checked for logical errors, if any exist.</a:t>
            </a:r>
            <a:endParaRPr lang="en-US" altLang="en-US" sz="2000" dirty="0">
              <a:solidFill>
                <a:schemeClr val="tx1"/>
              </a:solidFill>
              <a:latin typeface="Comic Sans MS" panose="030F0702030302020204" pitchFamily="66" charset="0"/>
            </a:endParaRPr>
          </a:p>
          <a:p>
            <a:pPr lvl="2" algn="just">
              <a:buFont typeface="Wingdings" panose="05000000000000000000" pitchFamily="2" charset="2"/>
              <a:buChar char="Ø"/>
            </a:pPr>
            <a:endParaRPr lang="en-US" altLang="en-US" sz="1600" dirty="0">
              <a:solidFill>
                <a:schemeClr val="tx1"/>
              </a:solidFill>
              <a:latin typeface="Comic Sans MS" panose="030F0702030302020204" pitchFamily="66" charset="0"/>
            </a:endParaRPr>
          </a:p>
          <a:p>
            <a:pPr lvl="2" algn="just">
              <a:buFont typeface="Wingdings" panose="05000000000000000000" pitchFamily="2" charset="2"/>
              <a:buChar char="Ø"/>
            </a:pPr>
            <a:r>
              <a:rPr lang="en-US" altLang="en-US" sz="2000" dirty="0">
                <a:solidFill>
                  <a:schemeClr val="tx1"/>
                </a:solidFill>
                <a:latin typeface="Comic Sans MS" panose="030F0702030302020204" pitchFamily="66" charset="0"/>
              </a:rPr>
              <a:t>When developing complex applications, the software industry uses standardized testing methods such as unit or component testing, integration testing, system testing, and acceptance testing. </a:t>
            </a:r>
            <a:endParaRPr lang="en-US" altLang="en-US" sz="2000" dirty="0">
              <a:solidFill>
                <a:schemeClr val="tx1"/>
              </a:solidFill>
              <a:latin typeface="Comic Sans MS" panose="030F0702030302020204" pitchFamily="66" charset="0"/>
            </a:endParaRPr>
          </a:p>
          <a:p>
            <a:pPr lvl="2" algn="just">
              <a:buFont typeface="Wingdings" panose="05000000000000000000" pitchFamily="2" charset="2"/>
              <a:buChar char="Ø"/>
            </a:pPr>
            <a:endParaRPr lang="en-US" altLang="en-US" sz="1600" dirty="0">
              <a:solidFill>
                <a:schemeClr val="tx1"/>
              </a:solidFill>
              <a:latin typeface="Comic Sans MS" panose="030F0702030302020204" pitchFamily="66" charset="0"/>
            </a:endParaRPr>
          </a:p>
          <a:p>
            <a:pPr lvl="2" algn="just">
              <a:buFont typeface="Wingdings" panose="05000000000000000000" pitchFamily="2" charset="2"/>
              <a:buChar char="Ø"/>
            </a:pPr>
            <a:r>
              <a:rPr lang="en-US" altLang="en-US" sz="2000" dirty="0">
                <a:solidFill>
                  <a:schemeClr val="tx1"/>
                </a:solidFill>
                <a:latin typeface="Comic Sans MS" panose="030F0702030302020204" pitchFamily="66" charset="0"/>
              </a:rPr>
              <a:t>This is done to ensure that the software meets all of the business and technical requirements and functions properly. </a:t>
            </a:r>
            <a:endParaRPr lang="en-US" altLang="en-US" sz="2000" dirty="0">
              <a:solidFill>
                <a:schemeClr val="tx1"/>
              </a:solidFill>
              <a:latin typeface="Comic Sans MS" panose="030F0702030302020204" pitchFamily="66" charset="0"/>
            </a:endParaRPr>
          </a:p>
          <a:p>
            <a:pPr lvl="2" algn="just">
              <a:buFont typeface="Wingdings" panose="05000000000000000000" pitchFamily="2" charset="2"/>
              <a:buChar char="Ø"/>
            </a:pPr>
            <a:endParaRPr lang="en-US" altLang="en-US" sz="1600" dirty="0">
              <a:solidFill>
                <a:schemeClr val="tx1"/>
              </a:solidFill>
              <a:latin typeface="Comic Sans MS" panose="030F0702030302020204" pitchFamily="66" charset="0"/>
            </a:endParaRPr>
          </a:p>
        </p:txBody>
      </p:sp>
    </p:spTree>
  </p:cSld>
  <p:clrMapOvr>
    <a:masterClrMapping/>
  </p:clrMapOvr>
  <p:transition spd="med"/>
  <p:timing>
    <p:tnLst>
      <p:par>
        <p:cTn id="1" dur="indefinite" restart="never" nodeType="tmRoot"/>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1"/>
          <p:cNvSpPr>
            <a:spLocks noGrp="1" noChangeArrowheads="1"/>
          </p:cNvSpPr>
          <p:nvPr>
            <p:ph type="title"/>
          </p:nvPr>
        </p:nvSpPr>
        <p:spPr>
          <a:xfrm>
            <a:off x="431800" y="107950"/>
            <a:ext cx="9070975" cy="792163"/>
          </a:xfrm>
        </p:spPr>
        <p:txBody>
          <a:bodyPr tIns="38880"/>
          <a:lstStyle/>
          <a:p>
            <a:pPr eaLnBrk="1">
              <a:buClrTx/>
              <a:buFontTx/>
              <a:buNone/>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r>
              <a:rPr lang="en-US" altLang="en-US" dirty="0">
                <a:latin typeface="Comic Sans MS" panose="030F0702030302020204" pitchFamily="66" charset="0"/>
              </a:rPr>
              <a:t>Foundational Concepts</a:t>
            </a:r>
            <a:endParaRPr lang="en-US" altLang="en-US" dirty="0">
              <a:latin typeface="Comic Sans MS" panose="030F0702030302020204" pitchFamily="66" charset="0"/>
            </a:endParaRPr>
          </a:p>
        </p:txBody>
      </p:sp>
      <p:sp>
        <p:nvSpPr>
          <p:cNvPr id="5123" name="TextBox 2"/>
          <p:cNvSpPr txBox="1">
            <a:spLocks noChangeArrowheads="1"/>
          </p:cNvSpPr>
          <p:nvPr/>
        </p:nvSpPr>
        <p:spPr bwMode="auto">
          <a:xfrm>
            <a:off x="647824" y="900113"/>
            <a:ext cx="9001124" cy="66479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285750" indent="-285750">
              <a:defRPr>
                <a:solidFill>
                  <a:schemeClr val="bg1"/>
                </a:solidFill>
                <a:latin typeface="Arial" panose="020B0604020202020204" pitchFamily="34" charset="0"/>
                <a:ea typeface="Microsoft YaHei" panose="020B0503020204020204" pitchFamily="34" charset="-122"/>
              </a:defRPr>
            </a:lvl1pPr>
            <a:lvl2pPr>
              <a:defRPr>
                <a:solidFill>
                  <a:schemeClr val="bg1"/>
                </a:solidFill>
                <a:latin typeface="Arial" panose="020B0604020202020204" pitchFamily="34" charset="0"/>
                <a:ea typeface="Microsoft YaHei" panose="020B0503020204020204" pitchFamily="34" charset="-122"/>
              </a:defRPr>
            </a:lvl2pPr>
            <a:lvl3pPr>
              <a:defRPr>
                <a:solidFill>
                  <a:schemeClr val="bg1"/>
                </a:solidFill>
                <a:latin typeface="Arial" panose="020B0604020202020204" pitchFamily="34" charset="0"/>
                <a:ea typeface="Microsoft YaHei" panose="020B0503020204020204" pitchFamily="34" charset="-122"/>
              </a:defRPr>
            </a:lvl3pPr>
            <a:lvl4pPr>
              <a:defRPr>
                <a:solidFill>
                  <a:schemeClr val="bg1"/>
                </a:solidFill>
                <a:latin typeface="Arial" panose="020B0604020202020204" pitchFamily="34" charset="0"/>
                <a:ea typeface="Microsoft YaHei" panose="020B0503020204020204" pitchFamily="34" charset="-122"/>
              </a:defRPr>
            </a:lvl4pPr>
            <a:lvl5pPr>
              <a:defRPr>
                <a:solidFill>
                  <a:schemeClr val="bg1"/>
                </a:solidFill>
                <a:latin typeface="Arial" panose="020B0604020202020204" pitchFamily="34" charset="0"/>
                <a:ea typeface="Microsoft YaHei" panose="020B0503020204020204" pitchFamily="34" charset="-122"/>
              </a:defRPr>
            </a:lvl5pPr>
            <a:lvl6pPr marL="2514600" indent="-228600" defTabSz="457200" eaLnBrk="0" fontAlgn="base" hangingPunct="0">
              <a:spcBef>
                <a:spcPct val="0"/>
              </a:spcBef>
              <a:spcAft>
                <a:spcPct val="0"/>
              </a:spcAft>
              <a:defRPr>
                <a:solidFill>
                  <a:schemeClr val="bg1"/>
                </a:solidFill>
                <a:latin typeface="Arial" panose="020B0604020202020204" pitchFamily="34" charset="0"/>
                <a:ea typeface="Microsoft YaHei" panose="020B0503020204020204" pitchFamily="34" charset="-122"/>
              </a:defRPr>
            </a:lvl6pPr>
            <a:lvl7pPr marL="2971800" indent="-228600" defTabSz="457200" eaLnBrk="0" fontAlgn="base" hangingPunct="0">
              <a:spcBef>
                <a:spcPct val="0"/>
              </a:spcBef>
              <a:spcAft>
                <a:spcPct val="0"/>
              </a:spcAft>
              <a:defRPr>
                <a:solidFill>
                  <a:schemeClr val="bg1"/>
                </a:solidFill>
                <a:latin typeface="Arial" panose="020B0604020202020204" pitchFamily="34" charset="0"/>
                <a:ea typeface="Microsoft YaHei" panose="020B0503020204020204" pitchFamily="34" charset="-122"/>
              </a:defRPr>
            </a:lvl7pPr>
            <a:lvl8pPr marL="3429000" indent="-228600" defTabSz="457200" eaLnBrk="0" fontAlgn="base" hangingPunct="0">
              <a:spcBef>
                <a:spcPct val="0"/>
              </a:spcBef>
              <a:spcAft>
                <a:spcPct val="0"/>
              </a:spcAft>
              <a:defRPr>
                <a:solidFill>
                  <a:schemeClr val="bg1"/>
                </a:solidFill>
                <a:latin typeface="Arial" panose="020B0604020202020204" pitchFamily="34" charset="0"/>
                <a:ea typeface="Microsoft YaHei" panose="020B0503020204020204" pitchFamily="34" charset="-122"/>
              </a:defRPr>
            </a:lvl8pPr>
            <a:lvl9pPr marL="3886200" indent="-228600" defTabSz="457200" eaLnBrk="0" fontAlgn="base" hangingPunct="0">
              <a:spcBef>
                <a:spcPct val="0"/>
              </a:spcBef>
              <a:spcAft>
                <a:spcPct val="0"/>
              </a:spcAft>
              <a:defRPr>
                <a:solidFill>
                  <a:schemeClr val="bg1"/>
                </a:solidFill>
                <a:latin typeface="Arial" panose="020B0604020202020204" pitchFamily="34" charset="0"/>
                <a:ea typeface="Microsoft YaHei" panose="020B0503020204020204" pitchFamily="34" charset="-122"/>
              </a:defRPr>
            </a:lvl9pPr>
          </a:lstStyle>
          <a:p>
            <a:pPr>
              <a:buFont typeface="Wingdings" panose="05000000000000000000" pitchFamily="2" charset="2"/>
              <a:buChar char="Ø"/>
            </a:pPr>
            <a:r>
              <a:rPr lang="en-US" altLang="en-US" sz="2400" dirty="0">
                <a:solidFill>
                  <a:schemeClr val="tx1"/>
                </a:solidFill>
                <a:latin typeface="Comic Sans MS" panose="030F0702030302020204" pitchFamily="66" charset="0"/>
              </a:rPr>
              <a:t> Problem Solving</a:t>
            </a:r>
            <a:endParaRPr lang="en-US" altLang="en-US" sz="2400" dirty="0">
              <a:solidFill>
                <a:schemeClr val="tx1"/>
              </a:solidFill>
              <a:latin typeface="Comic Sans MS" panose="030F0702030302020204" pitchFamily="66" charset="0"/>
            </a:endParaRPr>
          </a:p>
          <a:p>
            <a:pPr lvl="1">
              <a:buFont typeface="Wingdings" panose="05000000000000000000" pitchFamily="2" charset="2"/>
              <a:buChar char="Ø"/>
            </a:pPr>
            <a:r>
              <a:rPr lang="en-US" altLang="en-US" sz="2000" dirty="0">
                <a:solidFill>
                  <a:schemeClr val="tx1"/>
                </a:solidFill>
                <a:latin typeface="Comic Sans MS" panose="030F0702030302020204" pitchFamily="66" charset="0"/>
              </a:rPr>
              <a:t>Testing and Debugging</a:t>
            </a:r>
            <a:endParaRPr lang="en-US" altLang="en-US" sz="2000" dirty="0">
              <a:solidFill>
                <a:schemeClr val="tx1"/>
              </a:solidFill>
              <a:latin typeface="Comic Sans MS" panose="030F0702030302020204" pitchFamily="66" charset="0"/>
            </a:endParaRPr>
          </a:p>
          <a:p>
            <a:pPr lvl="2" algn="just">
              <a:buFont typeface="Wingdings" panose="05000000000000000000" pitchFamily="2" charset="2"/>
              <a:buChar char="Ø"/>
            </a:pPr>
            <a:r>
              <a:rPr lang="en-US" altLang="en-US" sz="2000" dirty="0">
                <a:solidFill>
                  <a:schemeClr val="tx1"/>
                </a:solidFill>
                <a:latin typeface="Comic Sans MS" panose="030F0702030302020204" pitchFamily="66" charset="0"/>
              </a:rPr>
              <a:t>The created program should be tested on various parameters.</a:t>
            </a:r>
            <a:endParaRPr lang="en-US" altLang="en-US" sz="2000" dirty="0">
              <a:solidFill>
                <a:schemeClr val="tx1"/>
              </a:solidFill>
              <a:latin typeface="Comic Sans MS" panose="030F0702030302020204" pitchFamily="66" charset="0"/>
            </a:endParaRPr>
          </a:p>
          <a:p>
            <a:pPr lvl="2" algn="just">
              <a:buFont typeface="Wingdings" panose="05000000000000000000" pitchFamily="2" charset="2"/>
              <a:buChar char="Ø"/>
            </a:pPr>
            <a:endParaRPr lang="en-US" altLang="en-US" sz="1600" dirty="0">
              <a:solidFill>
                <a:schemeClr val="tx1"/>
              </a:solidFill>
              <a:latin typeface="Comic Sans MS" panose="030F0702030302020204" pitchFamily="66" charset="0"/>
            </a:endParaRPr>
          </a:p>
          <a:p>
            <a:pPr lvl="2" algn="just">
              <a:buFont typeface="Wingdings" panose="05000000000000000000" pitchFamily="2" charset="2"/>
              <a:buChar char="Ø"/>
            </a:pPr>
            <a:r>
              <a:rPr lang="en-US" altLang="en-US" sz="2000" dirty="0">
                <a:solidFill>
                  <a:schemeClr val="tx1"/>
                </a:solidFill>
                <a:latin typeface="Comic Sans MS" panose="030F0702030302020204" pitchFamily="66" charset="0"/>
              </a:rPr>
              <a:t>The program must meet the needs of the user. It must respond within the time frame specified. It should produce correct results for all possible input. There will be no output if there are syntactical errors. </a:t>
            </a:r>
            <a:endParaRPr lang="en-US" altLang="en-US" sz="2000" dirty="0">
              <a:solidFill>
                <a:schemeClr val="tx1"/>
              </a:solidFill>
              <a:latin typeface="Comic Sans MS" panose="030F0702030302020204" pitchFamily="66" charset="0"/>
            </a:endParaRPr>
          </a:p>
          <a:p>
            <a:pPr lvl="2" algn="just">
              <a:buFont typeface="Wingdings" panose="05000000000000000000" pitchFamily="2" charset="2"/>
              <a:buChar char="Ø"/>
            </a:pPr>
            <a:endParaRPr lang="en-US" altLang="en-US" sz="1600" dirty="0">
              <a:solidFill>
                <a:schemeClr val="tx1"/>
              </a:solidFill>
              <a:latin typeface="Comic Sans MS" panose="030F0702030302020204" pitchFamily="66" charset="0"/>
            </a:endParaRPr>
          </a:p>
          <a:p>
            <a:pPr lvl="2" algn="just">
              <a:buFont typeface="Wingdings" panose="05000000000000000000" pitchFamily="2" charset="2"/>
              <a:buChar char="Ø"/>
            </a:pPr>
            <a:r>
              <a:rPr lang="en-US" altLang="en-US" sz="2000" dirty="0">
                <a:solidFill>
                  <a:schemeClr val="tx1"/>
                </a:solidFill>
                <a:latin typeface="Comic Sans MS" panose="030F0702030302020204" pitchFamily="66" charset="0"/>
              </a:rPr>
              <a:t>If the output is incorrect, the program should be checked for logical errors, if any exist.</a:t>
            </a:r>
            <a:endParaRPr lang="en-US" altLang="en-US" sz="2000" dirty="0">
              <a:solidFill>
                <a:schemeClr val="tx1"/>
              </a:solidFill>
              <a:latin typeface="Comic Sans MS" panose="030F0702030302020204" pitchFamily="66" charset="0"/>
            </a:endParaRPr>
          </a:p>
          <a:p>
            <a:pPr lvl="2" algn="just">
              <a:buFont typeface="Wingdings" panose="05000000000000000000" pitchFamily="2" charset="2"/>
              <a:buChar char="Ø"/>
            </a:pPr>
            <a:endParaRPr lang="en-US" altLang="en-US" sz="1600" dirty="0">
              <a:solidFill>
                <a:schemeClr val="tx1"/>
              </a:solidFill>
              <a:latin typeface="Comic Sans MS" panose="030F0702030302020204" pitchFamily="66" charset="0"/>
            </a:endParaRPr>
          </a:p>
          <a:p>
            <a:pPr lvl="2" algn="just">
              <a:buFont typeface="Wingdings" panose="05000000000000000000" pitchFamily="2" charset="2"/>
              <a:buChar char="Ø"/>
            </a:pPr>
            <a:r>
              <a:rPr lang="en-US" altLang="en-US" sz="2000" dirty="0">
                <a:solidFill>
                  <a:schemeClr val="tx1"/>
                </a:solidFill>
                <a:latin typeface="Comic Sans MS" panose="030F0702030302020204" pitchFamily="66" charset="0"/>
              </a:rPr>
              <a:t>When developing complex applications, the software industry uses standardized testing methods such as unit or component testing, integration testing, system testing, and acceptance testing. </a:t>
            </a:r>
            <a:endParaRPr lang="en-US" altLang="en-US" sz="2000" dirty="0">
              <a:solidFill>
                <a:schemeClr val="tx1"/>
              </a:solidFill>
              <a:latin typeface="Comic Sans MS" panose="030F0702030302020204" pitchFamily="66" charset="0"/>
            </a:endParaRPr>
          </a:p>
          <a:p>
            <a:pPr lvl="2" algn="just">
              <a:buFont typeface="Wingdings" panose="05000000000000000000" pitchFamily="2" charset="2"/>
              <a:buChar char="Ø"/>
            </a:pPr>
            <a:endParaRPr lang="en-US" altLang="en-US" sz="1600" dirty="0">
              <a:solidFill>
                <a:schemeClr val="tx1"/>
              </a:solidFill>
              <a:latin typeface="Comic Sans MS" panose="030F0702030302020204" pitchFamily="66" charset="0"/>
            </a:endParaRPr>
          </a:p>
          <a:p>
            <a:pPr lvl="2" algn="just">
              <a:buFont typeface="Wingdings" panose="05000000000000000000" pitchFamily="2" charset="2"/>
              <a:buChar char="Ø"/>
            </a:pPr>
            <a:r>
              <a:rPr lang="en-US" altLang="en-US" sz="2000" dirty="0">
                <a:solidFill>
                  <a:schemeClr val="tx1"/>
                </a:solidFill>
                <a:latin typeface="Comic Sans MS" panose="030F0702030302020204" pitchFamily="66" charset="0"/>
              </a:rPr>
              <a:t>This is done to ensure that the software meets all of the business and technical requirements and functions properly. </a:t>
            </a:r>
            <a:endParaRPr lang="en-US" altLang="en-US" sz="2000" dirty="0">
              <a:solidFill>
                <a:schemeClr val="tx1"/>
              </a:solidFill>
              <a:latin typeface="Comic Sans MS" panose="030F0702030302020204" pitchFamily="66" charset="0"/>
            </a:endParaRPr>
          </a:p>
          <a:p>
            <a:pPr lvl="2" algn="just">
              <a:buFont typeface="Wingdings" panose="05000000000000000000" pitchFamily="2" charset="2"/>
              <a:buChar char="Ø"/>
            </a:pPr>
            <a:endParaRPr lang="en-US" altLang="en-US" sz="1600" dirty="0">
              <a:solidFill>
                <a:schemeClr val="tx1"/>
              </a:solidFill>
              <a:latin typeface="Comic Sans MS" panose="030F0702030302020204" pitchFamily="66" charset="0"/>
            </a:endParaRPr>
          </a:p>
          <a:p>
            <a:pPr lvl="2" algn="just">
              <a:buFont typeface="Wingdings" panose="05000000000000000000" pitchFamily="2" charset="2"/>
              <a:buChar char="Ø"/>
            </a:pPr>
            <a:r>
              <a:rPr lang="en-US" altLang="en-US" sz="2000" dirty="0">
                <a:solidFill>
                  <a:schemeClr val="tx1"/>
                </a:solidFill>
                <a:latin typeface="Comic Sans MS" panose="030F0702030302020204" pitchFamily="66" charset="0"/>
              </a:rPr>
              <a:t>The errors or defects discovered during the testing phases are debugged or corrected, and the program is tested again.</a:t>
            </a:r>
            <a:endParaRPr lang="en-US" altLang="en-US" sz="2000" dirty="0">
              <a:solidFill>
                <a:schemeClr val="tx1"/>
              </a:solidFill>
              <a:latin typeface="Comic Sans MS" panose="030F0702030302020204" pitchFamily="66" charset="0"/>
            </a:endParaRPr>
          </a:p>
        </p:txBody>
      </p:sp>
    </p:spTree>
  </p:cSld>
  <p:clrMapOvr>
    <a:masterClrMapping/>
  </p:clrMapOvr>
  <p:transition spd="med"/>
  <p:timing>
    <p:tnLst>
      <p:par>
        <p:cTn id="1" dur="indefinite" restart="never" nodeType="tmRoot"/>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1"/>
          <p:cNvSpPr>
            <a:spLocks noGrp="1" noChangeArrowheads="1"/>
          </p:cNvSpPr>
          <p:nvPr>
            <p:ph type="title"/>
          </p:nvPr>
        </p:nvSpPr>
        <p:spPr>
          <a:xfrm>
            <a:off x="431800" y="107950"/>
            <a:ext cx="9070975" cy="792163"/>
          </a:xfrm>
        </p:spPr>
        <p:txBody>
          <a:bodyPr tIns="38880"/>
          <a:lstStyle/>
          <a:p>
            <a:pPr eaLnBrk="1">
              <a:buClrTx/>
              <a:buFontTx/>
              <a:buNone/>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r>
              <a:rPr lang="en-US" altLang="en-US" dirty="0">
                <a:latin typeface="Comic Sans MS" panose="030F0702030302020204" pitchFamily="66" charset="0"/>
              </a:rPr>
              <a:t>Foundational Concepts</a:t>
            </a:r>
            <a:endParaRPr lang="en-US" altLang="en-US" dirty="0">
              <a:latin typeface="Comic Sans MS" panose="030F0702030302020204" pitchFamily="66" charset="0"/>
            </a:endParaRPr>
          </a:p>
        </p:txBody>
      </p:sp>
      <p:sp>
        <p:nvSpPr>
          <p:cNvPr id="5123" name="TextBox 2"/>
          <p:cNvSpPr txBox="1">
            <a:spLocks noChangeArrowheads="1"/>
          </p:cNvSpPr>
          <p:nvPr/>
        </p:nvSpPr>
        <p:spPr bwMode="auto">
          <a:xfrm>
            <a:off x="647824" y="900113"/>
            <a:ext cx="9001124" cy="169277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285750" indent="-285750">
              <a:defRPr>
                <a:solidFill>
                  <a:schemeClr val="bg1"/>
                </a:solidFill>
                <a:latin typeface="Arial" panose="020B0604020202020204" pitchFamily="34" charset="0"/>
                <a:ea typeface="Microsoft YaHei" panose="020B0503020204020204" pitchFamily="34" charset="-122"/>
              </a:defRPr>
            </a:lvl1pPr>
            <a:lvl2pPr>
              <a:defRPr>
                <a:solidFill>
                  <a:schemeClr val="bg1"/>
                </a:solidFill>
                <a:latin typeface="Arial" panose="020B0604020202020204" pitchFamily="34" charset="0"/>
                <a:ea typeface="Microsoft YaHei" panose="020B0503020204020204" pitchFamily="34" charset="-122"/>
              </a:defRPr>
            </a:lvl2pPr>
            <a:lvl3pPr>
              <a:defRPr>
                <a:solidFill>
                  <a:schemeClr val="bg1"/>
                </a:solidFill>
                <a:latin typeface="Arial" panose="020B0604020202020204" pitchFamily="34" charset="0"/>
                <a:ea typeface="Microsoft YaHei" panose="020B0503020204020204" pitchFamily="34" charset="-122"/>
              </a:defRPr>
            </a:lvl3pPr>
            <a:lvl4pPr>
              <a:defRPr>
                <a:solidFill>
                  <a:schemeClr val="bg1"/>
                </a:solidFill>
                <a:latin typeface="Arial" panose="020B0604020202020204" pitchFamily="34" charset="0"/>
                <a:ea typeface="Microsoft YaHei" panose="020B0503020204020204" pitchFamily="34" charset="-122"/>
              </a:defRPr>
            </a:lvl4pPr>
            <a:lvl5pPr>
              <a:defRPr>
                <a:solidFill>
                  <a:schemeClr val="bg1"/>
                </a:solidFill>
                <a:latin typeface="Arial" panose="020B0604020202020204" pitchFamily="34" charset="0"/>
                <a:ea typeface="Microsoft YaHei" panose="020B0503020204020204" pitchFamily="34" charset="-122"/>
              </a:defRPr>
            </a:lvl5pPr>
            <a:lvl6pPr marL="2514600" indent="-228600" defTabSz="457200" eaLnBrk="0" fontAlgn="base" hangingPunct="0">
              <a:spcBef>
                <a:spcPct val="0"/>
              </a:spcBef>
              <a:spcAft>
                <a:spcPct val="0"/>
              </a:spcAft>
              <a:defRPr>
                <a:solidFill>
                  <a:schemeClr val="bg1"/>
                </a:solidFill>
                <a:latin typeface="Arial" panose="020B0604020202020204" pitchFamily="34" charset="0"/>
                <a:ea typeface="Microsoft YaHei" panose="020B0503020204020204" pitchFamily="34" charset="-122"/>
              </a:defRPr>
            </a:lvl6pPr>
            <a:lvl7pPr marL="2971800" indent="-228600" defTabSz="457200" eaLnBrk="0" fontAlgn="base" hangingPunct="0">
              <a:spcBef>
                <a:spcPct val="0"/>
              </a:spcBef>
              <a:spcAft>
                <a:spcPct val="0"/>
              </a:spcAft>
              <a:defRPr>
                <a:solidFill>
                  <a:schemeClr val="bg1"/>
                </a:solidFill>
                <a:latin typeface="Arial" panose="020B0604020202020204" pitchFamily="34" charset="0"/>
                <a:ea typeface="Microsoft YaHei" panose="020B0503020204020204" pitchFamily="34" charset="-122"/>
              </a:defRPr>
            </a:lvl7pPr>
            <a:lvl8pPr marL="3429000" indent="-228600" defTabSz="457200" eaLnBrk="0" fontAlgn="base" hangingPunct="0">
              <a:spcBef>
                <a:spcPct val="0"/>
              </a:spcBef>
              <a:spcAft>
                <a:spcPct val="0"/>
              </a:spcAft>
              <a:defRPr>
                <a:solidFill>
                  <a:schemeClr val="bg1"/>
                </a:solidFill>
                <a:latin typeface="Arial" panose="020B0604020202020204" pitchFamily="34" charset="0"/>
                <a:ea typeface="Microsoft YaHei" panose="020B0503020204020204" pitchFamily="34" charset="-122"/>
              </a:defRPr>
            </a:lvl8pPr>
            <a:lvl9pPr marL="3886200" indent="-228600" defTabSz="457200" eaLnBrk="0" fontAlgn="base" hangingPunct="0">
              <a:spcBef>
                <a:spcPct val="0"/>
              </a:spcBef>
              <a:spcAft>
                <a:spcPct val="0"/>
              </a:spcAft>
              <a:defRPr>
                <a:solidFill>
                  <a:schemeClr val="bg1"/>
                </a:solidFill>
                <a:latin typeface="Arial" panose="020B0604020202020204" pitchFamily="34" charset="0"/>
                <a:ea typeface="Microsoft YaHei" panose="020B0503020204020204" pitchFamily="34" charset="-122"/>
              </a:defRPr>
            </a:lvl9pPr>
          </a:lstStyle>
          <a:p>
            <a:pPr>
              <a:buFont typeface="Wingdings" panose="05000000000000000000" pitchFamily="2" charset="2"/>
              <a:buChar char="Ø"/>
            </a:pPr>
            <a:r>
              <a:rPr lang="en-US" altLang="en-US" sz="2400" dirty="0">
                <a:solidFill>
                  <a:schemeClr val="tx1"/>
                </a:solidFill>
                <a:latin typeface="Comic Sans MS" panose="030F0702030302020204" pitchFamily="66" charset="0"/>
              </a:rPr>
              <a:t> Problem Solving</a:t>
            </a:r>
            <a:endParaRPr lang="en-US" altLang="en-US" sz="2400" dirty="0">
              <a:solidFill>
                <a:schemeClr val="tx1"/>
              </a:solidFill>
              <a:latin typeface="Comic Sans MS" panose="030F0702030302020204" pitchFamily="66" charset="0"/>
            </a:endParaRPr>
          </a:p>
          <a:p>
            <a:pPr lvl="1">
              <a:buFont typeface="Wingdings" panose="05000000000000000000" pitchFamily="2" charset="2"/>
              <a:buChar char="Ø"/>
            </a:pPr>
            <a:r>
              <a:rPr lang="en-US" altLang="en-US" sz="2000" dirty="0">
                <a:solidFill>
                  <a:schemeClr val="tx1"/>
                </a:solidFill>
                <a:latin typeface="Comic Sans MS" panose="030F0702030302020204" pitchFamily="66" charset="0"/>
              </a:rPr>
              <a:t>Testing and Debugging</a:t>
            </a:r>
            <a:endParaRPr lang="en-US" altLang="en-US" sz="2000" dirty="0">
              <a:solidFill>
                <a:schemeClr val="tx1"/>
              </a:solidFill>
              <a:latin typeface="Comic Sans MS" panose="030F0702030302020204" pitchFamily="66" charset="0"/>
            </a:endParaRPr>
          </a:p>
          <a:p>
            <a:pPr lvl="2" algn="just">
              <a:buFont typeface="Wingdings" panose="05000000000000000000" pitchFamily="2" charset="2"/>
              <a:buChar char="Ø"/>
            </a:pPr>
            <a:r>
              <a:rPr lang="en-US" altLang="en-US" sz="2000" dirty="0">
                <a:solidFill>
                  <a:schemeClr val="tx1"/>
                </a:solidFill>
                <a:latin typeface="Comic Sans MS" panose="030F0702030302020204" pitchFamily="66" charset="0"/>
              </a:rPr>
              <a:t>This process is repeated until all errors have been removed from the program.</a:t>
            </a:r>
            <a:endParaRPr lang="en-US" altLang="en-US" sz="2000" dirty="0">
              <a:solidFill>
                <a:schemeClr val="tx1"/>
              </a:solidFill>
              <a:latin typeface="Comic Sans MS" panose="030F0702030302020204" pitchFamily="66" charset="0"/>
            </a:endParaRPr>
          </a:p>
          <a:p>
            <a:pPr lvl="2" algn="just">
              <a:buFont typeface="Wingdings" panose="05000000000000000000" pitchFamily="2" charset="2"/>
              <a:buChar char="Ø"/>
            </a:pPr>
            <a:endParaRPr lang="en-US" altLang="en-US" sz="2000" dirty="0">
              <a:solidFill>
                <a:schemeClr val="tx1"/>
              </a:solidFill>
              <a:latin typeface="Comic Sans MS" panose="030F0702030302020204" pitchFamily="66" charset="0"/>
            </a:endParaRPr>
          </a:p>
        </p:txBody>
      </p:sp>
    </p:spTree>
  </p:cSld>
  <p:clrMapOvr>
    <a:masterClrMapping/>
  </p:clrMapOvr>
  <p:transition spd="med"/>
  <p:timing>
    <p:tnLst>
      <p:par>
        <p:cTn id="1" dur="indefinite" restart="never" nodeType="tmRoot"/>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1"/>
          <p:cNvSpPr>
            <a:spLocks noGrp="1" noChangeArrowheads="1"/>
          </p:cNvSpPr>
          <p:nvPr>
            <p:ph type="title"/>
          </p:nvPr>
        </p:nvSpPr>
        <p:spPr>
          <a:xfrm>
            <a:off x="431800" y="107950"/>
            <a:ext cx="9070975" cy="792163"/>
          </a:xfrm>
        </p:spPr>
        <p:txBody>
          <a:bodyPr tIns="38880"/>
          <a:lstStyle/>
          <a:p>
            <a:pPr eaLnBrk="1">
              <a:buClrTx/>
              <a:buFontTx/>
              <a:buNone/>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r>
              <a:rPr lang="en-US" altLang="en-US" dirty="0">
                <a:latin typeface="Comic Sans MS" panose="030F0702030302020204" pitchFamily="66" charset="0"/>
              </a:rPr>
              <a:t>Foundational Concepts</a:t>
            </a:r>
            <a:endParaRPr lang="en-US" altLang="en-US" dirty="0">
              <a:latin typeface="Comic Sans MS" panose="030F0702030302020204" pitchFamily="66" charset="0"/>
            </a:endParaRPr>
          </a:p>
        </p:txBody>
      </p:sp>
      <p:sp>
        <p:nvSpPr>
          <p:cNvPr id="5123" name="TextBox 2"/>
          <p:cNvSpPr txBox="1">
            <a:spLocks noChangeArrowheads="1"/>
          </p:cNvSpPr>
          <p:nvPr/>
        </p:nvSpPr>
        <p:spPr bwMode="auto">
          <a:xfrm>
            <a:off x="647824" y="900113"/>
            <a:ext cx="9001124" cy="29238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285750" indent="-285750">
              <a:defRPr>
                <a:solidFill>
                  <a:schemeClr val="bg1"/>
                </a:solidFill>
                <a:latin typeface="Arial" panose="020B0604020202020204" pitchFamily="34" charset="0"/>
                <a:ea typeface="Microsoft YaHei" panose="020B0503020204020204" pitchFamily="34" charset="-122"/>
              </a:defRPr>
            </a:lvl1pPr>
            <a:lvl2pPr>
              <a:defRPr>
                <a:solidFill>
                  <a:schemeClr val="bg1"/>
                </a:solidFill>
                <a:latin typeface="Arial" panose="020B0604020202020204" pitchFamily="34" charset="0"/>
                <a:ea typeface="Microsoft YaHei" panose="020B0503020204020204" pitchFamily="34" charset="-122"/>
              </a:defRPr>
            </a:lvl2pPr>
            <a:lvl3pPr>
              <a:defRPr>
                <a:solidFill>
                  <a:schemeClr val="bg1"/>
                </a:solidFill>
                <a:latin typeface="Arial" panose="020B0604020202020204" pitchFamily="34" charset="0"/>
                <a:ea typeface="Microsoft YaHei" panose="020B0503020204020204" pitchFamily="34" charset="-122"/>
              </a:defRPr>
            </a:lvl3pPr>
            <a:lvl4pPr>
              <a:defRPr>
                <a:solidFill>
                  <a:schemeClr val="bg1"/>
                </a:solidFill>
                <a:latin typeface="Arial" panose="020B0604020202020204" pitchFamily="34" charset="0"/>
                <a:ea typeface="Microsoft YaHei" panose="020B0503020204020204" pitchFamily="34" charset="-122"/>
              </a:defRPr>
            </a:lvl4pPr>
            <a:lvl5pPr>
              <a:defRPr>
                <a:solidFill>
                  <a:schemeClr val="bg1"/>
                </a:solidFill>
                <a:latin typeface="Arial" panose="020B0604020202020204" pitchFamily="34" charset="0"/>
                <a:ea typeface="Microsoft YaHei" panose="020B0503020204020204" pitchFamily="34" charset="-122"/>
              </a:defRPr>
            </a:lvl5pPr>
            <a:lvl6pPr marL="2514600" indent="-228600" defTabSz="457200" eaLnBrk="0" fontAlgn="base" hangingPunct="0">
              <a:spcBef>
                <a:spcPct val="0"/>
              </a:spcBef>
              <a:spcAft>
                <a:spcPct val="0"/>
              </a:spcAft>
              <a:defRPr>
                <a:solidFill>
                  <a:schemeClr val="bg1"/>
                </a:solidFill>
                <a:latin typeface="Arial" panose="020B0604020202020204" pitchFamily="34" charset="0"/>
                <a:ea typeface="Microsoft YaHei" panose="020B0503020204020204" pitchFamily="34" charset="-122"/>
              </a:defRPr>
            </a:lvl6pPr>
            <a:lvl7pPr marL="2971800" indent="-228600" defTabSz="457200" eaLnBrk="0" fontAlgn="base" hangingPunct="0">
              <a:spcBef>
                <a:spcPct val="0"/>
              </a:spcBef>
              <a:spcAft>
                <a:spcPct val="0"/>
              </a:spcAft>
              <a:defRPr>
                <a:solidFill>
                  <a:schemeClr val="bg1"/>
                </a:solidFill>
                <a:latin typeface="Arial" panose="020B0604020202020204" pitchFamily="34" charset="0"/>
                <a:ea typeface="Microsoft YaHei" panose="020B0503020204020204" pitchFamily="34" charset="-122"/>
              </a:defRPr>
            </a:lvl7pPr>
            <a:lvl8pPr marL="3429000" indent="-228600" defTabSz="457200" eaLnBrk="0" fontAlgn="base" hangingPunct="0">
              <a:spcBef>
                <a:spcPct val="0"/>
              </a:spcBef>
              <a:spcAft>
                <a:spcPct val="0"/>
              </a:spcAft>
              <a:defRPr>
                <a:solidFill>
                  <a:schemeClr val="bg1"/>
                </a:solidFill>
                <a:latin typeface="Arial" panose="020B0604020202020204" pitchFamily="34" charset="0"/>
                <a:ea typeface="Microsoft YaHei" panose="020B0503020204020204" pitchFamily="34" charset="-122"/>
              </a:defRPr>
            </a:lvl8pPr>
            <a:lvl9pPr marL="3886200" indent="-228600" defTabSz="457200" eaLnBrk="0" fontAlgn="base" hangingPunct="0">
              <a:spcBef>
                <a:spcPct val="0"/>
              </a:spcBef>
              <a:spcAft>
                <a:spcPct val="0"/>
              </a:spcAft>
              <a:defRPr>
                <a:solidFill>
                  <a:schemeClr val="bg1"/>
                </a:solidFill>
                <a:latin typeface="Arial" panose="020B0604020202020204" pitchFamily="34" charset="0"/>
                <a:ea typeface="Microsoft YaHei" panose="020B0503020204020204" pitchFamily="34" charset="-122"/>
              </a:defRPr>
            </a:lvl9pPr>
          </a:lstStyle>
          <a:p>
            <a:pPr>
              <a:buFont typeface="Wingdings" panose="05000000000000000000" pitchFamily="2" charset="2"/>
              <a:buChar char="Ø"/>
            </a:pPr>
            <a:r>
              <a:rPr lang="en-US" altLang="en-US" sz="2400" dirty="0">
                <a:solidFill>
                  <a:schemeClr val="tx1"/>
                </a:solidFill>
                <a:latin typeface="Comic Sans MS" panose="030F0702030302020204" pitchFamily="66" charset="0"/>
              </a:rPr>
              <a:t> Problem Solving</a:t>
            </a:r>
            <a:endParaRPr lang="en-US" altLang="en-US" sz="2400" dirty="0">
              <a:solidFill>
                <a:schemeClr val="tx1"/>
              </a:solidFill>
              <a:latin typeface="Comic Sans MS" panose="030F0702030302020204" pitchFamily="66" charset="0"/>
            </a:endParaRPr>
          </a:p>
          <a:p>
            <a:pPr lvl="1">
              <a:buFont typeface="Wingdings" panose="05000000000000000000" pitchFamily="2" charset="2"/>
              <a:buChar char="Ø"/>
            </a:pPr>
            <a:r>
              <a:rPr lang="en-US" altLang="en-US" sz="2000" dirty="0">
                <a:solidFill>
                  <a:schemeClr val="tx1"/>
                </a:solidFill>
                <a:latin typeface="Comic Sans MS" panose="030F0702030302020204" pitchFamily="66" charset="0"/>
              </a:rPr>
              <a:t>Testing and Debugging</a:t>
            </a:r>
            <a:endParaRPr lang="en-US" altLang="en-US" sz="2000" dirty="0">
              <a:solidFill>
                <a:schemeClr val="tx1"/>
              </a:solidFill>
              <a:latin typeface="Comic Sans MS" panose="030F0702030302020204" pitchFamily="66" charset="0"/>
            </a:endParaRPr>
          </a:p>
          <a:p>
            <a:pPr lvl="2" algn="just">
              <a:buFont typeface="Wingdings" panose="05000000000000000000" pitchFamily="2" charset="2"/>
              <a:buChar char="Ø"/>
            </a:pPr>
            <a:r>
              <a:rPr lang="en-US" altLang="en-US" sz="2000" dirty="0">
                <a:solidFill>
                  <a:schemeClr val="tx1"/>
                </a:solidFill>
                <a:latin typeface="Comic Sans MS" panose="030F0702030302020204" pitchFamily="66" charset="0"/>
              </a:rPr>
              <a:t>This process is repeated until all errors have been removed from the program.</a:t>
            </a:r>
            <a:endParaRPr lang="en-US" altLang="en-US" sz="2000" dirty="0">
              <a:solidFill>
                <a:schemeClr val="tx1"/>
              </a:solidFill>
              <a:latin typeface="Comic Sans MS" panose="030F0702030302020204" pitchFamily="66" charset="0"/>
            </a:endParaRPr>
          </a:p>
          <a:p>
            <a:pPr lvl="2" algn="just">
              <a:buFont typeface="Wingdings" panose="05000000000000000000" pitchFamily="2" charset="2"/>
              <a:buChar char="Ø"/>
            </a:pPr>
            <a:endParaRPr lang="en-US" altLang="en-US" sz="2000" dirty="0">
              <a:solidFill>
                <a:schemeClr val="tx1"/>
              </a:solidFill>
              <a:latin typeface="Comic Sans MS" panose="030F0702030302020204" pitchFamily="66" charset="0"/>
            </a:endParaRPr>
          </a:p>
          <a:p>
            <a:pPr lvl="2" algn="just">
              <a:buFont typeface="Wingdings" panose="05000000000000000000" pitchFamily="2" charset="2"/>
              <a:buChar char="Ø"/>
            </a:pPr>
            <a:r>
              <a:rPr lang="en-US" altLang="en-US" sz="2000" dirty="0">
                <a:solidFill>
                  <a:schemeClr val="tx1"/>
                </a:solidFill>
                <a:latin typeface="Comic Sans MS" panose="030F0702030302020204" pitchFamily="66" charset="0"/>
              </a:rPr>
              <a:t>After the software application has been developed, tested, and delivered to the user, problems with functionality may arise and must be resolved from time to time. </a:t>
            </a:r>
            <a:endParaRPr lang="en-US" altLang="en-US" sz="2000" dirty="0">
              <a:solidFill>
                <a:schemeClr val="tx1"/>
              </a:solidFill>
              <a:latin typeface="Comic Sans MS" panose="030F0702030302020204" pitchFamily="66" charset="0"/>
            </a:endParaRPr>
          </a:p>
          <a:p>
            <a:pPr lvl="2" algn="just">
              <a:buFont typeface="Wingdings" panose="05000000000000000000" pitchFamily="2" charset="2"/>
              <a:buChar char="Ø"/>
            </a:pPr>
            <a:endParaRPr lang="en-US" altLang="en-US" sz="2000" dirty="0">
              <a:solidFill>
                <a:schemeClr val="tx1"/>
              </a:solidFill>
              <a:latin typeface="Comic Sans MS" panose="030F0702030302020204" pitchFamily="66" charset="0"/>
            </a:endParaRPr>
          </a:p>
        </p:txBody>
      </p:sp>
    </p:spTree>
  </p:cSld>
  <p:clrMapOvr>
    <a:masterClrMapping/>
  </p:clrMapOvr>
  <p:transition spd="med"/>
  <p:timing>
    <p:tnLst>
      <p:par>
        <p:cTn id="1" dur="indefinite" restart="never" nodeType="tmRoot"/>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1"/>
          <p:cNvSpPr>
            <a:spLocks noGrp="1" noChangeArrowheads="1"/>
          </p:cNvSpPr>
          <p:nvPr>
            <p:ph type="title"/>
          </p:nvPr>
        </p:nvSpPr>
        <p:spPr>
          <a:xfrm>
            <a:off x="431800" y="107950"/>
            <a:ext cx="9070975" cy="792163"/>
          </a:xfrm>
        </p:spPr>
        <p:txBody>
          <a:bodyPr tIns="38880"/>
          <a:lstStyle/>
          <a:p>
            <a:pPr eaLnBrk="1">
              <a:buClrTx/>
              <a:buFontTx/>
              <a:buNone/>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r>
              <a:rPr lang="en-US" altLang="en-US" dirty="0">
                <a:latin typeface="Comic Sans MS" panose="030F0702030302020204" pitchFamily="66" charset="0"/>
              </a:rPr>
              <a:t>Foundational Concepts</a:t>
            </a:r>
            <a:endParaRPr lang="en-US" altLang="en-US" dirty="0">
              <a:latin typeface="Comic Sans MS" panose="030F0702030302020204" pitchFamily="66" charset="0"/>
            </a:endParaRPr>
          </a:p>
        </p:txBody>
      </p:sp>
      <p:sp>
        <p:nvSpPr>
          <p:cNvPr id="5123" name="TextBox 2"/>
          <p:cNvSpPr txBox="1">
            <a:spLocks noChangeArrowheads="1"/>
          </p:cNvSpPr>
          <p:nvPr/>
        </p:nvSpPr>
        <p:spPr bwMode="auto">
          <a:xfrm>
            <a:off x="647824" y="900113"/>
            <a:ext cx="9001124" cy="38472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285750" indent="-285750">
              <a:defRPr>
                <a:solidFill>
                  <a:schemeClr val="bg1"/>
                </a:solidFill>
                <a:latin typeface="Arial" panose="020B0604020202020204" pitchFamily="34" charset="0"/>
                <a:ea typeface="Microsoft YaHei" panose="020B0503020204020204" pitchFamily="34" charset="-122"/>
              </a:defRPr>
            </a:lvl1pPr>
            <a:lvl2pPr>
              <a:defRPr>
                <a:solidFill>
                  <a:schemeClr val="bg1"/>
                </a:solidFill>
                <a:latin typeface="Arial" panose="020B0604020202020204" pitchFamily="34" charset="0"/>
                <a:ea typeface="Microsoft YaHei" panose="020B0503020204020204" pitchFamily="34" charset="-122"/>
              </a:defRPr>
            </a:lvl2pPr>
            <a:lvl3pPr>
              <a:defRPr>
                <a:solidFill>
                  <a:schemeClr val="bg1"/>
                </a:solidFill>
                <a:latin typeface="Arial" panose="020B0604020202020204" pitchFamily="34" charset="0"/>
                <a:ea typeface="Microsoft YaHei" panose="020B0503020204020204" pitchFamily="34" charset="-122"/>
              </a:defRPr>
            </a:lvl3pPr>
            <a:lvl4pPr>
              <a:defRPr>
                <a:solidFill>
                  <a:schemeClr val="bg1"/>
                </a:solidFill>
                <a:latin typeface="Arial" panose="020B0604020202020204" pitchFamily="34" charset="0"/>
                <a:ea typeface="Microsoft YaHei" panose="020B0503020204020204" pitchFamily="34" charset="-122"/>
              </a:defRPr>
            </a:lvl4pPr>
            <a:lvl5pPr>
              <a:defRPr>
                <a:solidFill>
                  <a:schemeClr val="bg1"/>
                </a:solidFill>
                <a:latin typeface="Arial" panose="020B0604020202020204" pitchFamily="34" charset="0"/>
                <a:ea typeface="Microsoft YaHei" panose="020B0503020204020204" pitchFamily="34" charset="-122"/>
              </a:defRPr>
            </a:lvl5pPr>
            <a:lvl6pPr marL="2514600" indent="-228600" defTabSz="457200" eaLnBrk="0" fontAlgn="base" hangingPunct="0">
              <a:spcBef>
                <a:spcPct val="0"/>
              </a:spcBef>
              <a:spcAft>
                <a:spcPct val="0"/>
              </a:spcAft>
              <a:defRPr>
                <a:solidFill>
                  <a:schemeClr val="bg1"/>
                </a:solidFill>
                <a:latin typeface="Arial" panose="020B0604020202020204" pitchFamily="34" charset="0"/>
                <a:ea typeface="Microsoft YaHei" panose="020B0503020204020204" pitchFamily="34" charset="-122"/>
              </a:defRPr>
            </a:lvl6pPr>
            <a:lvl7pPr marL="2971800" indent="-228600" defTabSz="457200" eaLnBrk="0" fontAlgn="base" hangingPunct="0">
              <a:spcBef>
                <a:spcPct val="0"/>
              </a:spcBef>
              <a:spcAft>
                <a:spcPct val="0"/>
              </a:spcAft>
              <a:defRPr>
                <a:solidFill>
                  <a:schemeClr val="bg1"/>
                </a:solidFill>
                <a:latin typeface="Arial" panose="020B0604020202020204" pitchFamily="34" charset="0"/>
                <a:ea typeface="Microsoft YaHei" panose="020B0503020204020204" pitchFamily="34" charset="-122"/>
              </a:defRPr>
            </a:lvl7pPr>
            <a:lvl8pPr marL="3429000" indent="-228600" defTabSz="457200" eaLnBrk="0" fontAlgn="base" hangingPunct="0">
              <a:spcBef>
                <a:spcPct val="0"/>
              </a:spcBef>
              <a:spcAft>
                <a:spcPct val="0"/>
              </a:spcAft>
              <a:defRPr>
                <a:solidFill>
                  <a:schemeClr val="bg1"/>
                </a:solidFill>
                <a:latin typeface="Arial" panose="020B0604020202020204" pitchFamily="34" charset="0"/>
                <a:ea typeface="Microsoft YaHei" panose="020B0503020204020204" pitchFamily="34" charset="-122"/>
              </a:defRPr>
            </a:lvl8pPr>
            <a:lvl9pPr marL="3886200" indent="-228600" defTabSz="457200" eaLnBrk="0" fontAlgn="base" hangingPunct="0">
              <a:spcBef>
                <a:spcPct val="0"/>
              </a:spcBef>
              <a:spcAft>
                <a:spcPct val="0"/>
              </a:spcAft>
              <a:defRPr>
                <a:solidFill>
                  <a:schemeClr val="bg1"/>
                </a:solidFill>
                <a:latin typeface="Arial" panose="020B0604020202020204" pitchFamily="34" charset="0"/>
                <a:ea typeface="Microsoft YaHei" panose="020B0503020204020204" pitchFamily="34" charset="-122"/>
              </a:defRPr>
            </a:lvl9pPr>
          </a:lstStyle>
          <a:p>
            <a:pPr>
              <a:buFont typeface="Wingdings" panose="05000000000000000000" pitchFamily="2" charset="2"/>
              <a:buChar char="Ø"/>
            </a:pPr>
            <a:r>
              <a:rPr lang="en-US" altLang="en-US" sz="2400" dirty="0">
                <a:solidFill>
                  <a:schemeClr val="tx1"/>
                </a:solidFill>
                <a:latin typeface="Comic Sans MS" panose="030F0702030302020204" pitchFamily="66" charset="0"/>
              </a:rPr>
              <a:t> Problem Solving</a:t>
            </a:r>
            <a:endParaRPr lang="en-US" altLang="en-US" sz="2400" dirty="0">
              <a:solidFill>
                <a:schemeClr val="tx1"/>
              </a:solidFill>
              <a:latin typeface="Comic Sans MS" panose="030F0702030302020204" pitchFamily="66" charset="0"/>
            </a:endParaRPr>
          </a:p>
          <a:p>
            <a:pPr lvl="1">
              <a:buFont typeface="Wingdings" panose="05000000000000000000" pitchFamily="2" charset="2"/>
              <a:buChar char="Ø"/>
            </a:pPr>
            <a:r>
              <a:rPr lang="en-US" altLang="en-US" sz="2000" dirty="0">
                <a:solidFill>
                  <a:schemeClr val="tx1"/>
                </a:solidFill>
                <a:latin typeface="Comic Sans MS" panose="030F0702030302020204" pitchFamily="66" charset="0"/>
              </a:rPr>
              <a:t>Testing and Debugging</a:t>
            </a:r>
            <a:endParaRPr lang="en-US" altLang="en-US" sz="2000" dirty="0">
              <a:solidFill>
                <a:schemeClr val="tx1"/>
              </a:solidFill>
              <a:latin typeface="Comic Sans MS" panose="030F0702030302020204" pitchFamily="66" charset="0"/>
            </a:endParaRPr>
          </a:p>
          <a:p>
            <a:pPr lvl="2" algn="just">
              <a:buFont typeface="Wingdings" panose="05000000000000000000" pitchFamily="2" charset="2"/>
              <a:buChar char="Ø"/>
            </a:pPr>
            <a:r>
              <a:rPr lang="en-US" altLang="en-US" sz="2000" dirty="0">
                <a:solidFill>
                  <a:schemeClr val="tx1"/>
                </a:solidFill>
                <a:latin typeface="Comic Sans MS" panose="030F0702030302020204" pitchFamily="66" charset="0"/>
              </a:rPr>
              <a:t>This process is repeated until all errors have been removed from the program.</a:t>
            </a:r>
            <a:endParaRPr lang="en-US" altLang="en-US" sz="2000" dirty="0">
              <a:solidFill>
                <a:schemeClr val="tx1"/>
              </a:solidFill>
              <a:latin typeface="Comic Sans MS" panose="030F0702030302020204" pitchFamily="66" charset="0"/>
            </a:endParaRPr>
          </a:p>
          <a:p>
            <a:pPr lvl="2" algn="just">
              <a:buFont typeface="Wingdings" panose="05000000000000000000" pitchFamily="2" charset="2"/>
              <a:buChar char="Ø"/>
            </a:pPr>
            <a:endParaRPr lang="en-US" altLang="en-US" sz="2000" dirty="0">
              <a:solidFill>
                <a:schemeClr val="tx1"/>
              </a:solidFill>
              <a:latin typeface="Comic Sans MS" panose="030F0702030302020204" pitchFamily="66" charset="0"/>
            </a:endParaRPr>
          </a:p>
          <a:p>
            <a:pPr lvl="2" algn="just">
              <a:buFont typeface="Wingdings" panose="05000000000000000000" pitchFamily="2" charset="2"/>
              <a:buChar char="Ø"/>
            </a:pPr>
            <a:r>
              <a:rPr lang="en-US" altLang="en-US" sz="2000" dirty="0">
                <a:solidFill>
                  <a:schemeClr val="tx1"/>
                </a:solidFill>
                <a:latin typeface="Comic Sans MS" panose="030F0702030302020204" pitchFamily="66" charset="0"/>
              </a:rPr>
              <a:t>After the software application has been developed, tested, and delivered to the user, problems with functionality may arise and must be resolved from time to time. </a:t>
            </a:r>
            <a:endParaRPr lang="en-US" altLang="en-US" sz="2000" dirty="0">
              <a:solidFill>
                <a:schemeClr val="tx1"/>
              </a:solidFill>
              <a:latin typeface="Comic Sans MS" panose="030F0702030302020204" pitchFamily="66" charset="0"/>
            </a:endParaRPr>
          </a:p>
          <a:p>
            <a:pPr lvl="2" algn="just">
              <a:buFont typeface="Wingdings" panose="05000000000000000000" pitchFamily="2" charset="2"/>
              <a:buChar char="Ø"/>
            </a:pPr>
            <a:endParaRPr lang="en-US" altLang="en-US" sz="2000" dirty="0">
              <a:solidFill>
                <a:schemeClr val="tx1"/>
              </a:solidFill>
              <a:latin typeface="Comic Sans MS" panose="030F0702030302020204" pitchFamily="66" charset="0"/>
            </a:endParaRPr>
          </a:p>
          <a:p>
            <a:pPr lvl="2" algn="just">
              <a:buFont typeface="Wingdings" panose="05000000000000000000" pitchFamily="2" charset="2"/>
              <a:buChar char="Ø"/>
            </a:pPr>
            <a:r>
              <a:rPr lang="en-US" altLang="en-US" sz="2000" dirty="0">
                <a:solidFill>
                  <a:schemeClr val="tx1"/>
                </a:solidFill>
                <a:latin typeface="Comic Sans MS" panose="030F0702030302020204" pitchFamily="66" charset="0"/>
              </a:rPr>
              <a:t>Thus, solution maintenance entails resolving problems encountered by users, responding to user inquiries, and even serving requests for feature addition or modification.</a:t>
            </a:r>
            <a:endParaRPr lang="en-US" altLang="en-US" sz="2000" dirty="0">
              <a:solidFill>
                <a:schemeClr val="tx1"/>
              </a:solidFill>
              <a:latin typeface="Comic Sans MS" panose="030F0702030302020204" pitchFamily="66" charset="0"/>
            </a:endParaRPr>
          </a:p>
        </p:txBody>
      </p:sp>
    </p:spTree>
  </p:cSld>
  <p:clrMapOvr>
    <a:masterClrMapping/>
  </p:clrMapOvr>
  <p:transition spd="med"/>
  <p:timing>
    <p:tnLst>
      <p:par>
        <p:cTn id="1" dur="indefinite" restart="never" nodeType="tmRoot"/>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1"/>
          <p:cNvSpPr>
            <a:spLocks noGrp="1" noChangeArrowheads="1"/>
          </p:cNvSpPr>
          <p:nvPr>
            <p:ph type="title"/>
          </p:nvPr>
        </p:nvSpPr>
        <p:spPr>
          <a:xfrm>
            <a:off x="431800" y="107950"/>
            <a:ext cx="9070975" cy="792163"/>
          </a:xfrm>
        </p:spPr>
        <p:txBody>
          <a:bodyPr tIns="38880"/>
          <a:lstStyle/>
          <a:p>
            <a:pPr eaLnBrk="1">
              <a:buClrTx/>
              <a:buFontTx/>
              <a:buNone/>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r>
              <a:rPr lang="en-US" altLang="en-US" dirty="0">
                <a:latin typeface="Comic Sans MS" panose="030F0702030302020204" pitchFamily="66" charset="0"/>
              </a:rPr>
              <a:t>Foundational Concepts</a:t>
            </a:r>
            <a:endParaRPr lang="en-US" altLang="en-US" dirty="0">
              <a:latin typeface="Comic Sans MS" panose="030F0702030302020204" pitchFamily="66" charset="0"/>
            </a:endParaRPr>
          </a:p>
        </p:txBody>
      </p:sp>
      <p:sp>
        <p:nvSpPr>
          <p:cNvPr id="5123" name="TextBox 2"/>
          <p:cNvSpPr txBox="1">
            <a:spLocks noChangeArrowheads="1"/>
          </p:cNvSpPr>
          <p:nvPr/>
        </p:nvSpPr>
        <p:spPr bwMode="auto">
          <a:xfrm>
            <a:off x="647824" y="900113"/>
            <a:ext cx="9001124" cy="35394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285750" indent="-285750">
              <a:defRPr>
                <a:solidFill>
                  <a:schemeClr val="bg1"/>
                </a:solidFill>
                <a:latin typeface="Arial" panose="020B0604020202020204" pitchFamily="34" charset="0"/>
                <a:ea typeface="Microsoft YaHei" panose="020B0503020204020204" pitchFamily="34" charset="-122"/>
              </a:defRPr>
            </a:lvl1pPr>
            <a:lvl2pPr>
              <a:defRPr>
                <a:solidFill>
                  <a:schemeClr val="bg1"/>
                </a:solidFill>
                <a:latin typeface="Arial" panose="020B0604020202020204" pitchFamily="34" charset="0"/>
                <a:ea typeface="Microsoft YaHei" panose="020B0503020204020204" pitchFamily="34" charset="-122"/>
              </a:defRPr>
            </a:lvl2pPr>
            <a:lvl3pPr>
              <a:defRPr>
                <a:solidFill>
                  <a:schemeClr val="bg1"/>
                </a:solidFill>
                <a:latin typeface="Arial" panose="020B0604020202020204" pitchFamily="34" charset="0"/>
                <a:ea typeface="Microsoft YaHei" panose="020B0503020204020204" pitchFamily="34" charset="-122"/>
              </a:defRPr>
            </a:lvl3pPr>
            <a:lvl4pPr>
              <a:defRPr>
                <a:solidFill>
                  <a:schemeClr val="bg1"/>
                </a:solidFill>
                <a:latin typeface="Arial" panose="020B0604020202020204" pitchFamily="34" charset="0"/>
                <a:ea typeface="Microsoft YaHei" panose="020B0503020204020204" pitchFamily="34" charset="-122"/>
              </a:defRPr>
            </a:lvl4pPr>
            <a:lvl5pPr>
              <a:defRPr>
                <a:solidFill>
                  <a:schemeClr val="bg1"/>
                </a:solidFill>
                <a:latin typeface="Arial" panose="020B0604020202020204" pitchFamily="34" charset="0"/>
                <a:ea typeface="Microsoft YaHei" panose="020B0503020204020204" pitchFamily="34" charset="-122"/>
              </a:defRPr>
            </a:lvl5pPr>
            <a:lvl6pPr marL="2514600" indent="-228600" defTabSz="457200" eaLnBrk="0" fontAlgn="base" hangingPunct="0">
              <a:spcBef>
                <a:spcPct val="0"/>
              </a:spcBef>
              <a:spcAft>
                <a:spcPct val="0"/>
              </a:spcAft>
              <a:defRPr>
                <a:solidFill>
                  <a:schemeClr val="bg1"/>
                </a:solidFill>
                <a:latin typeface="Arial" panose="020B0604020202020204" pitchFamily="34" charset="0"/>
                <a:ea typeface="Microsoft YaHei" panose="020B0503020204020204" pitchFamily="34" charset="-122"/>
              </a:defRPr>
            </a:lvl6pPr>
            <a:lvl7pPr marL="2971800" indent="-228600" defTabSz="457200" eaLnBrk="0" fontAlgn="base" hangingPunct="0">
              <a:spcBef>
                <a:spcPct val="0"/>
              </a:spcBef>
              <a:spcAft>
                <a:spcPct val="0"/>
              </a:spcAft>
              <a:defRPr>
                <a:solidFill>
                  <a:schemeClr val="bg1"/>
                </a:solidFill>
                <a:latin typeface="Arial" panose="020B0604020202020204" pitchFamily="34" charset="0"/>
                <a:ea typeface="Microsoft YaHei" panose="020B0503020204020204" pitchFamily="34" charset="-122"/>
              </a:defRPr>
            </a:lvl7pPr>
            <a:lvl8pPr marL="3429000" indent="-228600" defTabSz="457200" eaLnBrk="0" fontAlgn="base" hangingPunct="0">
              <a:spcBef>
                <a:spcPct val="0"/>
              </a:spcBef>
              <a:spcAft>
                <a:spcPct val="0"/>
              </a:spcAft>
              <a:defRPr>
                <a:solidFill>
                  <a:schemeClr val="bg1"/>
                </a:solidFill>
                <a:latin typeface="Arial" panose="020B0604020202020204" pitchFamily="34" charset="0"/>
                <a:ea typeface="Microsoft YaHei" panose="020B0503020204020204" pitchFamily="34" charset="-122"/>
              </a:defRPr>
            </a:lvl8pPr>
            <a:lvl9pPr marL="3886200" indent="-228600" defTabSz="457200" eaLnBrk="0" fontAlgn="base" hangingPunct="0">
              <a:spcBef>
                <a:spcPct val="0"/>
              </a:spcBef>
              <a:spcAft>
                <a:spcPct val="0"/>
              </a:spcAft>
              <a:defRPr>
                <a:solidFill>
                  <a:schemeClr val="bg1"/>
                </a:solidFill>
                <a:latin typeface="Arial" panose="020B0604020202020204" pitchFamily="34" charset="0"/>
                <a:ea typeface="Microsoft YaHei" panose="020B0503020204020204" pitchFamily="34" charset="-122"/>
              </a:defRPr>
            </a:lvl9pPr>
          </a:lstStyle>
          <a:p>
            <a:pPr>
              <a:buFont typeface="Wingdings" panose="05000000000000000000" pitchFamily="2" charset="2"/>
              <a:buChar char="Ø"/>
            </a:pPr>
            <a:r>
              <a:rPr lang="en-US" altLang="en-US" sz="2400" dirty="0">
                <a:solidFill>
                  <a:schemeClr val="tx1"/>
                </a:solidFill>
                <a:latin typeface="Comic Sans MS" panose="030F0702030302020204" pitchFamily="66" charset="0"/>
              </a:rPr>
              <a:t> Intelligence vs Artificial Intelligence</a:t>
            </a:r>
            <a:endParaRPr lang="en-US" altLang="en-US" sz="2400" dirty="0">
              <a:solidFill>
                <a:schemeClr val="tx1"/>
              </a:solidFill>
              <a:latin typeface="Comic Sans MS" panose="030F0702030302020204" pitchFamily="66" charset="0"/>
            </a:endParaRPr>
          </a:p>
          <a:p>
            <a:pPr lvl="1" algn="just">
              <a:buFont typeface="Wingdings" panose="05000000000000000000" pitchFamily="2" charset="2"/>
              <a:buChar char="Ø"/>
            </a:pPr>
            <a:r>
              <a:rPr lang="en-US" altLang="en-US" sz="2000" dirty="0">
                <a:solidFill>
                  <a:schemeClr val="tx1"/>
                </a:solidFill>
                <a:latin typeface="Comic Sans MS" panose="030F0702030302020204" pitchFamily="66" charset="0"/>
              </a:rPr>
              <a:t>Artificial Intelligence tries to create computers that can replicate human behavior and do human-like tasks, whereas Human Intelligence aims to adapt to new surroundings by combining various cognitive processes. </a:t>
            </a:r>
            <a:endParaRPr lang="en-US" altLang="en-US" sz="2000" dirty="0">
              <a:solidFill>
                <a:schemeClr val="tx1"/>
              </a:solidFill>
              <a:latin typeface="Comic Sans MS" panose="030F0702030302020204" pitchFamily="66" charset="0"/>
            </a:endParaRPr>
          </a:p>
          <a:p>
            <a:pPr lvl="1" algn="just">
              <a:buFont typeface="Wingdings" panose="05000000000000000000" pitchFamily="2" charset="2"/>
              <a:buChar char="Ø"/>
            </a:pPr>
            <a:endParaRPr lang="en-US" altLang="en-US" sz="2000" dirty="0">
              <a:solidFill>
                <a:schemeClr val="tx1"/>
              </a:solidFill>
              <a:latin typeface="Comic Sans MS" panose="030F0702030302020204" pitchFamily="66" charset="0"/>
            </a:endParaRPr>
          </a:p>
          <a:p>
            <a:pPr lvl="1" algn="just">
              <a:buFont typeface="Wingdings" panose="05000000000000000000" pitchFamily="2" charset="2"/>
              <a:buChar char="Ø"/>
            </a:pPr>
            <a:r>
              <a:rPr lang="en-US" altLang="en-US" sz="2000" dirty="0">
                <a:solidFill>
                  <a:schemeClr val="tx1"/>
                </a:solidFill>
                <a:latin typeface="Comic Sans MS" panose="030F0702030302020204" pitchFamily="66" charset="0"/>
              </a:rPr>
              <a:t>Machines are digital, whereas the human brain is analogue. </a:t>
            </a:r>
            <a:endParaRPr lang="en-US" altLang="en-US" sz="2000" dirty="0">
              <a:solidFill>
                <a:schemeClr val="tx1"/>
              </a:solidFill>
              <a:latin typeface="Comic Sans MS" panose="030F0702030302020204" pitchFamily="66" charset="0"/>
            </a:endParaRPr>
          </a:p>
          <a:p>
            <a:pPr lvl="1" algn="just">
              <a:buFont typeface="Wingdings" panose="05000000000000000000" pitchFamily="2" charset="2"/>
              <a:buChar char="Ø"/>
            </a:pPr>
            <a:endParaRPr lang="en-US" altLang="en-US" sz="2000" dirty="0">
              <a:solidFill>
                <a:schemeClr val="tx1"/>
              </a:solidFill>
              <a:latin typeface="Comic Sans MS" panose="030F0702030302020204" pitchFamily="66" charset="0"/>
            </a:endParaRPr>
          </a:p>
          <a:p>
            <a:pPr lvl="1" algn="just">
              <a:buFont typeface="Wingdings" panose="05000000000000000000" pitchFamily="2" charset="2"/>
              <a:buChar char="Ø"/>
            </a:pPr>
            <a:r>
              <a:rPr lang="en-US" altLang="en-US" sz="2000" dirty="0">
                <a:solidFill>
                  <a:schemeClr val="tx1"/>
                </a:solidFill>
                <a:latin typeface="Comic Sans MS" panose="030F0702030302020204" pitchFamily="66" charset="0"/>
              </a:rPr>
              <a:t>The brain's computational capacity, memory, and ability to reason are used by humans, but AI-powered computers rely on data and particular instructions provided into the system.</a:t>
            </a:r>
            <a:endParaRPr lang="en-US" altLang="en-US" sz="2000" dirty="0">
              <a:solidFill>
                <a:schemeClr val="tx1"/>
              </a:solidFill>
              <a:latin typeface="Comic Sans MS" panose="030F0702030302020204" pitchFamily="66" charset="0"/>
            </a:endParaRPr>
          </a:p>
        </p:txBody>
      </p:sp>
    </p:spTree>
  </p:cSld>
  <p:clrMapOvr>
    <a:masterClrMapping/>
  </p:clrMapOvr>
  <p:transition spd="med"/>
  <p:timing>
    <p:tnLst>
      <p:par>
        <p:cTn id="1" dur="indefinite" restart="never" nodeType="tmRoot"/>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1"/>
          <p:cNvSpPr>
            <a:spLocks noGrp="1" noChangeArrowheads="1"/>
          </p:cNvSpPr>
          <p:nvPr>
            <p:ph type="title"/>
          </p:nvPr>
        </p:nvSpPr>
        <p:spPr>
          <a:xfrm>
            <a:off x="431800" y="107950"/>
            <a:ext cx="9070975" cy="792163"/>
          </a:xfrm>
        </p:spPr>
        <p:txBody>
          <a:bodyPr tIns="38880"/>
          <a:lstStyle/>
          <a:p>
            <a:pPr eaLnBrk="1">
              <a:buClrTx/>
              <a:buFontTx/>
              <a:buNone/>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r>
              <a:rPr lang="en-US" altLang="en-US" dirty="0">
                <a:latin typeface="Comic Sans MS" panose="030F0702030302020204" pitchFamily="66" charset="0"/>
              </a:rPr>
              <a:t>Foundational Concepts</a:t>
            </a:r>
            <a:endParaRPr lang="en-US" altLang="en-US" dirty="0">
              <a:latin typeface="Comic Sans MS" panose="030F0702030302020204" pitchFamily="66" charset="0"/>
            </a:endParaRPr>
          </a:p>
        </p:txBody>
      </p:sp>
      <p:sp>
        <p:nvSpPr>
          <p:cNvPr id="5123" name="TextBox 2"/>
          <p:cNvSpPr txBox="1">
            <a:spLocks noChangeArrowheads="1"/>
          </p:cNvSpPr>
          <p:nvPr/>
        </p:nvSpPr>
        <p:spPr bwMode="auto">
          <a:xfrm>
            <a:off x="647701" y="900113"/>
            <a:ext cx="9001124" cy="20005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285750" indent="-285750">
              <a:defRPr>
                <a:solidFill>
                  <a:schemeClr val="bg1"/>
                </a:solidFill>
                <a:latin typeface="Arial" panose="020B0604020202020204" pitchFamily="34" charset="0"/>
                <a:ea typeface="Microsoft YaHei" panose="020B0503020204020204" pitchFamily="34" charset="-122"/>
              </a:defRPr>
            </a:lvl1pPr>
            <a:lvl2pPr>
              <a:defRPr>
                <a:solidFill>
                  <a:schemeClr val="bg1"/>
                </a:solidFill>
                <a:latin typeface="Arial" panose="020B0604020202020204" pitchFamily="34" charset="0"/>
                <a:ea typeface="Microsoft YaHei" panose="020B0503020204020204" pitchFamily="34" charset="-122"/>
              </a:defRPr>
            </a:lvl2pPr>
            <a:lvl3pPr>
              <a:defRPr>
                <a:solidFill>
                  <a:schemeClr val="bg1"/>
                </a:solidFill>
                <a:latin typeface="Arial" panose="020B0604020202020204" pitchFamily="34" charset="0"/>
                <a:ea typeface="Microsoft YaHei" panose="020B0503020204020204" pitchFamily="34" charset="-122"/>
              </a:defRPr>
            </a:lvl3pPr>
            <a:lvl4pPr>
              <a:defRPr>
                <a:solidFill>
                  <a:schemeClr val="bg1"/>
                </a:solidFill>
                <a:latin typeface="Arial" panose="020B0604020202020204" pitchFamily="34" charset="0"/>
                <a:ea typeface="Microsoft YaHei" panose="020B0503020204020204" pitchFamily="34" charset="-122"/>
              </a:defRPr>
            </a:lvl4pPr>
            <a:lvl5pPr>
              <a:defRPr>
                <a:solidFill>
                  <a:schemeClr val="bg1"/>
                </a:solidFill>
                <a:latin typeface="Arial" panose="020B0604020202020204" pitchFamily="34" charset="0"/>
                <a:ea typeface="Microsoft YaHei" panose="020B0503020204020204" pitchFamily="34" charset="-122"/>
              </a:defRPr>
            </a:lvl5pPr>
            <a:lvl6pPr marL="2514600" indent="-228600" defTabSz="457200" eaLnBrk="0" fontAlgn="base" hangingPunct="0">
              <a:spcBef>
                <a:spcPct val="0"/>
              </a:spcBef>
              <a:spcAft>
                <a:spcPct val="0"/>
              </a:spcAft>
              <a:defRPr>
                <a:solidFill>
                  <a:schemeClr val="bg1"/>
                </a:solidFill>
                <a:latin typeface="Arial" panose="020B0604020202020204" pitchFamily="34" charset="0"/>
                <a:ea typeface="Microsoft YaHei" panose="020B0503020204020204" pitchFamily="34" charset="-122"/>
              </a:defRPr>
            </a:lvl6pPr>
            <a:lvl7pPr marL="2971800" indent="-228600" defTabSz="457200" eaLnBrk="0" fontAlgn="base" hangingPunct="0">
              <a:spcBef>
                <a:spcPct val="0"/>
              </a:spcBef>
              <a:spcAft>
                <a:spcPct val="0"/>
              </a:spcAft>
              <a:defRPr>
                <a:solidFill>
                  <a:schemeClr val="bg1"/>
                </a:solidFill>
                <a:latin typeface="Arial" panose="020B0604020202020204" pitchFamily="34" charset="0"/>
                <a:ea typeface="Microsoft YaHei" panose="020B0503020204020204" pitchFamily="34" charset="-122"/>
              </a:defRPr>
            </a:lvl7pPr>
            <a:lvl8pPr marL="3429000" indent="-228600" defTabSz="457200" eaLnBrk="0" fontAlgn="base" hangingPunct="0">
              <a:spcBef>
                <a:spcPct val="0"/>
              </a:spcBef>
              <a:spcAft>
                <a:spcPct val="0"/>
              </a:spcAft>
              <a:defRPr>
                <a:solidFill>
                  <a:schemeClr val="bg1"/>
                </a:solidFill>
                <a:latin typeface="Arial" panose="020B0604020202020204" pitchFamily="34" charset="0"/>
                <a:ea typeface="Microsoft YaHei" panose="020B0503020204020204" pitchFamily="34" charset="-122"/>
              </a:defRPr>
            </a:lvl8pPr>
            <a:lvl9pPr marL="3886200" indent="-228600" defTabSz="457200" eaLnBrk="0" fontAlgn="base" hangingPunct="0">
              <a:spcBef>
                <a:spcPct val="0"/>
              </a:spcBef>
              <a:spcAft>
                <a:spcPct val="0"/>
              </a:spcAft>
              <a:defRPr>
                <a:solidFill>
                  <a:schemeClr val="bg1"/>
                </a:solidFill>
                <a:latin typeface="Arial" panose="020B0604020202020204" pitchFamily="34" charset="0"/>
                <a:ea typeface="Microsoft YaHei" panose="020B0503020204020204" pitchFamily="34" charset="-122"/>
              </a:defRPr>
            </a:lvl9pPr>
          </a:lstStyle>
          <a:p>
            <a:pPr>
              <a:buFont typeface="Wingdings" panose="05000000000000000000" pitchFamily="2" charset="2"/>
              <a:buChar char="Ø"/>
            </a:pPr>
            <a:r>
              <a:rPr lang="en-US" altLang="en-US" sz="2400" dirty="0">
                <a:solidFill>
                  <a:schemeClr val="tx1"/>
                </a:solidFill>
                <a:latin typeface="Comic Sans MS" panose="030F0702030302020204" pitchFamily="66" charset="0"/>
              </a:rPr>
              <a:t> Intelligence vs Artificial Intelligence</a:t>
            </a:r>
            <a:endParaRPr lang="en-US" altLang="en-US" sz="2400" dirty="0">
              <a:solidFill>
                <a:schemeClr val="tx1"/>
              </a:solidFill>
              <a:latin typeface="Comic Sans MS" panose="030F0702030302020204" pitchFamily="66" charset="0"/>
            </a:endParaRPr>
          </a:p>
          <a:p>
            <a:pPr lvl="1" algn="just">
              <a:buFont typeface="Wingdings" panose="05000000000000000000" pitchFamily="2" charset="2"/>
              <a:buChar char="Ø"/>
            </a:pPr>
            <a:r>
              <a:rPr lang="en-US" altLang="en-US" sz="2000" dirty="0">
                <a:solidFill>
                  <a:schemeClr val="tx1"/>
                </a:solidFill>
                <a:latin typeface="Comic Sans MS" panose="030F0702030302020204" pitchFamily="66" charset="0"/>
              </a:rPr>
              <a:t>Artificial Intelligence tries to create computers that can replicate human behavior and do human-like tasks, whereas Human Intelligence aims to adapt to new surroundings by combining various cognitive processes. </a:t>
            </a:r>
            <a:endParaRPr lang="en-US" altLang="en-US" sz="2000" dirty="0">
              <a:solidFill>
                <a:schemeClr val="tx1"/>
              </a:solidFill>
              <a:latin typeface="Comic Sans MS" panose="030F0702030302020204" pitchFamily="66" charset="0"/>
            </a:endParaRPr>
          </a:p>
          <a:p>
            <a:pPr lvl="1" algn="just">
              <a:buFont typeface="Wingdings" panose="05000000000000000000" pitchFamily="2" charset="2"/>
              <a:buChar char="Ø"/>
            </a:pPr>
            <a:endParaRPr lang="en-US" altLang="en-US" sz="2000" dirty="0">
              <a:solidFill>
                <a:schemeClr val="tx1"/>
              </a:solidFill>
              <a:latin typeface="Comic Sans MS" panose="030F0702030302020204" pitchFamily="66" charset="0"/>
            </a:endParaRPr>
          </a:p>
        </p:txBody>
      </p:sp>
      <p:sp>
        <p:nvSpPr>
          <p:cNvPr id="4" name="TextBox 2"/>
          <p:cNvSpPr txBox="1">
            <a:spLocks noChangeArrowheads="1"/>
          </p:cNvSpPr>
          <p:nvPr/>
        </p:nvSpPr>
        <p:spPr bwMode="auto">
          <a:xfrm>
            <a:off x="466725" y="7052135"/>
            <a:ext cx="9001124"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285750" indent="-285750">
              <a:defRPr>
                <a:solidFill>
                  <a:schemeClr val="bg1"/>
                </a:solidFill>
                <a:latin typeface="Arial" panose="020B0604020202020204" pitchFamily="34" charset="0"/>
                <a:ea typeface="Microsoft YaHei" panose="020B0503020204020204" pitchFamily="34" charset="-122"/>
              </a:defRPr>
            </a:lvl1pPr>
            <a:lvl2pPr>
              <a:defRPr>
                <a:solidFill>
                  <a:schemeClr val="bg1"/>
                </a:solidFill>
                <a:latin typeface="Arial" panose="020B0604020202020204" pitchFamily="34" charset="0"/>
                <a:ea typeface="Microsoft YaHei" panose="020B0503020204020204" pitchFamily="34" charset="-122"/>
              </a:defRPr>
            </a:lvl2pPr>
            <a:lvl3pPr>
              <a:defRPr>
                <a:solidFill>
                  <a:schemeClr val="bg1"/>
                </a:solidFill>
                <a:latin typeface="Arial" panose="020B0604020202020204" pitchFamily="34" charset="0"/>
                <a:ea typeface="Microsoft YaHei" panose="020B0503020204020204" pitchFamily="34" charset="-122"/>
              </a:defRPr>
            </a:lvl3pPr>
            <a:lvl4pPr>
              <a:defRPr>
                <a:solidFill>
                  <a:schemeClr val="bg1"/>
                </a:solidFill>
                <a:latin typeface="Arial" panose="020B0604020202020204" pitchFamily="34" charset="0"/>
                <a:ea typeface="Microsoft YaHei" panose="020B0503020204020204" pitchFamily="34" charset="-122"/>
              </a:defRPr>
            </a:lvl4pPr>
            <a:lvl5pPr>
              <a:defRPr>
                <a:solidFill>
                  <a:schemeClr val="bg1"/>
                </a:solidFill>
                <a:latin typeface="Arial" panose="020B0604020202020204" pitchFamily="34" charset="0"/>
                <a:ea typeface="Microsoft YaHei" panose="020B0503020204020204" pitchFamily="34" charset="-122"/>
              </a:defRPr>
            </a:lvl5pPr>
            <a:lvl6pPr marL="2514600" indent="-228600" defTabSz="457200" eaLnBrk="0" fontAlgn="base" hangingPunct="0">
              <a:spcBef>
                <a:spcPct val="0"/>
              </a:spcBef>
              <a:spcAft>
                <a:spcPct val="0"/>
              </a:spcAft>
              <a:defRPr>
                <a:solidFill>
                  <a:schemeClr val="bg1"/>
                </a:solidFill>
                <a:latin typeface="Arial" panose="020B0604020202020204" pitchFamily="34" charset="0"/>
                <a:ea typeface="Microsoft YaHei" panose="020B0503020204020204" pitchFamily="34" charset="-122"/>
              </a:defRPr>
            </a:lvl6pPr>
            <a:lvl7pPr marL="2971800" indent="-228600" defTabSz="457200" eaLnBrk="0" fontAlgn="base" hangingPunct="0">
              <a:spcBef>
                <a:spcPct val="0"/>
              </a:spcBef>
              <a:spcAft>
                <a:spcPct val="0"/>
              </a:spcAft>
              <a:defRPr>
                <a:solidFill>
                  <a:schemeClr val="bg1"/>
                </a:solidFill>
                <a:latin typeface="Arial" panose="020B0604020202020204" pitchFamily="34" charset="0"/>
                <a:ea typeface="Microsoft YaHei" panose="020B0503020204020204" pitchFamily="34" charset="-122"/>
              </a:defRPr>
            </a:lvl7pPr>
            <a:lvl8pPr marL="3429000" indent="-228600" defTabSz="457200" eaLnBrk="0" fontAlgn="base" hangingPunct="0">
              <a:spcBef>
                <a:spcPct val="0"/>
              </a:spcBef>
              <a:spcAft>
                <a:spcPct val="0"/>
              </a:spcAft>
              <a:defRPr>
                <a:solidFill>
                  <a:schemeClr val="bg1"/>
                </a:solidFill>
                <a:latin typeface="Arial" panose="020B0604020202020204" pitchFamily="34" charset="0"/>
                <a:ea typeface="Microsoft YaHei" panose="020B0503020204020204" pitchFamily="34" charset="-122"/>
              </a:defRPr>
            </a:lvl8pPr>
            <a:lvl9pPr marL="3886200" indent="-228600" defTabSz="457200" eaLnBrk="0" fontAlgn="base" hangingPunct="0">
              <a:spcBef>
                <a:spcPct val="0"/>
              </a:spcBef>
              <a:spcAft>
                <a:spcPct val="0"/>
              </a:spcAft>
              <a:defRPr>
                <a:solidFill>
                  <a:schemeClr val="bg1"/>
                </a:solidFill>
                <a:latin typeface="Arial" panose="020B0604020202020204" pitchFamily="34" charset="0"/>
                <a:ea typeface="Microsoft YaHei" panose="020B0503020204020204" pitchFamily="34" charset="-122"/>
              </a:defRPr>
            </a:lvl9pPr>
          </a:lstStyle>
          <a:p>
            <a:pPr marL="457200" lvl="1" indent="0" algn="just"/>
            <a:r>
              <a:rPr lang="en-US" altLang="en-US" sz="2000" dirty="0">
                <a:solidFill>
                  <a:schemeClr val="tx1"/>
                </a:solidFill>
                <a:latin typeface="Comic Sans MS" panose="030F0702030302020204" pitchFamily="66" charset="0"/>
              </a:rPr>
              <a:t>Source: https://www.upgrad.com/blog/ai-vs-human-intelligence</a:t>
            </a:r>
            <a:endParaRPr lang="en-US" altLang="en-US" sz="2000" dirty="0">
              <a:solidFill>
                <a:schemeClr val="tx1"/>
              </a:solidFill>
              <a:latin typeface="Comic Sans MS" panose="030F0702030302020204" pitchFamily="66" charset="0"/>
            </a:endParaRPr>
          </a:p>
        </p:txBody>
      </p:sp>
    </p:spTree>
  </p:cSld>
  <p:clrMapOvr>
    <a:masterClrMapping/>
  </p:clrMapOvr>
  <p:transition spd="med"/>
  <p:timing>
    <p:tnLst>
      <p:par>
        <p:cTn id="1" dur="indefinite" restart="never" nodeType="tmRoot"/>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1"/>
          <p:cNvSpPr>
            <a:spLocks noGrp="1" noChangeArrowheads="1"/>
          </p:cNvSpPr>
          <p:nvPr>
            <p:ph type="title"/>
          </p:nvPr>
        </p:nvSpPr>
        <p:spPr>
          <a:xfrm>
            <a:off x="431800" y="107950"/>
            <a:ext cx="9070975" cy="792163"/>
          </a:xfrm>
        </p:spPr>
        <p:txBody>
          <a:bodyPr tIns="38880"/>
          <a:lstStyle/>
          <a:p>
            <a:pPr eaLnBrk="1">
              <a:buClrTx/>
              <a:buFontTx/>
              <a:buNone/>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r>
              <a:rPr lang="en-US" altLang="en-US" dirty="0">
                <a:latin typeface="Comic Sans MS" panose="030F0702030302020204" pitchFamily="66" charset="0"/>
              </a:rPr>
              <a:t>Foundational Concepts</a:t>
            </a:r>
            <a:endParaRPr lang="en-US" altLang="en-US" dirty="0">
              <a:latin typeface="Comic Sans MS" panose="030F0702030302020204" pitchFamily="66" charset="0"/>
            </a:endParaRPr>
          </a:p>
        </p:txBody>
      </p:sp>
      <p:sp>
        <p:nvSpPr>
          <p:cNvPr id="5123" name="TextBox 2"/>
          <p:cNvSpPr txBox="1">
            <a:spLocks noChangeArrowheads="1"/>
          </p:cNvSpPr>
          <p:nvPr/>
        </p:nvSpPr>
        <p:spPr bwMode="auto">
          <a:xfrm>
            <a:off x="647701" y="900113"/>
            <a:ext cx="9001124" cy="26161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285750" indent="-285750">
              <a:defRPr>
                <a:solidFill>
                  <a:schemeClr val="bg1"/>
                </a:solidFill>
                <a:latin typeface="Arial" panose="020B0604020202020204" pitchFamily="34" charset="0"/>
                <a:ea typeface="Microsoft YaHei" panose="020B0503020204020204" pitchFamily="34" charset="-122"/>
              </a:defRPr>
            </a:lvl1pPr>
            <a:lvl2pPr>
              <a:defRPr>
                <a:solidFill>
                  <a:schemeClr val="bg1"/>
                </a:solidFill>
                <a:latin typeface="Arial" panose="020B0604020202020204" pitchFamily="34" charset="0"/>
                <a:ea typeface="Microsoft YaHei" panose="020B0503020204020204" pitchFamily="34" charset="-122"/>
              </a:defRPr>
            </a:lvl2pPr>
            <a:lvl3pPr>
              <a:defRPr>
                <a:solidFill>
                  <a:schemeClr val="bg1"/>
                </a:solidFill>
                <a:latin typeface="Arial" panose="020B0604020202020204" pitchFamily="34" charset="0"/>
                <a:ea typeface="Microsoft YaHei" panose="020B0503020204020204" pitchFamily="34" charset="-122"/>
              </a:defRPr>
            </a:lvl3pPr>
            <a:lvl4pPr>
              <a:defRPr>
                <a:solidFill>
                  <a:schemeClr val="bg1"/>
                </a:solidFill>
                <a:latin typeface="Arial" panose="020B0604020202020204" pitchFamily="34" charset="0"/>
                <a:ea typeface="Microsoft YaHei" panose="020B0503020204020204" pitchFamily="34" charset="-122"/>
              </a:defRPr>
            </a:lvl4pPr>
            <a:lvl5pPr>
              <a:defRPr>
                <a:solidFill>
                  <a:schemeClr val="bg1"/>
                </a:solidFill>
                <a:latin typeface="Arial" panose="020B0604020202020204" pitchFamily="34" charset="0"/>
                <a:ea typeface="Microsoft YaHei" panose="020B0503020204020204" pitchFamily="34" charset="-122"/>
              </a:defRPr>
            </a:lvl5pPr>
            <a:lvl6pPr marL="2514600" indent="-228600" defTabSz="457200" eaLnBrk="0" fontAlgn="base" hangingPunct="0">
              <a:spcBef>
                <a:spcPct val="0"/>
              </a:spcBef>
              <a:spcAft>
                <a:spcPct val="0"/>
              </a:spcAft>
              <a:defRPr>
                <a:solidFill>
                  <a:schemeClr val="bg1"/>
                </a:solidFill>
                <a:latin typeface="Arial" panose="020B0604020202020204" pitchFamily="34" charset="0"/>
                <a:ea typeface="Microsoft YaHei" panose="020B0503020204020204" pitchFamily="34" charset="-122"/>
              </a:defRPr>
            </a:lvl6pPr>
            <a:lvl7pPr marL="2971800" indent="-228600" defTabSz="457200" eaLnBrk="0" fontAlgn="base" hangingPunct="0">
              <a:spcBef>
                <a:spcPct val="0"/>
              </a:spcBef>
              <a:spcAft>
                <a:spcPct val="0"/>
              </a:spcAft>
              <a:defRPr>
                <a:solidFill>
                  <a:schemeClr val="bg1"/>
                </a:solidFill>
                <a:latin typeface="Arial" panose="020B0604020202020204" pitchFamily="34" charset="0"/>
                <a:ea typeface="Microsoft YaHei" panose="020B0503020204020204" pitchFamily="34" charset="-122"/>
              </a:defRPr>
            </a:lvl7pPr>
            <a:lvl8pPr marL="3429000" indent="-228600" defTabSz="457200" eaLnBrk="0" fontAlgn="base" hangingPunct="0">
              <a:spcBef>
                <a:spcPct val="0"/>
              </a:spcBef>
              <a:spcAft>
                <a:spcPct val="0"/>
              </a:spcAft>
              <a:defRPr>
                <a:solidFill>
                  <a:schemeClr val="bg1"/>
                </a:solidFill>
                <a:latin typeface="Arial" panose="020B0604020202020204" pitchFamily="34" charset="0"/>
                <a:ea typeface="Microsoft YaHei" panose="020B0503020204020204" pitchFamily="34" charset="-122"/>
              </a:defRPr>
            </a:lvl8pPr>
            <a:lvl9pPr marL="3886200" indent="-228600" defTabSz="457200" eaLnBrk="0" fontAlgn="base" hangingPunct="0">
              <a:spcBef>
                <a:spcPct val="0"/>
              </a:spcBef>
              <a:spcAft>
                <a:spcPct val="0"/>
              </a:spcAft>
              <a:defRPr>
                <a:solidFill>
                  <a:schemeClr val="bg1"/>
                </a:solidFill>
                <a:latin typeface="Arial" panose="020B0604020202020204" pitchFamily="34" charset="0"/>
                <a:ea typeface="Microsoft YaHei" panose="020B0503020204020204" pitchFamily="34" charset="-122"/>
              </a:defRPr>
            </a:lvl9pPr>
          </a:lstStyle>
          <a:p>
            <a:pPr>
              <a:buFont typeface="Wingdings" panose="05000000000000000000" pitchFamily="2" charset="2"/>
              <a:buChar char="Ø"/>
            </a:pPr>
            <a:r>
              <a:rPr lang="en-US" altLang="en-US" sz="2400" dirty="0">
                <a:solidFill>
                  <a:schemeClr val="tx1"/>
                </a:solidFill>
                <a:latin typeface="Comic Sans MS" panose="030F0702030302020204" pitchFamily="66" charset="0"/>
              </a:rPr>
              <a:t> Intelligence vs Artificial Intelligence</a:t>
            </a:r>
            <a:endParaRPr lang="en-US" altLang="en-US" sz="2400" dirty="0">
              <a:solidFill>
                <a:schemeClr val="tx1"/>
              </a:solidFill>
              <a:latin typeface="Comic Sans MS" panose="030F0702030302020204" pitchFamily="66" charset="0"/>
            </a:endParaRPr>
          </a:p>
          <a:p>
            <a:pPr lvl="1" algn="just">
              <a:buFont typeface="Wingdings" panose="05000000000000000000" pitchFamily="2" charset="2"/>
              <a:buChar char="Ø"/>
            </a:pPr>
            <a:r>
              <a:rPr lang="en-US" altLang="en-US" sz="2000" dirty="0">
                <a:solidFill>
                  <a:schemeClr val="tx1"/>
                </a:solidFill>
                <a:latin typeface="Comic Sans MS" panose="030F0702030302020204" pitchFamily="66" charset="0"/>
              </a:rPr>
              <a:t>Artificial Intelligence tries to create computers that can replicate human behavior and do human-like tasks, whereas Human Intelligence aims to adapt to new surroundings by combining various cognitive processes. </a:t>
            </a:r>
            <a:endParaRPr lang="en-US" altLang="en-US" sz="2000" dirty="0">
              <a:solidFill>
                <a:schemeClr val="tx1"/>
              </a:solidFill>
              <a:latin typeface="Comic Sans MS" panose="030F0702030302020204" pitchFamily="66" charset="0"/>
            </a:endParaRPr>
          </a:p>
          <a:p>
            <a:pPr lvl="1" algn="just">
              <a:buFont typeface="Wingdings" panose="05000000000000000000" pitchFamily="2" charset="2"/>
              <a:buChar char="Ø"/>
            </a:pPr>
            <a:endParaRPr lang="en-US" altLang="en-US" sz="2000" dirty="0">
              <a:solidFill>
                <a:schemeClr val="tx1"/>
              </a:solidFill>
              <a:latin typeface="Comic Sans MS" panose="030F0702030302020204" pitchFamily="66" charset="0"/>
            </a:endParaRPr>
          </a:p>
          <a:p>
            <a:pPr lvl="1" algn="just">
              <a:buFont typeface="Wingdings" panose="05000000000000000000" pitchFamily="2" charset="2"/>
              <a:buChar char="Ø"/>
            </a:pPr>
            <a:r>
              <a:rPr lang="en-US" altLang="en-US" sz="2000" dirty="0">
                <a:solidFill>
                  <a:schemeClr val="tx1"/>
                </a:solidFill>
                <a:latin typeface="Comic Sans MS" panose="030F0702030302020204" pitchFamily="66" charset="0"/>
              </a:rPr>
              <a:t>Machines are digital, whereas the human brain is analogue. </a:t>
            </a:r>
            <a:endParaRPr lang="en-US" altLang="en-US" sz="2000" dirty="0">
              <a:solidFill>
                <a:schemeClr val="tx1"/>
              </a:solidFill>
              <a:latin typeface="Comic Sans MS" panose="030F0702030302020204" pitchFamily="66" charset="0"/>
            </a:endParaRPr>
          </a:p>
          <a:p>
            <a:pPr lvl="1" algn="just">
              <a:buFont typeface="Wingdings" panose="05000000000000000000" pitchFamily="2" charset="2"/>
              <a:buChar char="Ø"/>
            </a:pPr>
            <a:endParaRPr lang="en-US" altLang="en-US" sz="2000" dirty="0">
              <a:solidFill>
                <a:schemeClr val="tx1"/>
              </a:solidFill>
              <a:latin typeface="Comic Sans MS" panose="030F0702030302020204" pitchFamily="66" charset="0"/>
            </a:endParaRPr>
          </a:p>
        </p:txBody>
      </p:sp>
      <p:sp>
        <p:nvSpPr>
          <p:cNvPr id="4" name="TextBox 2"/>
          <p:cNvSpPr txBox="1">
            <a:spLocks noChangeArrowheads="1"/>
          </p:cNvSpPr>
          <p:nvPr/>
        </p:nvSpPr>
        <p:spPr bwMode="auto">
          <a:xfrm>
            <a:off x="466725" y="7052135"/>
            <a:ext cx="9001124"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285750" indent="-285750">
              <a:defRPr>
                <a:solidFill>
                  <a:schemeClr val="bg1"/>
                </a:solidFill>
                <a:latin typeface="Arial" panose="020B0604020202020204" pitchFamily="34" charset="0"/>
                <a:ea typeface="Microsoft YaHei" panose="020B0503020204020204" pitchFamily="34" charset="-122"/>
              </a:defRPr>
            </a:lvl1pPr>
            <a:lvl2pPr>
              <a:defRPr>
                <a:solidFill>
                  <a:schemeClr val="bg1"/>
                </a:solidFill>
                <a:latin typeface="Arial" panose="020B0604020202020204" pitchFamily="34" charset="0"/>
                <a:ea typeface="Microsoft YaHei" panose="020B0503020204020204" pitchFamily="34" charset="-122"/>
              </a:defRPr>
            </a:lvl2pPr>
            <a:lvl3pPr>
              <a:defRPr>
                <a:solidFill>
                  <a:schemeClr val="bg1"/>
                </a:solidFill>
                <a:latin typeface="Arial" panose="020B0604020202020204" pitchFamily="34" charset="0"/>
                <a:ea typeface="Microsoft YaHei" panose="020B0503020204020204" pitchFamily="34" charset="-122"/>
              </a:defRPr>
            </a:lvl3pPr>
            <a:lvl4pPr>
              <a:defRPr>
                <a:solidFill>
                  <a:schemeClr val="bg1"/>
                </a:solidFill>
                <a:latin typeface="Arial" panose="020B0604020202020204" pitchFamily="34" charset="0"/>
                <a:ea typeface="Microsoft YaHei" panose="020B0503020204020204" pitchFamily="34" charset="-122"/>
              </a:defRPr>
            </a:lvl4pPr>
            <a:lvl5pPr>
              <a:defRPr>
                <a:solidFill>
                  <a:schemeClr val="bg1"/>
                </a:solidFill>
                <a:latin typeface="Arial" panose="020B0604020202020204" pitchFamily="34" charset="0"/>
                <a:ea typeface="Microsoft YaHei" panose="020B0503020204020204" pitchFamily="34" charset="-122"/>
              </a:defRPr>
            </a:lvl5pPr>
            <a:lvl6pPr marL="2514600" indent="-228600" defTabSz="457200" eaLnBrk="0" fontAlgn="base" hangingPunct="0">
              <a:spcBef>
                <a:spcPct val="0"/>
              </a:spcBef>
              <a:spcAft>
                <a:spcPct val="0"/>
              </a:spcAft>
              <a:defRPr>
                <a:solidFill>
                  <a:schemeClr val="bg1"/>
                </a:solidFill>
                <a:latin typeface="Arial" panose="020B0604020202020204" pitchFamily="34" charset="0"/>
                <a:ea typeface="Microsoft YaHei" panose="020B0503020204020204" pitchFamily="34" charset="-122"/>
              </a:defRPr>
            </a:lvl6pPr>
            <a:lvl7pPr marL="2971800" indent="-228600" defTabSz="457200" eaLnBrk="0" fontAlgn="base" hangingPunct="0">
              <a:spcBef>
                <a:spcPct val="0"/>
              </a:spcBef>
              <a:spcAft>
                <a:spcPct val="0"/>
              </a:spcAft>
              <a:defRPr>
                <a:solidFill>
                  <a:schemeClr val="bg1"/>
                </a:solidFill>
                <a:latin typeface="Arial" panose="020B0604020202020204" pitchFamily="34" charset="0"/>
                <a:ea typeface="Microsoft YaHei" panose="020B0503020204020204" pitchFamily="34" charset="-122"/>
              </a:defRPr>
            </a:lvl7pPr>
            <a:lvl8pPr marL="3429000" indent="-228600" defTabSz="457200" eaLnBrk="0" fontAlgn="base" hangingPunct="0">
              <a:spcBef>
                <a:spcPct val="0"/>
              </a:spcBef>
              <a:spcAft>
                <a:spcPct val="0"/>
              </a:spcAft>
              <a:defRPr>
                <a:solidFill>
                  <a:schemeClr val="bg1"/>
                </a:solidFill>
                <a:latin typeface="Arial" panose="020B0604020202020204" pitchFamily="34" charset="0"/>
                <a:ea typeface="Microsoft YaHei" panose="020B0503020204020204" pitchFamily="34" charset="-122"/>
              </a:defRPr>
            </a:lvl8pPr>
            <a:lvl9pPr marL="3886200" indent="-228600" defTabSz="457200" eaLnBrk="0" fontAlgn="base" hangingPunct="0">
              <a:spcBef>
                <a:spcPct val="0"/>
              </a:spcBef>
              <a:spcAft>
                <a:spcPct val="0"/>
              </a:spcAft>
              <a:defRPr>
                <a:solidFill>
                  <a:schemeClr val="bg1"/>
                </a:solidFill>
                <a:latin typeface="Arial" panose="020B0604020202020204" pitchFamily="34" charset="0"/>
                <a:ea typeface="Microsoft YaHei" panose="020B0503020204020204" pitchFamily="34" charset="-122"/>
              </a:defRPr>
            </a:lvl9pPr>
          </a:lstStyle>
          <a:p>
            <a:pPr marL="457200" lvl="1" indent="0" algn="just"/>
            <a:r>
              <a:rPr lang="en-US" altLang="en-US" sz="2000" dirty="0">
                <a:solidFill>
                  <a:schemeClr val="tx1"/>
                </a:solidFill>
                <a:latin typeface="Comic Sans MS" panose="030F0702030302020204" pitchFamily="66" charset="0"/>
              </a:rPr>
              <a:t>Source: https://www.upgrad.com/blog/ai-vs-human-intelligence</a:t>
            </a:r>
            <a:endParaRPr lang="en-US" altLang="en-US" sz="2000" dirty="0">
              <a:solidFill>
                <a:schemeClr val="tx1"/>
              </a:solidFill>
              <a:latin typeface="Comic Sans MS" panose="030F0702030302020204" pitchFamily="66" charset="0"/>
            </a:endParaRPr>
          </a:p>
        </p:txBody>
      </p:sp>
    </p:spTree>
  </p:cSld>
  <p:clrMapOvr>
    <a:masterClrMapping/>
  </p:clrMapOvr>
  <p:transition spd="med"/>
  <p:timing>
    <p:tnLst>
      <p:par>
        <p:cTn id="1" dur="indefinite" restart="never" nodeType="tmRoot"/>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1"/>
          <p:cNvSpPr>
            <a:spLocks noGrp="1" noChangeArrowheads="1"/>
          </p:cNvSpPr>
          <p:nvPr>
            <p:ph type="title"/>
          </p:nvPr>
        </p:nvSpPr>
        <p:spPr>
          <a:xfrm>
            <a:off x="431800" y="107950"/>
            <a:ext cx="9070975" cy="792163"/>
          </a:xfrm>
        </p:spPr>
        <p:txBody>
          <a:bodyPr tIns="38880"/>
          <a:lstStyle/>
          <a:p>
            <a:pPr eaLnBrk="1">
              <a:buClrTx/>
              <a:buFontTx/>
              <a:buNone/>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r>
              <a:rPr lang="en-US" altLang="en-US" dirty="0">
                <a:latin typeface="Comic Sans MS" panose="030F0702030302020204" pitchFamily="66" charset="0"/>
              </a:rPr>
              <a:t>Foundational Concepts</a:t>
            </a:r>
            <a:endParaRPr lang="en-US" altLang="en-US" dirty="0">
              <a:latin typeface="Comic Sans MS" panose="030F0702030302020204" pitchFamily="66" charset="0"/>
            </a:endParaRPr>
          </a:p>
        </p:txBody>
      </p:sp>
      <p:sp>
        <p:nvSpPr>
          <p:cNvPr id="5123" name="TextBox 2"/>
          <p:cNvSpPr txBox="1">
            <a:spLocks noChangeArrowheads="1"/>
          </p:cNvSpPr>
          <p:nvPr/>
        </p:nvSpPr>
        <p:spPr bwMode="auto">
          <a:xfrm>
            <a:off x="647701" y="900113"/>
            <a:ext cx="9001124" cy="35394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285750" indent="-285750">
              <a:defRPr>
                <a:solidFill>
                  <a:schemeClr val="bg1"/>
                </a:solidFill>
                <a:latin typeface="Arial" panose="020B0604020202020204" pitchFamily="34" charset="0"/>
                <a:ea typeface="Microsoft YaHei" panose="020B0503020204020204" pitchFamily="34" charset="-122"/>
              </a:defRPr>
            </a:lvl1pPr>
            <a:lvl2pPr>
              <a:defRPr>
                <a:solidFill>
                  <a:schemeClr val="bg1"/>
                </a:solidFill>
                <a:latin typeface="Arial" panose="020B0604020202020204" pitchFamily="34" charset="0"/>
                <a:ea typeface="Microsoft YaHei" panose="020B0503020204020204" pitchFamily="34" charset="-122"/>
              </a:defRPr>
            </a:lvl2pPr>
            <a:lvl3pPr>
              <a:defRPr>
                <a:solidFill>
                  <a:schemeClr val="bg1"/>
                </a:solidFill>
                <a:latin typeface="Arial" panose="020B0604020202020204" pitchFamily="34" charset="0"/>
                <a:ea typeface="Microsoft YaHei" panose="020B0503020204020204" pitchFamily="34" charset="-122"/>
              </a:defRPr>
            </a:lvl3pPr>
            <a:lvl4pPr>
              <a:defRPr>
                <a:solidFill>
                  <a:schemeClr val="bg1"/>
                </a:solidFill>
                <a:latin typeface="Arial" panose="020B0604020202020204" pitchFamily="34" charset="0"/>
                <a:ea typeface="Microsoft YaHei" panose="020B0503020204020204" pitchFamily="34" charset="-122"/>
              </a:defRPr>
            </a:lvl4pPr>
            <a:lvl5pPr>
              <a:defRPr>
                <a:solidFill>
                  <a:schemeClr val="bg1"/>
                </a:solidFill>
                <a:latin typeface="Arial" panose="020B0604020202020204" pitchFamily="34" charset="0"/>
                <a:ea typeface="Microsoft YaHei" panose="020B0503020204020204" pitchFamily="34" charset="-122"/>
              </a:defRPr>
            </a:lvl5pPr>
            <a:lvl6pPr marL="2514600" indent="-228600" defTabSz="457200" eaLnBrk="0" fontAlgn="base" hangingPunct="0">
              <a:spcBef>
                <a:spcPct val="0"/>
              </a:spcBef>
              <a:spcAft>
                <a:spcPct val="0"/>
              </a:spcAft>
              <a:defRPr>
                <a:solidFill>
                  <a:schemeClr val="bg1"/>
                </a:solidFill>
                <a:latin typeface="Arial" panose="020B0604020202020204" pitchFamily="34" charset="0"/>
                <a:ea typeface="Microsoft YaHei" panose="020B0503020204020204" pitchFamily="34" charset="-122"/>
              </a:defRPr>
            </a:lvl6pPr>
            <a:lvl7pPr marL="2971800" indent="-228600" defTabSz="457200" eaLnBrk="0" fontAlgn="base" hangingPunct="0">
              <a:spcBef>
                <a:spcPct val="0"/>
              </a:spcBef>
              <a:spcAft>
                <a:spcPct val="0"/>
              </a:spcAft>
              <a:defRPr>
                <a:solidFill>
                  <a:schemeClr val="bg1"/>
                </a:solidFill>
                <a:latin typeface="Arial" panose="020B0604020202020204" pitchFamily="34" charset="0"/>
                <a:ea typeface="Microsoft YaHei" panose="020B0503020204020204" pitchFamily="34" charset="-122"/>
              </a:defRPr>
            </a:lvl7pPr>
            <a:lvl8pPr marL="3429000" indent="-228600" defTabSz="457200" eaLnBrk="0" fontAlgn="base" hangingPunct="0">
              <a:spcBef>
                <a:spcPct val="0"/>
              </a:spcBef>
              <a:spcAft>
                <a:spcPct val="0"/>
              </a:spcAft>
              <a:defRPr>
                <a:solidFill>
                  <a:schemeClr val="bg1"/>
                </a:solidFill>
                <a:latin typeface="Arial" panose="020B0604020202020204" pitchFamily="34" charset="0"/>
                <a:ea typeface="Microsoft YaHei" panose="020B0503020204020204" pitchFamily="34" charset="-122"/>
              </a:defRPr>
            </a:lvl8pPr>
            <a:lvl9pPr marL="3886200" indent="-228600" defTabSz="457200" eaLnBrk="0" fontAlgn="base" hangingPunct="0">
              <a:spcBef>
                <a:spcPct val="0"/>
              </a:spcBef>
              <a:spcAft>
                <a:spcPct val="0"/>
              </a:spcAft>
              <a:defRPr>
                <a:solidFill>
                  <a:schemeClr val="bg1"/>
                </a:solidFill>
                <a:latin typeface="Arial" panose="020B0604020202020204" pitchFamily="34" charset="0"/>
                <a:ea typeface="Microsoft YaHei" panose="020B0503020204020204" pitchFamily="34" charset="-122"/>
              </a:defRPr>
            </a:lvl9pPr>
          </a:lstStyle>
          <a:p>
            <a:pPr>
              <a:buFont typeface="Wingdings" panose="05000000000000000000" pitchFamily="2" charset="2"/>
              <a:buChar char="Ø"/>
            </a:pPr>
            <a:r>
              <a:rPr lang="en-US" altLang="en-US" sz="2400" dirty="0">
                <a:solidFill>
                  <a:schemeClr val="tx1"/>
                </a:solidFill>
                <a:latin typeface="Comic Sans MS" panose="030F0702030302020204" pitchFamily="66" charset="0"/>
              </a:rPr>
              <a:t> Intelligence vs Artificial Intelligence</a:t>
            </a:r>
            <a:endParaRPr lang="en-US" altLang="en-US" sz="2400" dirty="0">
              <a:solidFill>
                <a:schemeClr val="tx1"/>
              </a:solidFill>
              <a:latin typeface="Comic Sans MS" panose="030F0702030302020204" pitchFamily="66" charset="0"/>
            </a:endParaRPr>
          </a:p>
          <a:p>
            <a:pPr lvl="1" algn="just">
              <a:buFont typeface="Wingdings" panose="05000000000000000000" pitchFamily="2" charset="2"/>
              <a:buChar char="Ø"/>
            </a:pPr>
            <a:r>
              <a:rPr lang="en-US" altLang="en-US" sz="2000" dirty="0">
                <a:solidFill>
                  <a:schemeClr val="tx1"/>
                </a:solidFill>
                <a:latin typeface="Comic Sans MS" panose="030F0702030302020204" pitchFamily="66" charset="0"/>
              </a:rPr>
              <a:t>Artificial Intelligence tries to create computers that can replicate human behavior and do human-like tasks, whereas Human Intelligence aims to adapt to new surroundings by combining various cognitive processes. </a:t>
            </a:r>
            <a:endParaRPr lang="en-US" altLang="en-US" sz="2000" dirty="0">
              <a:solidFill>
                <a:schemeClr val="tx1"/>
              </a:solidFill>
              <a:latin typeface="Comic Sans MS" panose="030F0702030302020204" pitchFamily="66" charset="0"/>
            </a:endParaRPr>
          </a:p>
          <a:p>
            <a:pPr lvl="1" algn="just">
              <a:buFont typeface="Wingdings" panose="05000000000000000000" pitchFamily="2" charset="2"/>
              <a:buChar char="Ø"/>
            </a:pPr>
            <a:endParaRPr lang="en-US" altLang="en-US" sz="2000" dirty="0">
              <a:solidFill>
                <a:schemeClr val="tx1"/>
              </a:solidFill>
              <a:latin typeface="Comic Sans MS" panose="030F0702030302020204" pitchFamily="66" charset="0"/>
            </a:endParaRPr>
          </a:p>
          <a:p>
            <a:pPr lvl="1" algn="just">
              <a:buFont typeface="Wingdings" panose="05000000000000000000" pitchFamily="2" charset="2"/>
              <a:buChar char="Ø"/>
            </a:pPr>
            <a:r>
              <a:rPr lang="en-US" altLang="en-US" sz="2000" dirty="0">
                <a:solidFill>
                  <a:schemeClr val="tx1"/>
                </a:solidFill>
                <a:latin typeface="Comic Sans MS" panose="030F0702030302020204" pitchFamily="66" charset="0"/>
              </a:rPr>
              <a:t>Machines are digital, whereas the human brain is analogue. </a:t>
            </a:r>
            <a:endParaRPr lang="en-US" altLang="en-US" sz="2000" dirty="0">
              <a:solidFill>
                <a:schemeClr val="tx1"/>
              </a:solidFill>
              <a:latin typeface="Comic Sans MS" panose="030F0702030302020204" pitchFamily="66" charset="0"/>
            </a:endParaRPr>
          </a:p>
          <a:p>
            <a:pPr lvl="1" algn="just">
              <a:buFont typeface="Wingdings" panose="05000000000000000000" pitchFamily="2" charset="2"/>
              <a:buChar char="Ø"/>
            </a:pPr>
            <a:endParaRPr lang="en-US" altLang="en-US" sz="2000" dirty="0">
              <a:solidFill>
                <a:schemeClr val="tx1"/>
              </a:solidFill>
              <a:latin typeface="Comic Sans MS" panose="030F0702030302020204" pitchFamily="66" charset="0"/>
            </a:endParaRPr>
          </a:p>
          <a:p>
            <a:pPr lvl="1" algn="just">
              <a:buFont typeface="Wingdings" panose="05000000000000000000" pitchFamily="2" charset="2"/>
              <a:buChar char="Ø"/>
            </a:pPr>
            <a:r>
              <a:rPr lang="en-US" altLang="en-US" sz="2000" dirty="0">
                <a:solidFill>
                  <a:schemeClr val="tx1"/>
                </a:solidFill>
                <a:latin typeface="Comic Sans MS" panose="030F0702030302020204" pitchFamily="66" charset="0"/>
              </a:rPr>
              <a:t>The brain's computational capacity, memory, and ability to reason are used by humans, but AI-powered computers rely on data and particular instructions provided into the system.</a:t>
            </a:r>
            <a:endParaRPr lang="en-US" altLang="en-US" sz="2000" dirty="0">
              <a:solidFill>
                <a:schemeClr val="tx1"/>
              </a:solidFill>
              <a:latin typeface="Comic Sans MS" panose="030F0702030302020204" pitchFamily="66" charset="0"/>
            </a:endParaRPr>
          </a:p>
        </p:txBody>
      </p:sp>
      <p:sp>
        <p:nvSpPr>
          <p:cNvPr id="4" name="TextBox 2"/>
          <p:cNvSpPr txBox="1">
            <a:spLocks noChangeArrowheads="1"/>
          </p:cNvSpPr>
          <p:nvPr/>
        </p:nvSpPr>
        <p:spPr bwMode="auto">
          <a:xfrm>
            <a:off x="466725" y="7052135"/>
            <a:ext cx="9001124"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285750" indent="-285750">
              <a:defRPr>
                <a:solidFill>
                  <a:schemeClr val="bg1"/>
                </a:solidFill>
                <a:latin typeface="Arial" panose="020B0604020202020204" pitchFamily="34" charset="0"/>
                <a:ea typeface="Microsoft YaHei" panose="020B0503020204020204" pitchFamily="34" charset="-122"/>
              </a:defRPr>
            </a:lvl1pPr>
            <a:lvl2pPr>
              <a:defRPr>
                <a:solidFill>
                  <a:schemeClr val="bg1"/>
                </a:solidFill>
                <a:latin typeface="Arial" panose="020B0604020202020204" pitchFamily="34" charset="0"/>
                <a:ea typeface="Microsoft YaHei" panose="020B0503020204020204" pitchFamily="34" charset="-122"/>
              </a:defRPr>
            </a:lvl2pPr>
            <a:lvl3pPr>
              <a:defRPr>
                <a:solidFill>
                  <a:schemeClr val="bg1"/>
                </a:solidFill>
                <a:latin typeface="Arial" panose="020B0604020202020204" pitchFamily="34" charset="0"/>
                <a:ea typeface="Microsoft YaHei" panose="020B0503020204020204" pitchFamily="34" charset="-122"/>
              </a:defRPr>
            </a:lvl3pPr>
            <a:lvl4pPr>
              <a:defRPr>
                <a:solidFill>
                  <a:schemeClr val="bg1"/>
                </a:solidFill>
                <a:latin typeface="Arial" panose="020B0604020202020204" pitchFamily="34" charset="0"/>
                <a:ea typeface="Microsoft YaHei" panose="020B0503020204020204" pitchFamily="34" charset="-122"/>
              </a:defRPr>
            </a:lvl4pPr>
            <a:lvl5pPr>
              <a:defRPr>
                <a:solidFill>
                  <a:schemeClr val="bg1"/>
                </a:solidFill>
                <a:latin typeface="Arial" panose="020B0604020202020204" pitchFamily="34" charset="0"/>
                <a:ea typeface="Microsoft YaHei" panose="020B0503020204020204" pitchFamily="34" charset="-122"/>
              </a:defRPr>
            </a:lvl5pPr>
            <a:lvl6pPr marL="2514600" indent="-228600" defTabSz="457200" eaLnBrk="0" fontAlgn="base" hangingPunct="0">
              <a:spcBef>
                <a:spcPct val="0"/>
              </a:spcBef>
              <a:spcAft>
                <a:spcPct val="0"/>
              </a:spcAft>
              <a:defRPr>
                <a:solidFill>
                  <a:schemeClr val="bg1"/>
                </a:solidFill>
                <a:latin typeface="Arial" panose="020B0604020202020204" pitchFamily="34" charset="0"/>
                <a:ea typeface="Microsoft YaHei" panose="020B0503020204020204" pitchFamily="34" charset="-122"/>
              </a:defRPr>
            </a:lvl6pPr>
            <a:lvl7pPr marL="2971800" indent="-228600" defTabSz="457200" eaLnBrk="0" fontAlgn="base" hangingPunct="0">
              <a:spcBef>
                <a:spcPct val="0"/>
              </a:spcBef>
              <a:spcAft>
                <a:spcPct val="0"/>
              </a:spcAft>
              <a:defRPr>
                <a:solidFill>
                  <a:schemeClr val="bg1"/>
                </a:solidFill>
                <a:latin typeface="Arial" panose="020B0604020202020204" pitchFamily="34" charset="0"/>
                <a:ea typeface="Microsoft YaHei" panose="020B0503020204020204" pitchFamily="34" charset="-122"/>
              </a:defRPr>
            </a:lvl7pPr>
            <a:lvl8pPr marL="3429000" indent="-228600" defTabSz="457200" eaLnBrk="0" fontAlgn="base" hangingPunct="0">
              <a:spcBef>
                <a:spcPct val="0"/>
              </a:spcBef>
              <a:spcAft>
                <a:spcPct val="0"/>
              </a:spcAft>
              <a:defRPr>
                <a:solidFill>
                  <a:schemeClr val="bg1"/>
                </a:solidFill>
                <a:latin typeface="Arial" panose="020B0604020202020204" pitchFamily="34" charset="0"/>
                <a:ea typeface="Microsoft YaHei" panose="020B0503020204020204" pitchFamily="34" charset="-122"/>
              </a:defRPr>
            </a:lvl8pPr>
            <a:lvl9pPr marL="3886200" indent="-228600" defTabSz="457200" eaLnBrk="0" fontAlgn="base" hangingPunct="0">
              <a:spcBef>
                <a:spcPct val="0"/>
              </a:spcBef>
              <a:spcAft>
                <a:spcPct val="0"/>
              </a:spcAft>
              <a:defRPr>
                <a:solidFill>
                  <a:schemeClr val="bg1"/>
                </a:solidFill>
                <a:latin typeface="Arial" panose="020B0604020202020204" pitchFamily="34" charset="0"/>
                <a:ea typeface="Microsoft YaHei" panose="020B0503020204020204" pitchFamily="34" charset="-122"/>
              </a:defRPr>
            </a:lvl9pPr>
          </a:lstStyle>
          <a:p>
            <a:pPr marL="457200" lvl="1" indent="0" algn="just"/>
            <a:r>
              <a:rPr lang="en-US" altLang="en-US" sz="2000" dirty="0">
                <a:solidFill>
                  <a:schemeClr val="tx1"/>
                </a:solidFill>
                <a:latin typeface="Comic Sans MS" panose="030F0702030302020204" pitchFamily="66" charset="0"/>
              </a:rPr>
              <a:t>Source: https://www.upgrad.com/blog/ai-vs-human-intelligence</a:t>
            </a:r>
            <a:endParaRPr lang="en-US" altLang="en-US" sz="2000" dirty="0">
              <a:solidFill>
                <a:schemeClr val="tx1"/>
              </a:solidFill>
              <a:latin typeface="Comic Sans MS" panose="030F0702030302020204" pitchFamily="66" charset="0"/>
            </a:endParaRPr>
          </a:p>
        </p:txBody>
      </p:sp>
    </p:spTree>
  </p:cSld>
  <p:clrMapOvr>
    <a:masterClrMapping/>
  </p:clrMapOvr>
  <p:transition spd="med"/>
  <p:timing>
    <p:tnLst>
      <p:par>
        <p:cTn id="1" dur="indefinite" restart="never" nodeType="tmRoot"/>
      </p:par>
    </p:tn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6" name="Content Placeholder 5"/>
          <p:cNvPicPr>
            <a:picLocks noChangeAspect="1"/>
          </p:cNvPicPr>
          <p:nvPr>
            <p:ph idx="1"/>
          </p:nvPr>
        </p:nvPicPr>
        <p:blipFill>
          <a:blip r:embed="rId1"/>
          <a:stretch>
            <a:fillRect/>
          </a:stretch>
        </p:blipFill>
        <p:spPr>
          <a:xfrm>
            <a:off x="1001395" y="701675"/>
            <a:ext cx="8406765" cy="6350000"/>
          </a:xfrm>
          <a:prstGeom prst="rect">
            <a:avLst/>
          </a:prstGeom>
        </p:spPr>
      </p:pic>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IN" dirty="0"/>
              <a:t>History of AI</a:t>
            </a:r>
            <a:endParaRPr lang="en-IN" dirty="0"/>
          </a:p>
        </p:txBody>
      </p:sp>
      <p:sp>
        <p:nvSpPr>
          <p:cNvPr id="4" name="Content Placeholder 3"/>
          <p:cNvSpPr>
            <a:spLocks noGrp="1"/>
          </p:cNvSpPr>
          <p:nvPr>
            <p:ph idx="1"/>
          </p:nvPr>
        </p:nvSpPr>
        <p:spPr>
          <a:xfrm>
            <a:off x="503238" y="1331565"/>
            <a:ext cx="9066212" cy="5421660"/>
          </a:xfrm>
        </p:spPr>
        <p:txBody>
          <a:bodyPr/>
          <a:lstStyle/>
          <a:p>
            <a:pPr algn="just"/>
            <a:r>
              <a:rPr lang="en-IN" dirty="0"/>
              <a:t>1941- The initial computer. Even to run a single program, they need to do many connections and it is used to be a complex task to do.</a:t>
            </a:r>
            <a:endParaRPr lang="en-IN" dirty="0"/>
          </a:p>
          <a:p>
            <a:pPr algn="just"/>
            <a:r>
              <a:rPr lang="en-IN" dirty="0"/>
              <a:t>1943- First work recognized by Warren </a:t>
            </a:r>
            <a:r>
              <a:rPr lang="en-IN" dirty="0" err="1"/>
              <a:t>Mcculloch</a:t>
            </a:r>
            <a:r>
              <a:rPr lang="en-IN" dirty="0"/>
              <a:t> and Walter Pits. Proposed a model of AI neuron.</a:t>
            </a:r>
            <a:endParaRPr lang="en-IN" dirty="0"/>
          </a:p>
          <a:p>
            <a:pPr algn="just"/>
            <a:r>
              <a:rPr lang="en-IN" dirty="0"/>
              <a:t>1949-Donald Hebb- update and modify connection strength between neurons called Hebbian learning.</a:t>
            </a:r>
            <a:endParaRPr lang="en-IN" dirty="0"/>
          </a:p>
          <a:p>
            <a:pPr algn="just"/>
            <a:r>
              <a:rPr lang="en-IN" dirty="0"/>
              <a:t>1950- Alan Turing proposed a test “computing machinery and intelligence” test to check machine ability by human intelligence.</a:t>
            </a:r>
            <a:endParaRPr lang="en-IN" dirty="0"/>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History of AI</a:t>
            </a:r>
            <a:endParaRPr lang="en-IN" dirty="0"/>
          </a:p>
        </p:txBody>
      </p:sp>
      <p:sp>
        <p:nvSpPr>
          <p:cNvPr id="3" name="Content Placeholder 2"/>
          <p:cNvSpPr>
            <a:spLocks noGrp="1"/>
          </p:cNvSpPr>
          <p:nvPr>
            <p:ph idx="1"/>
          </p:nvPr>
        </p:nvSpPr>
        <p:spPr>
          <a:xfrm>
            <a:off x="503238" y="1475581"/>
            <a:ext cx="9066212" cy="5277644"/>
          </a:xfrm>
        </p:spPr>
        <p:txBody>
          <a:bodyPr/>
          <a:lstStyle/>
          <a:p>
            <a:pPr algn="just"/>
            <a:r>
              <a:rPr lang="en-IN" dirty="0"/>
              <a:t>1956- Birth of AI Darth Mouth Conference adopt the word Artificial Intelligence by American scientist (John </a:t>
            </a:r>
            <a:r>
              <a:rPr lang="en-IN" dirty="0" err="1"/>
              <a:t>Mccarthy</a:t>
            </a:r>
            <a:r>
              <a:rPr lang="en-IN" dirty="0"/>
              <a:t>)</a:t>
            </a:r>
            <a:endParaRPr lang="en-IN" dirty="0"/>
          </a:p>
          <a:p>
            <a:pPr algn="just"/>
            <a:r>
              <a:rPr lang="en-IN" dirty="0"/>
              <a:t>1966- Joseph </a:t>
            </a:r>
            <a:r>
              <a:rPr lang="en-IN" dirty="0" err="1"/>
              <a:t>Weizen</a:t>
            </a:r>
            <a:r>
              <a:rPr lang="en-IN" dirty="0"/>
              <a:t> Baum- first chatbot Eliza( researchers were developing algorithm which can solve mathematical problems.</a:t>
            </a:r>
            <a:endParaRPr lang="en-IN" dirty="0"/>
          </a:p>
          <a:p>
            <a:pPr algn="just"/>
            <a:r>
              <a:rPr lang="en-IN" dirty="0"/>
              <a:t>1972- First intelligent humanoid robot WABOT-1 made in Japan.</a:t>
            </a:r>
            <a:endParaRPr lang="en-IN" dirty="0"/>
          </a:p>
          <a:p>
            <a:pPr algn="just"/>
            <a:r>
              <a:rPr lang="en-IN" dirty="0"/>
              <a:t>1980- AI come back with Expert system. They are program with decision making abilities. Ex: </a:t>
            </a:r>
            <a:r>
              <a:rPr lang="en-IN" dirty="0" err="1"/>
              <a:t>Mycin</a:t>
            </a:r>
            <a:r>
              <a:rPr lang="en-IN" dirty="0"/>
              <a:t> and </a:t>
            </a:r>
            <a:r>
              <a:rPr lang="en-IN" dirty="0" err="1"/>
              <a:t>Dendral</a:t>
            </a:r>
            <a:r>
              <a:rPr lang="en-IN" dirty="0"/>
              <a:t>.</a:t>
            </a:r>
            <a:endParaRPr lang="en-IN" dirty="0"/>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History of AI</a:t>
            </a:r>
            <a:endParaRPr lang="en-IN" dirty="0"/>
          </a:p>
        </p:txBody>
      </p:sp>
      <p:sp>
        <p:nvSpPr>
          <p:cNvPr id="3" name="Content Placeholder 2"/>
          <p:cNvSpPr>
            <a:spLocks noGrp="1"/>
          </p:cNvSpPr>
          <p:nvPr>
            <p:ph idx="1"/>
          </p:nvPr>
        </p:nvSpPr>
        <p:spPr>
          <a:xfrm>
            <a:off x="503238" y="1475581"/>
            <a:ext cx="9066212" cy="5277644"/>
          </a:xfrm>
        </p:spPr>
        <p:txBody>
          <a:bodyPr/>
          <a:lstStyle/>
          <a:p>
            <a:pPr algn="just"/>
            <a:r>
              <a:rPr lang="en-IN" sz="2400" dirty="0"/>
              <a:t>1997- IBM deep blue beat world chess champion (Gary </a:t>
            </a:r>
            <a:r>
              <a:rPr lang="en-IN" sz="2400" dirty="0" err="1"/>
              <a:t>Kasparow</a:t>
            </a:r>
            <a:r>
              <a:rPr lang="en-IN" sz="2400" dirty="0"/>
              <a:t>)</a:t>
            </a:r>
            <a:endParaRPr lang="en-IN" sz="2400" dirty="0"/>
          </a:p>
          <a:p>
            <a:pPr algn="just"/>
            <a:r>
              <a:rPr lang="en-IN" sz="2400" dirty="0"/>
              <a:t>2002- AI entered in home in the form of Roomba, a vacuum cleaner.</a:t>
            </a:r>
            <a:endParaRPr lang="en-IN" sz="2400" dirty="0"/>
          </a:p>
          <a:p>
            <a:pPr algn="just"/>
            <a:r>
              <a:rPr lang="en-IN" sz="2400" dirty="0"/>
              <a:t>2006-AI in business world, company like </a:t>
            </a:r>
            <a:r>
              <a:rPr lang="en-IN" sz="2400" dirty="0" err="1"/>
              <a:t>facebook</a:t>
            </a:r>
            <a:r>
              <a:rPr lang="en-IN" sz="2400" dirty="0"/>
              <a:t>, twitter etc.</a:t>
            </a:r>
            <a:endParaRPr lang="en-IN" sz="2400" dirty="0"/>
          </a:p>
          <a:p>
            <a:pPr algn="just"/>
            <a:r>
              <a:rPr lang="en-IN" sz="2400" dirty="0"/>
              <a:t>2011-IBM Watson won jeopardy (a quiz show), it can solve complex question and riddles.</a:t>
            </a:r>
            <a:endParaRPr lang="en-IN" sz="2400" dirty="0"/>
          </a:p>
          <a:p>
            <a:pPr algn="just"/>
            <a:r>
              <a:rPr lang="en-IN" sz="2400" dirty="0"/>
              <a:t>2012- Google launched android app “Google now” which can provide information to the user as a prediction</a:t>
            </a:r>
            <a:endParaRPr lang="en-IN" sz="2400" dirty="0"/>
          </a:p>
          <a:p>
            <a:pPr algn="just"/>
            <a:r>
              <a:rPr lang="en-IN" sz="2400" dirty="0"/>
              <a:t>2014-chatbot Eugene </a:t>
            </a:r>
            <a:r>
              <a:rPr lang="en-IN" sz="2400" dirty="0" err="1"/>
              <a:t>Gostman</a:t>
            </a:r>
            <a:r>
              <a:rPr lang="en-IN" sz="2400" dirty="0"/>
              <a:t> won a competition in the </a:t>
            </a:r>
            <a:r>
              <a:rPr lang="en-IN" sz="2400" dirty="0" err="1"/>
              <a:t>turing</a:t>
            </a:r>
            <a:r>
              <a:rPr lang="en-IN" sz="2400" dirty="0"/>
              <a:t> test.</a:t>
            </a:r>
            <a:endParaRPr lang="en-IN" sz="2400" dirty="0"/>
          </a:p>
          <a:p>
            <a:pPr algn="just"/>
            <a:r>
              <a:rPr lang="en-IN" sz="2400" dirty="0"/>
              <a:t>After that with the fifth generation of computers AI came in full swing and many AI based applications were developed like Alexa, Siri and Cortana etc.</a:t>
            </a:r>
            <a:endParaRPr lang="en-IN" sz="2400" dirty="0"/>
          </a:p>
          <a:p>
            <a:pPr algn="just"/>
            <a:endParaRPr lang="en-IN" sz="2800" dirty="0"/>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1"/>
          <p:cNvSpPr>
            <a:spLocks noGrp="1" noChangeArrowheads="1"/>
          </p:cNvSpPr>
          <p:nvPr>
            <p:ph type="title"/>
          </p:nvPr>
        </p:nvSpPr>
        <p:spPr>
          <a:xfrm>
            <a:off x="431800" y="107950"/>
            <a:ext cx="9070975" cy="792163"/>
          </a:xfrm>
        </p:spPr>
        <p:txBody>
          <a:bodyPr tIns="38880"/>
          <a:lstStyle/>
          <a:p>
            <a:pPr eaLnBrk="1">
              <a:buClrTx/>
              <a:buFontTx/>
              <a:buNone/>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r>
              <a:rPr lang="en-US" altLang="en-US" dirty="0">
                <a:latin typeface="Comic Sans MS" panose="030F0702030302020204" pitchFamily="66" charset="0"/>
              </a:rPr>
              <a:t>Foundational Concepts</a:t>
            </a:r>
            <a:endParaRPr lang="en-US" altLang="en-US" dirty="0">
              <a:latin typeface="Comic Sans MS" panose="030F0702030302020204" pitchFamily="66" charset="0"/>
            </a:endParaRPr>
          </a:p>
        </p:txBody>
      </p:sp>
      <p:sp>
        <p:nvSpPr>
          <p:cNvPr id="5123" name="TextBox 2"/>
          <p:cNvSpPr txBox="1">
            <a:spLocks noChangeArrowheads="1"/>
          </p:cNvSpPr>
          <p:nvPr/>
        </p:nvSpPr>
        <p:spPr bwMode="auto">
          <a:xfrm>
            <a:off x="647701" y="900113"/>
            <a:ext cx="9001124"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285750" indent="-285750">
              <a:defRPr>
                <a:solidFill>
                  <a:schemeClr val="bg1"/>
                </a:solidFill>
                <a:latin typeface="Arial" panose="020B0604020202020204" pitchFamily="34" charset="0"/>
                <a:ea typeface="Microsoft YaHei" panose="020B0503020204020204" pitchFamily="34" charset="-122"/>
              </a:defRPr>
            </a:lvl1pPr>
            <a:lvl2pPr>
              <a:defRPr>
                <a:solidFill>
                  <a:schemeClr val="bg1"/>
                </a:solidFill>
                <a:latin typeface="Arial" panose="020B0604020202020204" pitchFamily="34" charset="0"/>
                <a:ea typeface="Microsoft YaHei" panose="020B0503020204020204" pitchFamily="34" charset="-122"/>
              </a:defRPr>
            </a:lvl2pPr>
            <a:lvl3pPr>
              <a:defRPr>
                <a:solidFill>
                  <a:schemeClr val="bg1"/>
                </a:solidFill>
                <a:latin typeface="Arial" panose="020B0604020202020204" pitchFamily="34" charset="0"/>
                <a:ea typeface="Microsoft YaHei" panose="020B0503020204020204" pitchFamily="34" charset="-122"/>
              </a:defRPr>
            </a:lvl3pPr>
            <a:lvl4pPr>
              <a:defRPr>
                <a:solidFill>
                  <a:schemeClr val="bg1"/>
                </a:solidFill>
                <a:latin typeface="Arial" panose="020B0604020202020204" pitchFamily="34" charset="0"/>
                <a:ea typeface="Microsoft YaHei" panose="020B0503020204020204" pitchFamily="34" charset="-122"/>
              </a:defRPr>
            </a:lvl4pPr>
            <a:lvl5pPr>
              <a:defRPr>
                <a:solidFill>
                  <a:schemeClr val="bg1"/>
                </a:solidFill>
                <a:latin typeface="Arial" panose="020B0604020202020204" pitchFamily="34" charset="0"/>
                <a:ea typeface="Microsoft YaHei" panose="020B0503020204020204" pitchFamily="34" charset="-122"/>
              </a:defRPr>
            </a:lvl5pPr>
            <a:lvl6pPr marL="2514600" indent="-228600" defTabSz="457200" eaLnBrk="0" fontAlgn="base" hangingPunct="0">
              <a:spcBef>
                <a:spcPct val="0"/>
              </a:spcBef>
              <a:spcAft>
                <a:spcPct val="0"/>
              </a:spcAft>
              <a:defRPr>
                <a:solidFill>
                  <a:schemeClr val="bg1"/>
                </a:solidFill>
                <a:latin typeface="Arial" panose="020B0604020202020204" pitchFamily="34" charset="0"/>
                <a:ea typeface="Microsoft YaHei" panose="020B0503020204020204" pitchFamily="34" charset="-122"/>
              </a:defRPr>
            </a:lvl6pPr>
            <a:lvl7pPr marL="2971800" indent="-228600" defTabSz="457200" eaLnBrk="0" fontAlgn="base" hangingPunct="0">
              <a:spcBef>
                <a:spcPct val="0"/>
              </a:spcBef>
              <a:spcAft>
                <a:spcPct val="0"/>
              </a:spcAft>
              <a:defRPr>
                <a:solidFill>
                  <a:schemeClr val="bg1"/>
                </a:solidFill>
                <a:latin typeface="Arial" panose="020B0604020202020204" pitchFamily="34" charset="0"/>
                <a:ea typeface="Microsoft YaHei" panose="020B0503020204020204" pitchFamily="34" charset="-122"/>
              </a:defRPr>
            </a:lvl7pPr>
            <a:lvl8pPr marL="3429000" indent="-228600" defTabSz="457200" eaLnBrk="0" fontAlgn="base" hangingPunct="0">
              <a:spcBef>
                <a:spcPct val="0"/>
              </a:spcBef>
              <a:spcAft>
                <a:spcPct val="0"/>
              </a:spcAft>
              <a:defRPr>
                <a:solidFill>
                  <a:schemeClr val="bg1"/>
                </a:solidFill>
                <a:latin typeface="Arial" panose="020B0604020202020204" pitchFamily="34" charset="0"/>
                <a:ea typeface="Microsoft YaHei" panose="020B0503020204020204" pitchFamily="34" charset="-122"/>
              </a:defRPr>
            </a:lvl8pPr>
            <a:lvl9pPr marL="3886200" indent="-228600" defTabSz="457200" eaLnBrk="0" fontAlgn="base" hangingPunct="0">
              <a:spcBef>
                <a:spcPct val="0"/>
              </a:spcBef>
              <a:spcAft>
                <a:spcPct val="0"/>
              </a:spcAft>
              <a:defRPr>
                <a:solidFill>
                  <a:schemeClr val="bg1"/>
                </a:solidFill>
                <a:latin typeface="Arial" panose="020B0604020202020204" pitchFamily="34" charset="0"/>
                <a:ea typeface="Microsoft YaHei" panose="020B0503020204020204" pitchFamily="34" charset="-122"/>
              </a:defRPr>
            </a:lvl9pPr>
          </a:lstStyle>
          <a:p>
            <a:pPr>
              <a:buFont typeface="Wingdings" panose="05000000000000000000" pitchFamily="2" charset="2"/>
              <a:buChar char="Ø"/>
            </a:pPr>
            <a:r>
              <a:rPr lang="en-US" altLang="en-US" sz="2400" dirty="0">
                <a:solidFill>
                  <a:schemeClr val="tx1"/>
                </a:solidFill>
                <a:latin typeface="Comic Sans MS" panose="030F0702030302020204" pitchFamily="66" charset="0"/>
              </a:rPr>
              <a:t> History of Artificial Intelligence</a:t>
            </a:r>
            <a:endParaRPr lang="en-US" altLang="en-US" sz="2400" dirty="0">
              <a:solidFill>
                <a:schemeClr val="tx1"/>
              </a:solidFill>
              <a:latin typeface="Comic Sans MS" panose="030F0702030302020204" pitchFamily="66" charset="0"/>
            </a:endParaRPr>
          </a:p>
        </p:txBody>
      </p:sp>
      <p:sp>
        <p:nvSpPr>
          <p:cNvPr id="4" name="TextBox 2"/>
          <p:cNvSpPr txBox="1">
            <a:spLocks noChangeArrowheads="1"/>
          </p:cNvSpPr>
          <p:nvPr/>
        </p:nvSpPr>
        <p:spPr bwMode="auto">
          <a:xfrm>
            <a:off x="466725" y="7052135"/>
            <a:ext cx="9001124"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285750" indent="-285750">
              <a:defRPr>
                <a:solidFill>
                  <a:schemeClr val="bg1"/>
                </a:solidFill>
                <a:latin typeface="Arial" panose="020B0604020202020204" pitchFamily="34" charset="0"/>
                <a:ea typeface="Microsoft YaHei" panose="020B0503020204020204" pitchFamily="34" charset="-122"/>
              </a:defRPr>
            </a:lvl1pPr>
            <a:lvl2pPr>
              <a:defRPr>
                <a:solidFill>
                  <a:schemeClr val="bg1"/>
                </a:solidFill>
                <a:latin typeface="Arial" panose="020B0604020202020204" pitchFamily="34" charset="0"/>
                <a:ea typeface="Microsoft YaHei" panose="020B0503020204020204" pitchFamily="34" charset="-122"/>
              </a:defRPr>
            </a:lvl2pPr>
            <a:lvl3pPr>
              <a:defRPr>
                <a:solidFill>
                  <a:schemeClr val="bg1"/>
                </a:solidFill>
                <a:latin typeface="Arial" panose="020B0604020202020204" pitchFamily="34" charset="0"/>
                <a:ea typeface="Microsoft YaHei" panose="020B0503020204020204" pitchFamily="34" charset="-122"/>
              </a:defRPr>
            </a:lvl3pPr>
            <a:lvl4pPr>
              <a:defRPr>
                <a:solidFill>
                  <a:schemeClr val="bg1"/>
                </a:solidFill>
                <a:latin typeface="Arial" panose="020B0604020202020204" pitchFamily="34" charset="0"/>
                <a:ea typeface="Microsoft YaHei" panose="020B0503020204020204" pitchFamily="34" charset="-122"/>
              </a:defRPr>
            </a:lvl4pPr>
            <a:lvl5pPr>
              <a:defRPr>
                <a:solidFill>
                  <a:schemeClr val="bg1"/>
                </a:solidFill>
                <a:latin typeface="Arial" panose="020B0604020202020204" pitchFamily="34" charset="0"/>
                <a:ea typeface="Microsoft YaHei" panose="020B0503020204020204" pitchFamily="34" charset="-122"/>
              </a:defRPr>
            </a:lvl5pPr>
            <a:lvl6pPr marL="2514600" indent="-228600" defTabSz="457200" eaLnBrk="0" fontAlgn="base" hangingPunct="0">
              <a:spcBef>
                <a:spcPct val="0"/>
              </a:spcBef>
              <a:spcAft>
                <a:spcPct val="0"/>
              </a:spcAft>
              <a:defRPr>
                <a:solidFill>
                  <a:schemeClr val="bg1"/>
                </a:solidFill>
                <a:latin typeface="Arial" panose="020B0604020202020204" pitchFamily="34" charset="0"/>
                <a:ea typeface="Microsoft YaHei" panose="020B0503020204020204" pitchFamily="34" charset="-122"/>
              </a:defRPr>
            </a:lvl6pPr>
            <a:lvl7pPr marL="2971800" indent="-228600" defTabSz="457200" eaLnBrk="0" fontAlgn="base" hangingPunct="0">
              <a:spcBef>
                <a:spcPct val="0"/>
              </a:spcBef>
              <a:spcAft>
                <a:spcPct val="0"/>
              </a:spcAft>
              <a:defRPr>
                <a:solidFill>
                  <a:schemeClr val="bg1"/>
                </a:solidFill>
                <a:latin typeface="Arial" panose="020B0604020202020204" pitchFamily="34" charset="0"/>
                <a:ea typeface="Microsoft YaHei" panose="020B0503020204020204" pitchFamily="34" charset="-122"/>
              </a:defRPr>
            </a:lvl7pPr>
            <a:lvl8pPr marL="3429000" indent="-228600" defTabSz="457200" eaLnBrk="0" fontAlgn="base" hangingPunct="0">
              <a:spcBef>
                <a:spcPct val="0"/>
              </a:spcBef>
              <a:spcAft>
                <a:spcPct val="0"/>
              </a:spcAft>
              <a:defRPr>
                <a:solidFill>
                  <a:schemeClr val="bg1"/>
                </a:solidFill>
                <a:latin typeface="Arial" panose="020B0604020202020204" pitchFamily="34" charset="0"/>
                <a:ea typeface="Microsoft YaHei" panose="020B0503020204020204" pitchFamily="34" charset="-122"/>
              </a:defRPr>
            </a:lvl8pPr>
            <a:lvl9pPr marL="3886200" indent="-228600" defTabSz="457200" eaLnBrk="0" fontAlgn="base" hangingPunct="0">
              <a:spcBef>
                <a:spcPct val="0"/>
              </a:spcBef>
              <a:spcAft>
                <a:spcPct val="0"/>
              </a:spcAft>
              <a:defRPr>
                <a:solidFill>
                  <a:schemeClr val="bg1"/>
                </a:solidFill>
                <a:latin typeface="Arial" panose="020B0604020202020204" pitchFamily="34" charset="0"/>
                <a:ea typeface="Microsoft YaHei" panose="020B0503020204020204" pitchFamily="34" charset="-122"/>
              </a:defRPr>
            </a:lvl9pPr>
          </a:lstStyle>
          <a:p>
            <a:pPr marL="457200" lvl="1" indent="0" algn="just"/>
            <a:r>
              <a:rPr lang="en-US" altLang="en-US" sz="2000" dirty="0">
                <a:solidFill>
                  <a:schemeClr val="tx1"/>
                </a:solidFill>
                <a:latin typeface="Comic Sans MS" panose="030F0702030302020204" pitchFamily="66" charset="0"/>
              </a:rPr>
              <a:t>Source: AI Curriculum Handbook</a:t>
            </a:r>
            <a:endParaRPr lang="en-US" altLang="en-US" sz="2000" dirty="0">
              <a:solidFill>
                <a:schemeClr val="tx1"/>
              </a:solidFill>
              <a:latin typeface="Comic Sans MS" panose="030F0702030302020204" pitchFamily="66" charset="0"/>
            </a:endParaRPr>
          </a:p>
        </p:txBody>
      </p:sp>
      <p:pic>
        <p:nvPicPr>
          <p:cNvPr id="3" name="Picture 2"/>
          <p:cNvPicPr>
            <a:picLocks noChangeAspect="1"/>
          </p:cNvPicPr>
          <p:nvPr/>
        </p:nvPicPr>
        <p:blipFill>
          <a:blip r:embed="rId1"/>
          <a:stretch>
            <a:fillRect/>
          </a:stretch>
        </p:blipFill>
        <p:spPr>
          <a:xfrm>
            <a:off x="1344080" y="1373967"/>
            <a:ext cx="7152616" cy="5574222"/>
          </a:xfrm>
          <a:prstGeom prst="rect">
            <a:avLst/>
          </a:prstGeom>
        </p:spPr>
      </p:pic>
    </p:spTree>
  </p:cSld>
  <p:clrMapOvr>
    <a:masterClrMapping/>
  </p:clrMapOvr>
  <p:transition spd="med"/>
  <p:timing>
    <p:tnLst>
      <p:par>
        <p:cTn id="1" dur="indefinite" restart="never" nodeType="tmRoot"/>
      </p:par>
    </p:tn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1"/>
          <p:cNvSpPr>
            <a:spLocks noGrp="1" noChangeArrowheads="1"/>
          </p:cNvSpPr>
          <p:nvPr>
            <p:ph type="title"/>
          </p:nvPr>
        </p:nvSpPr>
        <p:spPr>
          <a:xfrm>
            <a:off x="431800" y="107950"/>
            <a:ext cx="9070975" cy="792163"/>
          </a:xfrm>
        </p:spPr>
        <p:txBody>
          <a:bodyPr tIns="38880"/>
          <a:lstStyle/>
          <a:p>
            <a:pPr eaLnBrk="1">
              <a:buClrTx/>
              <a:buFontTx/>
              <a:buNone/>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r>
              <a:rPr lang="en-US" altLang="en-US" dirty="0">
                <a:latin typeface="Comic Sans MS" panose="030F0702030302020204" pitchFamily="66" charset="0"/>
              </a:rPr>
              <a:t>Foundational Concepts</a:t>
            </a:r>
            <a:endParaRPr lang="en-US" altLang="en-US" dirty="0">
              <a:latin typeface="Comic Sans MS" panose="030F0702030302020204" pitchFamily="66" charset="0"/>
            </a:endParaRPr>
          </a:p>
        </p:txBody>
      </p:sp>
      <p:sp>
        <p:nvSpPr>
          <p:cNvPr id="5123" name="TextBox 2"/>
          <p:cNvSpPr txBox="1">
            <a:spLocks noChangeArrowheads="1"/>
          </p:cNvSpPr>
          <p:nvPr/>
        </p:nvSpPr>
        <p:spPr bwMode="auto">
          <a:xfrm>
            <a:off x="647701" y="900113"/>
            <a:ext cx="9001124"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285750" indent="-285750">
              <a:defRPr>
                <a:solidFill>
                  <a:schemeClr val="bg1"/>
                </a:solidFill>
                <a:latin typeface="Arial" panose="020B0604020202020204" pitchFamily="34" charset="0"/>
                <a:ea typeface="Microsoft YaHei" panose="020B0503020204020204" pitchFamily="34" charset="-122"/>
              </a:defRPr>
            </a:lvl1pPr>
            <a:lvl2pPr>
              <a:defRPr>
                <a:solidFill>
                  <a:schemeClr val="bg1"/>
                </a:solidFill>
                <a:latin typeface="Arial" panose="020B0604020202020204" pitchFamily="34" charset="0"/>
                <a:ea typeface="Microsoft YaHei" panose="020B0503020204020204" pitchFamily="34" charset="-122"/>
              </a:defRPr>
            </a:lvl2pPr>
            <a:lvl3pPr>
              <a:defRPr>
                <a:solidFill>
                  <a:schemeClr val="bg1"/>
                </a:solidFill>
                <a:latin typeface="Arial" panose="020B0604020202020204" pitchFamily="34" charset="0"/>
                <a:ea typeface="Microsoft YaHei" panose="020B0503020204020204" pitchFamily="34" charset="-122"/>
              </a:defRPr>
            </a:lvl3pPr>
            <a:lvl4pPr>
              <a:defRPr>
                <a:solidFill>
                  <a:schemeClr val="bg1"/>
                </a:solidFill>
                <a:latin typeface="Arial" panose="020B0604020202020204" pitchFamily="34" charset="0"/>
                <a:ea typeface="Microsoft YaHei" panose="020B0503020204020204" pitchFamily="34" charset="-122"/>
              </a:defRPr>
            </a:lvl4pPr>
            <a:lvl5pPr>
              <a:defRPr>
                <a:solidFill>
                  <a:schemeClr val="bg1"/>
                </a:solidFill>
                <a:latin typeface="Arial" panose="020B0604020202020204" pitchFamily="34" charset="0"/>
                <a:ea typeface="Microsoft YaHei" panose="020B0503020204020204" pitchFamily="34" charset="-122"/>
              </a:defRPr>
            </a:lvl5pPr>
            <a:lvl6pPr marL="2514600" indent="-228600" defTabSz="457200" eaLnBrk="0" fontAlgn="base" hangingPunct="0">
              <a:spcBef>
                <a:spcPct val="0"/>
              </a:spcBef>
              <a:spcAft>
                <a:spcPct val="0"/>
              </a:spcAft>
              <a:defRPr>
                <a:solidFill>
                  <a:schemeClr val="bg1"/>
                </a:solidFill>
                <a:latin typeface="Arial" panose="020B0604020202020204" pitchFamily="34" charset="0"/>
                <a:ea typeface="Microsoft YaHei" panose="020B0503020204020204" pitchFamily="34" charset="-122"/>
              </a:defRPr>
            </a:lvl6pPr>
            <a:lvl7pPr marL="2971800" indent="-228600" defTabSz="457200" eaLnBrk="0" fontAlgn="base" hangingPunct="0">
              <a:spcBef>
                <a:spcPct val="0"/>
              </a:spcBef>
              <a:spcAft>
                <a:spcPct val="0"/>
              </a:spcAft>
              <a:defRPr>
                <a:solidFill>
                  <a:schemeClr val="bg1"/>
                </a:solidFill>
                <a:latin typeface="Arial" panose="020B0604020202020204" pitchFamily="34" charset="0"/>
                <a:ea typeface="Microsoft YaHei" panose="020B0503020204020204" pitchFamily="34" charset="-122"/>
              </a:defRPr>
            </a:lvl7pPr>
            <a:lvl8pPr marL="3429000" indent="-228600" defTabSz="457200" eaLnBrk="0" fontAlgn="base" hangingPunct="0">
              <a:spcBef>
                <a:spcPct val="0"/>
              </a:spcBef>
              <a:spcAft>
                <a:spcPct val="0"/>
              </a:spcAft>
              <a:defRPr>
                <a:solidFill>
                  <a:schemeClr val="bg1"/>
                </a:solidFill>
                <a:latin typeface="Arial" panose="020B0604020202020204" pitchFamily="34" charset="0"/>
                <a:ea typeface="Microsoft YaHei" panose="020B0503020204020204" pitchFamily="34" charset="-122"/>
              </a:defRPr>
            </a:lvl8pPr>
            <a:lvl9pPr marL="3886200" indent="-228600" defTabSz="457200" eaLnBrk="0" fontAlgn="base" hangingPunct="0">
              <a:spcBef>
                <a:spcPct val="0"/>
              </a:spcBef>
              <a:spcAft>
                <a:spcPct val="0"/>
              </a:spcAft>
              <a:defRPr>
                <a:solidFill>
                  <a:schemeClr val="bg1"/>
                </a:solidFill>
                <a:latin typeface="Arial" panose="020B0604020202020204" pitchFamily="34" charset="0"/>
                <a:ea typeface="Microsoft YaHei" panose="020B0503020204020204" pitchFamily="34" charset="-122"/>
              </a:defRPr>
            </a:lvl9pPr>
          </a:lstStyle>
          <a:p>
            <a:pPr>
              <a:buFont typeface="Wingdings" panose="05000000000000000000" pitchFamily="2" charset="2"/>
              <a:buChar char="Ø"/>
            </a:pPr>
            <a:r>
              <a:rPr lang="en-US" altLang="en-US" sz="2400" dirty="0">
                <a:solidFill>
                  <a:schemeClr val="tx1"/>
                </a:solidFill>
                <a:latin typeface="Comic Sans MS" panose="030F0702030302020204" pitchFamily="66" charset="0"/>
              </a:rPr>
              <a:t> History of Artificial Intelligence</a:t>
            </a:r>
            <a:endParaRPr lang="en-US" altLang="en-US" sz="2400" dirty="0">
              <a:solidFill>
                <a:schemeClr val="tx1"/>
              </a:solidFill>
              <a:latin typeface="Comic Sans MS" panose="030F0702030302020204" pitchFamily="66" charset="0"/>
            </a:endParaRPr>
          </a:p>
        </p:txBody>
      </p:sp>
      <p:sp>
        <p:nvSpPr>
          <p:cNvPr id="4" name="TextBox 2"/>
          <p:cNvSpPr txBox="1">
            <a:spLocks noChangeArrowheads="1"/>
          </p:cNvSpPr>
          <p:nvPr/>
        </p:nvSpPr>
        <p:spPr bwMode="auto">
          <a:xfrm>
            <a:off x="466725" y="7052135"/>
            <a:ext cx="9001124"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285750" indent="-285750">
              <a:defRPr>
                <a:solidFill>
                  <a:schemeClr val="bg1"/>
                </a:solidFill>
                <a:latin typeface="Arial" panose="020B0604020202020204" pitchFamily="34" charset="0"/>
                <a:ea typeface="Microsoft YaHei" panose="020B0503020204020204" pitchFamily="34" charset="-122"/>
              </a:defRPr>
            </a:lvl1pPr>
            <a:lvl2pPr>
              <a:defRPr>
                <a:solidFill>
                  <a:schemeClr val="bg1"/>
                </a:solidFill>
                <a:latin typeface="Arial" panose="020B0604020202020204" pitchFamily="34" charset="0"/>
                <a:ea typeface="Microsoft YaHei" panose="020B0503020204020204" pitchFamily="34" charset="-122"/>
              </a:defRPr>
            </a:lvl2pPr>
            <a:lvl3pPr>
              <a:defRPr>
                <a:solidFill>
                  <a:schemeClr val="bg1"/>
                </a:solidFill>
                <a:latin typeface="Arial" panose="020B0604020202020204" pitchFamily="34" charset="0"/>
                <a:ea typeface="Microsoft YaHei" panose="020B0503020204020204" pitchFamily="34" charset="-122"/>
              </a:defRPr>
            </a:lvl3pPr>
            <a:lvl4pPr>
              <a:defRPr>
                <a:solidFill>
                  <a:schemeClr val="bg1"/>
                </a:solidFill>
                <a:latin typeface="Arial" panose="020B0604020202020204" pitchFamily="34" charset="0"/>
                <a:ea typeface="Microsoft YaHei" panose="020B0503020204020204" pitchFamily="34" charset="-122"/>
              </a:defRPr>
            </a:lvl4pPr>
            <a:lvl5pPr>
              <a:defRPr>
                <a:solidFill>
                  <a:schemeClr val="bg1"/>
                </a:solidFill>
                <a:latin typeface="Arial" panose="020B0604020202020204" pitchFamily="34" charset="0"/>
                <a:ea typeface="Microsoft YaHei" panose="020B0503020204020204" pitchFamily="34" charset="-122"/>
              </a:defRPr>
            </a:lvl5pPr>
            <a:lvl6pPr marL="2514600" indent="-228600" defTabSz="457200" eaLnBrk="0" fontAlgn="base" hangingPunct="0">
              <a:spcBef>
                <a:spcPct val="0"/>
              </a:spcBef>
              <a:spcAft>
                <a:spcPct val="0"/>
              </a:spcAft>
              <a:defRPr>
                <a:solidFill>
                  <a:schemeClr val="bg1"/>
                </a:solidFill>
                <a:latin typeface="Arial" panose="020B0604020202020204" pitchFamily="34" charset="0"/>
                <a:ea typeface="Microsoft YaHei" panose="020B0503020204020204" pitchFamily="34" charset="-122"/>
              </a:defRPr>
            </a:lvl6pPr>
            <a:lvl7pPr marL="2971800" indent="-228600" defTabSz="457200" eaLnBrk="0" fontAlgn="base" hangingPunct="0">
              <a:spcBef>
                <a:spcPct val="0"/>
              </a:spcBef>
              <a:spcAft>
                <a:spcPct val="0"/>
              </a:spcAft>
              <a:defRPr>
                <a:solidFill>
                  <a:schemeClr val="bg1"/>
                </a:solidFill>
                <a:latin typeface="Arial" panose="020B0604020202020204" pitchFamily="34" charset="0"/>
                <a:ea typeface="Microsoft YaHei" panose="020B0503020204020204" pitchFamily="34" charset="-122"/>
              </a:defRPr>
            </a:lvl7pPr>
            <a:lvl8pPr marL="3429000" indent="-228600" defTabSz="457200" eaLnBrk="0" fontAlgn="base" hangingPunct="0">
              <a:spcBef>
                <a:spcPct val="0"/>
              </a:spcBef>
              <a:spcAft>
                <a:spcPct val="0"/>
              </a:spcAft>
              <a:defRPr>
                <a:solidFill>
                  <a:schemeClr val="bg1"/>
                </a:solidFill>
                <a:latin typeface="Arial" panose="020B0604020202020204" pitchFamily="34" charset="0"/>
                <a:ea typeface="Microsoft YaHei" panose="020B0503020204020204" pitchFamily="34" charset="-122"/>
              </a:defRPr>
            </a:lvl8pPr>
            <a:lvl9pPr marL="3886200" indent="-228600" defTabSz="457200" eaLnBrk="0" fontAlgn="base" hangingPunct="0">
              <a:spcBef>
                <a:spcPct val="0"/>
              </a:spcBef>
              <a:spcAft>
                <a:spcPct val="0"/>
              </a:spcAft>
              <a:defRPr>
                <a:solidFill>
                  <a:schemeClr val="bg1"/>
                </a:solidFill>
                <a:latin typeface="Arial" panose="020B0604020202020204" pitchFamily="34" charset="0"/>
                <a:ea typeface="Microsoft YaHei" panose="020B0503020204020204" pitchFamily="34" charset="-122"/>
              </a:defRPr>
            </a:lvl9pPr>
          </a:lstStyle>
          <a:p>
            <a:pPr marL="457200" lvl="1" indent="0" algn="just"/>
            <a:r>
              <a:rPr lang="en-US" altLang="en-US" sz="2000" dirty="0">
                <a:solidFill>
                  <a:schemeClr val="tx1"/>
                </a:solidFill>
                <a:latin typeface="Comic Sans MS" panose="030F0702030302020204" pitchFamily="66" charset="0"/>
              </a:rPr>
              <a:t>Source: AI Curriculum Handbook</a:t>
            </a:r>
            <a:endParaRPr lang="en-US" altLang="en-US" sz="2000" dirty="0">
              <a:solidFill>
                <a:schemeClr val="tx1"/>
              </a:solidFill>
              <a:latin typeface="Comic Sans MS" panose="030F0702030302020204" pitchFamily="66" charset="0"/>
            </a:endParaRPr>
          </a:p>
        </p:txBody>
      </p:sp>
      <p:pic>
        <p:nvPicPr>
          <p:cNvPr id="5" name="Picture 4"/>
          <p:cNvPicPr>
            <a:picLocks noChangeAspect="1"/>
          </p:cNvPicPr>
          <p:nvPr/>
        </p:nvPicPr>
        <p:blipFill>
          <a:blip r:embed="rId1"/>
          <a:stretch>
            <a:fillRect/>
          </a:stretch>
        </p:blipFill>
        <p:spPr>
          <a:xfrm>
            <a:off x="1114791" y="1727200"/>
            <a:ext cx="8246001" cy="4991610"/>
          </a:xfrm>
          <a:prstGeom prst="rect">
            <a:avLst/>
          </a:prstGeom>
        </p:spPr>
      </p:pic>
    </p:spTree>
  </p:cSld>
  <p:clrMapOvr>
    <a:masterClrMapping/>
  </p:clrMapOvr>
  <p:transition spd="med"/>
  <p:timing>
    <p:tnLst>
      <p:par>
        <p:cTn id="1" dur="indefinite" restart="never" nodeType="tmRoot"/>
      </p:par>
    </p:tn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Recent AI Based Tools</a:t>
            </a:r>
            <a:endParaRPr lang="en-IN" dirty="0"/>
          </a:p>
        </p:txBody>
      </p:sp>
      <p:sp>
        <p:nvSpPr>
          <p:cNvPr id="3" name="Content Placeholder 2"/>
          <p:cNvSpPr>
            <a:spLocks noGrp="1"/>
          </p:cNvSpPr>
          <p:nvPr>
            <p:ph idx="1"/>
          </p:nvPr>
        </p:nvSpPr>
        <p:spPr/>
        <p:txBody>
          <a:bodyPr/>
          <a:lstStyle/>
          <a:p>
            <a:r>
              <a:rPr lang="en-IN" sz="2000" dirty="0"/>
              <a:t>Solves anything- </a:t>
            </a:r>
            <a:r>
              <a:rPr lang="en-IN" sz="2000" dirty="0" err="1"/>
              <a:t>ChatGPT</a:t>
            </a:r>
            <a:endParaRPr lang="en-IN" sz="2000" dirty="0"/>
          </a:p>
          <a:p>
            <a:r>
              <a:rPr lang="en-IN" sz="2000" dirty="0"/>
              <a:t>Writes anything  Copy.AI</a:t>
            </a:r>
            <a:endParaRPr lang="en-IN" sz="2000" dirty="0"/>
          </a:p>
          <a:p>
            <a:r>
              <a:rPr lang="en-IN" sz="2000" dirty="0"/>
              <a:t>Create art </a:t>
            </a:r>
            <a:r>
              <a:rPr lang="en-IN" sz="2000" dirty="0" err="1"/>
              <a:t>Midjourney</a:t>
            </a:r>
            <a:endParaRPr lang="en-IN" sz="2000" dirty="0"/>
          </a:p>
          <a:p>
            <a:r>
              <a:rPr lang="en-IN" sz="2000" dirty="0"/>
              <a:t>Create ppt- </a:t>
            </a:r>
            <a:r>
              <a:rPr lang="en-IN" sz="2000" dirty="0" err="1"/>
              <a:t>Tome.app</a:t>
            </a:r>
            <a:endParaRPr lang="en-IN" sz="2000" dirty="0"/>
          </a:p>
          <a:p>
            <a:r>
              <a:rPr lang="en-IN" sz="2000" dirty="0"/>
              <a:t>Create music- soundraw.io</a:t>
            </a:r>
            <a:endParaRPr lang="en-IN" sz="2000" dirty="0"/>
          </a:p>
          <a:p>
            <a:r>
              <a:rPr lang="en-IN" sz="2000" dirty="0"/>
              <a:t>Create videos </a:t>
            </a:r>
            <a:r>
              <a:rPr lang="en-IN" sz="2000" dirty="0" err="1"/>
              <a:t>Kaiber</a:t>
            </a:r>
            <a:endParaRPr lang="en-IN" sz="2000" dirty="0"/>
          </a:p>
          <a:p>
            <a:r>
              <a:rPr lang="en-IN" sz="2000" dirty="0"/>
              <a:t>Create 3D GIFs-</a:t>
            </a:r>
            <a:r>
              <a:rPr lang="en-IN" sz="2000" dirty="0" err="1"/>
              <a:t>Leiapix</a:t>
            </a:r>
            <a:r>
              <a:rPr lang="en-IN" sz="2000" dirty="0"/>
              <a:t> converter</a:t>
            </a:r>
            <a:endParaRPr lang="en-IN" sz="2000" dirty="0"/>
          </a:p>
          <a:p>
            <a:r>
              <a:rPr lang="en-IN" sz="2000" dirty="0"/>
              <a:t>Create reels- </a:t>
            </a:r>
            <a:r>
              <a:rPr lang="en-IN" sz="2000" dirty="0" err="1"/>
              <a:t>fliki</a:t>
            </a:r>
            <a:endParaRPr lang="en-IN" sz="2000" dirty="0"/>
          </a:p>
          <a:p>
            <a:r>
              <a:rPr lang="en-IN" sz="2000" dirty="0"/>
              <a:t>Notetaking- Fireflies</a:t>
            </a:r>
            <a:endParaRPr lang="en-IN" sz="2000" dirty="0"/>
          </a:p>
          <a:p>
            <a:r>
              <a:rPr lang="en-IN" sz="2000" dirty="0"/>
              <a:t>Edit videos-Runway</a:t>
            </a:r>
            <a:endParaRPr lang="en-IN" sz="2000" dirty="0"/>
          </a:p>
          <a:p>
            <a:r>
              <a:rPr lang="en-IN" sz="2000" dirty="0"/>
              <a:t>Create avatars-Anime AI</a:t>
            </a:r>
            <a:endParaRPr lang="en-IN" sz="2000" dirty="0"/>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1"/>
          <p:cNvSpPr>
            <a:spLocks noGrp="1" noChangeArrowheads="1"/>
          </p:cNvSpPr>
          <p:nvPr>
            <p:ph type="title"/>
          </p:nvPr>
        </p:nvSpPr>
        <p:spPr>
          <a:xfrm>
            <a:off x="431800" y="107950"/>
            <a:ext cx="9070975" cy="792163"/>
          </a:xfrm>
        </p:spPr>
        <p:txBody>
          <a:bodyPr tIns="38880"/>
          <a:lstStyle/>
          <a:p>
            <a:pPr eaLnBrk="1">
              <a:buClrTx/>
              <a:buFontTx/>
              <a:buNone/>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r>
              <a:rPr lang="en-US" altLang="en-US" dirty="0">
                <a:latin typeface="Comic Sans MS" panose="030F0702030302020204" pitchFamily="66" charset="0"/>
              </a:rPr>
              <a:t>Foundational Concepts</a:t>
            </a:r>
            <a:endParaRPr lang="en-US" altLang="en-US" dirty="0">
              <a:latin typeface="Comic Sans MS" panose="030F0702030302020204" pitchFamily="66" charset="0"/>
            </a:endParaRPr>
          </a:p>
        </p:txBody>
      </p:sp>
      <p:sp>
        <p:nvSpPr>
          <p:cNvPr id="5123" name="TextBox 2"/>
          <p:cNvSpPr txBox="1">
            <a:spLocks noChangeArrowheads="1"/>
          </p:cNvSpPr>
          <p:nvPr/>
        </p:nvSpPr>
        <p:spPr bwMode="auto">
          <a:xfrm>
            <a:off x="647701" y="900113"/>
            <a:ext cx="9001124" cy="8309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285750" indent="-285750">
              <a:defRPr>
                <a:solidFill>
                  <a:schemeClr val="bg1"/>
                </a:solidFill>
                <a:latin typeface="Arial" panose="020B0604020202020204" pitchFamily="34" charset="0"/>
                <a:ea typeface="Microsoft YaHei" panose="020B0503020204020204" pitchFamily="34" charset="-122"/>
              </a:defRPr>
            </a:lvl1pPr>
            <a:lvl2pPr>
              <a:defRPr>
                <a:solidFill>
                  <a:schemeClr val="bg1"/>
                </a:solidFill>
                <a:latin typeface="Arial" panose="020B0604020202020204" pitchFamily="34" charset="0"/>
                <a:ea typeface="Microsoft YaHei" panose="020B0503020204020204" pitchFamily="34" charset="-122"/>
              </a:defRPr>
            </a:lvl2pPr>
            <a:lvl3pPr>
              <a:defRPr>
                <a:solidFill>
                  <a:schemeClr val="bg1"/>
                </a:solidFill>
                <a:latin typeface="Arial" panose="020B0604020202020204" pitchFamily="34" charset="0"/>
                <a:ea typeface="Microsoft YaHei" panose="020B0503020204020204" pitchFamily="34" charset="-122"/>
              </a:defRPr>
            </a:lvl3pPr>
            <a:lvl4pPr>
              <a:defRPr>
                <a:solidFill>
                  <a:schemeClr val="bg1"/>
                </a:solidFill>
                <a:latin typeface="Arial" panose="020B0604020202020204" pitchFamily="34" charset="0"/>
                <a:ea typeface="Microsoft YaHei" panose="020B0503020204020204" pitchFamily="34" charset="-122"/>
              </a:defRPr>
            </a:lvl4pPr>
            <a:lvl5pPr>
              <a:defRPr>
                <a:solidFill>
                  <a:schemeClr val="bg1"/>
                </a:solidFill>
                <a:latin typeface="Arial" panose="020B0604020202020204" pitchFamily="34" charset="0"/>
                <a:ea typeface="Microsoft YaHei" panose="020B0503020204020204" pitchFamily="34" charset="-122"/>
              </a:defRPr>
            </a:lvl5pPr>
            <a:lvl6pPr marL="2514600" indent="-228600" defTabSz="457200" eaLnBrk="0" fontAlgn="base" hangingPunct="0">
              <a:spcBef>
                <a:spcPct val="0"/>
              </a:spcBef>
              <a:spcAft>
                <a:spcPct val="0"/>
              </a:spcAft>
              <a:defRPr>
                <a:solidFill>
                  <a:schemeClr val="bg1"/>
                </a:solidFill>
                <a:latin typeface="Arial" panose="020B0604020202020204" pitchFamily="34" charset="0"/>
                <a:ea typeface="Microsoft YaHei" panose="020B0503020204020204" pitchFamily="34" charset="-122"/>
              </a:defRPr>
            </a:lvl6pPr>
            <a:lvl7pPr marL="2971800" indent="-228600" defTabSz="457200" eaLnBrk="0" fontAlgn="base" hangingPunct="0">
              <a:spcBef>
                <a:spcPct val="0"/>
              </a:spcBef>
              <a:spcAft>
                <a:spcPct val="0"/>
              </a:spcAft>
              <a:defRPr>
                <a:solidFill>
                  <a:schemeClr val="bg1"/>
                </a:solidFill>
                <a:latin typeface="Arial" panose="020B0604020202020204" pitchFamily="34" charset="0"/>
                <a:ea typeface="Microsoft YaHei" panose="020B0503020204020204" pitchFamily="34" charset="-122"/>
              </a:defRPr>
            </a:lvl7pPr>
            <a:lvl8pPr marL="3429000" indent="-228600" defTabSz="457200" eaLnBrk="0" fontAlgn="base" hangingPunct="0">
              <a:spcBef>
                <a:spcPct val="0"/>
              </a:spcBef>
              <a:spcAft>
                <a:spcPct val="0"/>
              </a:spcAft>
              <a:defRPr>
                <a:solidFill>
                  <a:schemeClr val="bg1"/>
                </a:solidFill>
                <a:latin typeface="Arial" panose="020B0604020202020204" pitchFamily="34" charset="0"/>
                <a:ea typeface="Microsoft YaHei" panose="020B0503020204020204" pitchFamily="34" charset="-122"/>
              </a:defRPr>
            </a:lvl8pPr>
            <a:lvl9pPr marL="3886200" indent="-228600" defTabSz="457200" eaLnBrk="0" fontAlgn="base" hangingPunct="0">
              <a:spcBef>
                <a:spcPct val="0"/>
              </a:spcBef>
              <a:spcAft>
                <a:spcPct val="0"/>
              </a:spcAft>
              <a:defRPr>
                <a:solidFill>
                  <a:schemeClr val="bg1"/>
                </a:solidFill>
                <a:latin typeface="Arial" panose="020B0604020202020204" pitchFamily="34" charset="0"/>
                <a:ea typeface="Microsoft YaHei" panose="020B0503020204020204" pitchFamily="34" charset="-122"/>
              </a:defRPr>
            </a:lvl9pPr>
          </a:lstStyle>
          <a:p>
            <a:pPr>
              <a:buFont typeface="Wingdings" panose="05000000000000000000" pitchFamily="2" charset="2"/>
              <a:buChar char="Ø"/>
            </a:pPr>
            <a:r>
              <a:rPr lang="en-US" altLang="en-US" sz="2400" dirty="0">
                <a:solidFill>
                  <a:schemeClr val="tx1"/>
                </a:solidFill>
                <a:latin typeface="Comic Sans MS" panose="030F0702030302020204" pitchFamily="66" charset="0"/>
              </a:rPr>
              <a:t>Data vs Information vs Knowledge</a:t>
            </a:r>
            <a:endParaRPr lang="en-US" altLang="en-US" sz="2400" dirty="0">
              <a:solidFill>
                <a:schemeClr val="tx1"/>
              </a:solidFill>
              <a:latin typeface="Comic Sans MS" panose="030F0702030302020204" pitchFamily="66" charset="0"/>
            </a:endParaRPr>
          </a:p>
          <a:p>
            <a:pPr lvl="1">
              <a:buFont typeface="Wingdings" panose="05000000000000000000" pitchFamily="2" charset="2"/>
              <a:buChar char="Ø"/>
            </a:pPr>
            <a:r>
              <a:rPr lang="en-US" altLang="en-US" sz="2400" dirty="0">
                <a:solidFill>
                  <a:schemeClr val="tx1"/>
                </a:solidFill>
                <a:latin typeface="Comic Sans MS" panose="030F0702030302020204" pitchFamily="66" charset="0"/>
              </a:rPr>
              <a:t>Data</a:t>
            </a:r>
            <a:endParaRPr lang="en-US" altLang="en-US" sz="2400" dirty="0">
              <a:solidFill>
                <a:schemeClr val="tx1"/>
              </a:solidFill>
              <a:latin typeface="Comic Sans MS" panose="030F0702030302020204" pitchFamily="66" charset="0"/>
            </a:endParaRPr>
          </a:p>
        </p:txBody>
      </p:sp>
    </p:spTree>
  </p:cSld>
  <p:clrMapOvr>
    <a:masterClrMapping/>
  </p:clrMapOvr>
  <p:transition spd="med"/>
  <p:timing>
    <p:tnLst>
      <p:par>
        <p:cTn id="1" dur="indefinite" restart="never" nodeType="tmRoot"/>
      </p:par>
    </p:tn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1"/>
          <p:cNvSpPr>
            <a:spLocks noGrp="1" noChangeArrowheads="1"/>
          </p:cNvSpPr>
          <p:nvPr>
            <p:ph type="title"/>
          </p:nvPr>
        </p:nvSpPr>
        <p:spPr>
          <a:xfrm>
            <a:off x="431800" y="107950"/>
            <a:ext cx="9070975" cy="792163"/>
          </a:xfrm>
        </p:spPr>
        <p:txBody>
          <a:bodyPr tIns="38880"/>
          <a:lstStyle/>
          <a:p>
            <a:pPr eaLnBrk="1">
              <a:buClrTx/>
              <a:buFontTx/>
              <a:buNone/>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r>
              <a:rPr lang="en-US" altLang="en-US" dirty="0">
                <a:latin typeface="Comic Sans MS" panose="030F0702030302020204" pitchFamily="66" charset="0"/>
              </a:rPr>
              <a:t>Foundational Concepts</a:t>
            </a:r>
            <a:endParaRPr lang="en-US" altLang="en-US" dirty="0">
              <a:latin typeface="Comic Sans MS" panose="030F0702030302020204" pitchFamily="66" charset="0"/>
            </a:endParaRPr>
          </a:p>
        </p:txBody>
      </p:sp>
      <p:sp>
        <p:nvSpPr>
          <p:cNvPr id="5123" name="TextBox 2"/>
          <p:cNvSpPr txBox="1">
            <a:spLocks noChangeArrowheads="1"/>
          </p:cNvSpPr>
          <p:nvPr/>
        </p:nvSpPr>
        <p:spPr bwMode="auto">
          <a:xfrm>
            <a:off x="647701" y="900113"/>
            <a:ext cx="9001124" cy="19389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285750" indent="-285750">
              <a:defRPr>
                <a:solidFill>
                  <a:schemeClr val="bg1"/>
                </a:solidFill>
                <a:latin typeface="Arial" panose="020B0604020202020204" pitchFamily="34" charset="0"/>
                <a:ea typeface="Microsoft YaHei" panose="020B0503020204020204" pitchFamily="34" charset="-122"/>
              </a:defRPr>
            </a:lvl1pPr>
            <a:lvl2pPr>
              <a:defRPr>
                <a:solidFill>
                  <a:schemeClr val="bg1"/>
                </a:solidFill>
                <a:latin typeface="Arial" panose="020B0604020202020204" pitchFamily="34" charset="0"/>
                <a:ea typeface="Microsoft YaHei" panose="020B0503020204020204" pitchFamily="34" charset="-122"/>
              </a:defRPr>
            </a:lvl2pPr>
            <a:lvl3pPr>
              <a:defRPr>
                <a:solidFill>
                  <a:schemeClr val="bg1"/>
                </a:solidFill>
                <a:latin typeface="Arial" panose="020B0604020202020204" pitchFamily="34" charset="0"/>
                <a:ea typeface="Microsoft YaHei" panose="020B0503020204020204" pitchFamily="34" charset="-122"/>
              </a:defRPr>
            </a:lvl3pPr>
            <a:lvl4pPr>
              <a:defRPr>
                <a:solidFill>
                  <a:schemeClr val="bg1"/>
                </a:solidFill>
                <a:latin typeface="Arial" panose="020B0604020202020204" pitchFamily="34" charset="0"/>
                <a:ea typeface="Microsoft YaHei" panose="020B0503020204020204" pitchFamily="34" charset="-122"/>
              </a:defRPr>
            </a:lvl4pPr>
            <a:lvl5pPr>
              <a:defRPr>
                <a:solidFill>
                  <a:schemeClr val="bg1"/>
                </a:solidFill>
                <a:latin typeface="Arial" panose="020B0604020202020204" pitchFamily="34" charset="0"/>
                <a:ea typeface="Microsoft YaHei" panose="020B0503020204020204" pitchFamily="34" charset="-122"/>
              </a:defRPr>
            </a:lvl5pPr>
            <a:lvl6pPr marL="2514600" indent="-228600" defTabSz="457200" eaLnBrk="0" fontAlgn="base" hangingPunct="0">
              <a:spcBef>
                <a:spcPct val="0"/>
              </a:spcBef>
              <a:spcAft>
                <a:spcPct val="0"/>
              </a:spcAft>
              <a:defRPr>
                <a:solidFill>
                  <a:schemeClr val="bg1"/>
                </a:solidFill>
                <a:latin typeface="Arial" panose="020B0604020202020204" pitchFamily="34" charset="0"/>
                <a:ea typeface="Microsoft YaHei" panose="020B0503020204020204" pitchFamily="34" charset="-122"/>
              </a:defRPr>
            </a:lvl6pPr>
            <a:lvl7pPr marL="2971800" indent="-228600" defTabSz="457200" eaLnBrk="0" fontAlgn="base" hangingPunct="0">
              <a:spcBef>
                <a:spcPct val="0"/>
              </a:spcBef>
              <a:spcAft>
                <a:spcPct val="0"/>
              </a:spcAft>
              <a:defRPr>
                <a:solidFill>
                  <a:schemeClr val="bg1"/>
                </a:solidFill>
                <a:latin typeface="Arial" panose="020B0604020202020204" pitchFamily="34" charset="0"/>
                <a:ea typeface="Microsoft YaHei" panose="020B0503020204020204" pitchFamily="34" charset="-122"/>
              </a:defRPr>
            </a:lvl7pPr>
            <a:lvl8pPr marL="3429000" indent="-228600" defTabSz="457200" eaLnBrk="0" fontAlgn="base" hangingPunct="0">
              <a:spcBef>
                <a:spcPct val="0"/>
              </a:spcBef>
              <a:spcAft>
                <a:spcPct val="0"/>
              </a:spcAft>
              <a:defRPr>
                <a:solidFill>
                  <a:schemeClr val="bg1"/>
                </a:solidFill>
                <a:latin typeface="Arial" panose="020B0604020202020204" pitchFamily="34" charset="0"/>
                <a:ea typeface="Microsoft YaHei" panose="020B0503020204020204" pitchFamily="34" charset="-122"/>
              </a:defRPr>
            </a:lvl8pPr>
            <a:lvl9pPr marL="3886200" indent="-228600" defTabSz="457200" eaLnBrk="0" fontAlgn="base" hangingPunct="0">
              <a:spcBef>
                <a:spcPct val="0"/>
              </a:spcBef>
              <a:spcAft>
                <a:spcPct val="0"/>
              </a:spcAft>
              <a:defRPr>
                <a:solidFill>
                  <a:schemeClr val="bg1"/>
                </a:solidFill>
                <a:latin typeface="Arial" panose="020B0604020202020204" pitchFamily="34" charset="0"/>
                <a:ea typeface="Microsoft YaHei" panose="020B0503020204020204" pitchFamily="34" charset="-122"/>
              </a:defRPr>
            </a:lvl9pPr>
          </a:lstStyle>
          <a:p>
            <a:pPr>
              <a:buFont typeface="Wingdings" panose="05000000000000000000" pitchFamily="2" charset="2"/>
              <a:buChar char="Ø"/>
            </a:pPr>
            <a:r>
              <a:rPr lang="en-US" altLang="en-US" sz="2400" dirty="0">
                <a:solidFill>
                  <a:schemeClr val="tx1"/>
                </a:solidFill>
                <a:latin typeface="Comic Sans MS" panose="030F0702030302020204" pitchFamily="66" charset="0"/>
              </a:rPr>
              <a:t>Data vs Information vs Knowledge</a:t>
            </a:r>
            <a:endParaRPr lang="en-US" altLang="en-US" sz="2400" dirty="0">
              <a:solidFill>
                <a:schemeClr val="tx1"/>
              </a:solidFill>
              <a:latin typeface="Comic Sans MS" panose="030F0702030302020204" pitchFamily="66" charset="0"/>
            </a:endParaRPr>
          </a:p>
          <a:p>
            <a:pPr lvl="1">
              <a:buFont typeface="Wingdings" panose="05000000000000000000" pitchFamily="2" charset="2"/>
              <a:buChar char="Ø"/>
            </a:pPr>
            <a:r>
              <a:rPr lang="en-US" altLang="en-US" sz="2400" dirty="0">
                <a:solidFill>
                  <a:schemeClr val="tx1"/>
                </a:solidFill>
                <a:latin typeface="Comic Sans MS" panose="030F0702030302020204" pitchFamily="66" charset="0"/>
              </a:rPr>
              <a:t>Data</a:t>
            </a:r>
            <a:endParaRPr lang="en-US" altLang="en-US" sz="2400" dirty="0">
              <a:solidFill>
                <a:schemeClr val="tx1"/>
              </a:solidFill>
              <a:latin typeface="Comic Sans MS" panose="030F0702030302020204" pitchFamily="66" charset="0"/>
            </a:endParaRPr>
          </a:p>
          <a:p>
            <a:pPr lvl="2">
              <a:buFont typeface="Wingdings" panose="05000000000000000000" pitchFamily="2" charset="2"/>
              <a:buChar char="Ø"/>
            </a:pPr>
            <a:r>
              <a:rPr lang="en-US" altLang="en-US" sz="2400" dirty="0">
                <a:solidFill>
                  <a:schemeClr val="tx1"/>
                </a:solidFill>
                <a:latin typeface="Comic Sans MS" panose="030F0702030302020204" pitchFamily="66" charset="0"/>
              </a:rPr>
              <a:t> Raw facts</a:t>
            </a:r>
            <a:endParaRPr lang="en-US" altLang="en-US" sz="2400" dirty="0">
              <a:solidFill>
                <a:schemeClr val="tx1"/>
              </a:solidFill>
              <a:latin typeface="Comic Sans MS" panose="030F0702030302020204" pitchFamily="66" charset="0"/>
            </a:endParaRPr>
          </a:p>
          <a:p>
            <a:pPr lvl="2">
              <a:buFont typeface="Wingdings" panose="05000000000000000000" pitchFamily="2" charset="2"/>
              <a:buChar char="Ø"/>
            </a:pPr>
            <a:r>
              <a:rPr lang="en-US" altLang="en-US" sz="2400" dirty="0">
                <a:solidFill>
                  <a:schemeClr val="tx1"/>
                </a:solidFill>
                <a:latin typeface="Comic Sans MS" panose="030F0702030302020204" pitchFamily="66" charset="0"/>
              </a:rPr>
              <a:t> Structured or unstructured</a:t>
            </a:r>
            <a:endParaRPr lang="en-US" altLang="en-US" sz="2400" dirty="0">
              <a:solidFill>
                <a:schemeClr val="tx1"/>
              </a:solidFill>
              <a:latin typeface="Comic Sans MS" panose="030F0702030302020204" pitchFamily="66" charset="0"/>
            </a:endParaRPr>
          </a:p>
          <a:p>
            <a:pPr lvl="2">
              <a:buFont typeface="Wingdings" panose="05000000000000000000" pitchFamily="2" charset="2"/>
              <a:buChar char="Ø"/>
            </a:pPr>
            <a:r>
              <a:rPr lang="en-US" altLang="en-US" sz="2400" dirty="0">
                <a:solidFill>
                  <a:schemeClr val="tx1"/>
                </a:solidFill>
                <a:latin typeface="Comic Sans MS" panose="030F0702030302020204" pitchFamily="66" charset="0"/>
              </a:rPr>
              <a:t> Example: It is raining</a:t>
            </a:r>
            <a:endParaRPr lang="en-US" altLang="en-US" sz="2400" dirty="0">
              <a:solidFill>
                <a:schemeClr val="tx1"/>
              </a:solidFill>
              <a:latin typeface="Comic Sans MS" panose="030F0702030302020204" pitchFamily="66" charset="0"/>
            </a:endParaRPr>
          </a:p>
        </p:txBody>
      </p:sp>
    </p:spTree>
  </p:cSld>
  <p:clrMapOvr>
    <a:masterClrMapping/>
  </p:clrMapOvr>
  <p:transition spd="med"/>
  <p:timing>
    <p:tnLst>
      <p:par>
        <p:cTn id="1" dur="indefinite" restart="never" nodeType="tmRoot"/>
      </p:par>
    </p:tn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1"/>
          <p:cNvSpPr>
            <a:spLocks noGrp="1" noChangeArrowheads="1"/>
          </p:cNvSpPr>
          <p:nvPr>
            <p:ph type="title"/>
          </p:nvPr>
        </p:nvSpPr>
        <p:spPr>
          <a:xfrm>
            <a:off x="431800" y="107950"/>
            <a:ext cx="9070975" cy="792163"/>
          </a:xfrm>
        </p:spPr>
        <p:txBody>
          <a:bodyPr tIns="38880"/>
          <a:lstStyle/>
          <a:p>
            <a:pPr eaLnBrk="1">
              <a:buClrTx/>
              <a:buFontTx/>
              <a:buNone/>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r>
              <a:rPr lang="en-US" altLang="en-US" dirty="0">
                <a:latin typeface="Comic Sans MS" panose="030F0702030302020204" pitchFamily="66" charset="0"/>
              </a:rPr>
              <a:t>Foundational Concepts</a:t>
            </a:r>
            <a:endParaRPr lang="en-US" altLang="en-US" dirty="0">
              <a:latin typeface="Comic Sans MS" panose="030F0702030302020204" pitchFamily="66" charset="0"/>
            </a:endParaRPr>
          </a:p>
        </p:txBody>
      </p:sp>
      <p:sp>
        <p:nvSpPr>
          <p:cNvPr id="5123" name="TextBox 2"/>
          <p:cNvSpPr txBox="1">
            <a:spLocks noChangeArrowheads="1"/>
          </p:cNvSpPr>
          <p:nvPr/>
        </p:nvSpPr>
        <p:spPr bwMode="auto">
          <a:xfrm>
            <a:off x="647701" y="900113"/>
            <a:ext cx="9001124" cy="8309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285750" indent="-285750">
              <a:defRPr>
                <a:solidFill>
                  <a:schemeClr val="bg1"/>
                </a:solidFill>
                <a:latin typeface="Arial" panose="020B0604020202020204" pitchFamily="34" charset="0"/>
                <a:ea typeface="Microsoft YaHei" panose="020B0503020204020204" pitchFamily="34" charset="-122"/>
              </a:defRPr>
            </a:lvl1pPr>
            <a:lvl2pPr>
              <a:defRPr>
                <a:solidFill>
                  <a:schemeClr val="bg1"/>
                </a:solidFill>
                <a:latin typeface="Arial" panose="020B0604020202020204" pitchFamily="34" charset="0"/>
                <a:ea typeface="Microsoft YaHei" panose="020B0503020204020204" pitchFamily="34" charset="-122"/>
              </a:defRPr>
            </a:lvl2pPr>
            <a:lvl3pPr>
              <a:defRPr>
                <a:solidFill>
                  <a:schemeClr val="bg1"/>
                </a:solidFill>
                <a:latin typeface="Arial" panose="020B0604020202020204" pitchFamily="34" charset="0"/>
                <a:ea typeface="Microsoft YaHei" panose="020B0503020204020204" pitchFamily="34" charset="-122"/>
              </a:defRPr>
            </a:lvl3pPr>
            <a:lvl4pPr>
              <a:defRPr>
                <a:solidFill>
                  <a:schemeClr val="bg1"/>
                </a:solidFill>
                <a:latin typeface="Arial" panose="020B0604020202020204" pitchFamily="34" charset="0"/>
                <a:ea typeface="Microsoft YaHei" panose="020B0503020204020204" pitchFamily="34" charset="-122"/>
              </a:defRPr>
            </a:lvl4pPr>
            <a:lvl5pPr>
              <a:defRPr>
                <a:solidFill>
                  <a:schemeClr val="bg1"/>
                </a:solidFill>
                <a:latin typeface="Arial" panose="020B0604020202020204" pitchFamily="34" charset="0"/>
                <a:ea typeface="Microsoft YaHei" panose="020B0503020204020204" pitchFamily="34" charset="-122"/>
              </a:defRPr>
            </a:lvl5pPr>
            <a:lvl6pPr marL="2514600" indent="-228600" defTabSz="457200" eaLnBrk="0" fontAlgn="base" hangingPunct="0">
              <a:spcBef>
                <a:spcPct val="0"/>
              </a:spcBef>
              <a:spcAft>
                <a:spcPct val="0"/>
              </a:spcAft>
              <a:defRPr>
                <a:solidFill>
                  <a:schemeClr val="bg1"/>
                </a:solidFill>
                <a:latin typeface="Arial" panose="020B0604020202020204" pitchFamily="34" charset="0"/>
                <a:ea typeface="Microsoft YaHei" panose="020B0503020204020204" pitchFamily="34" charset="-122"/>
              </a:defRPr>
            </a:lvl6pPr>
            <a:lvl7pPr marL="2971800" indent="-228600" defTabSz="457200" eaLnBrk="0" fontAlgn="base" hangingPunct="0">
              <a:spcBef>
                <a:spcPct val="0"/>
              </a:spcBef>
              <a:spcAft>
                <a:spcPct val="0"/>
              </a:spcAft>
              <a:defRPr>
                <a:solidFill>
                  <a:schemeClr val="bg1"/>
                </a:solidFill>
                <a:latin typeface="Arial" panose="020B0604020202020204" pitchFamily="34" charset="0"/>
                <a:ea typeface="Microsoft YaHei" panose="020B0503020204020204" pitchFamily="34" charset="-122"/>
              </a:defRPr>
            </a:lvl7pPr>
            <a:lvl8pPr marL="3429000" indent="-228600" defTabSz="457200" eaLnBrk="0" fontAlgn="base" hangingPunct="0">
              <a:spcBef>
                <a:spcPct val="0"/>
              </a:spcBef>
              <a:spcAft>
                <a:spcPct val="0"/>
              </a:spcAft>
              <a:defRPr>
                <a:solidFill>
                  <a:schemeClr val="bg1"/>
                </a:solidFill>
                <a:latin typeface="Arial" panose="020B0604020202020204" pitchFamily="34" charset="0"/>
                <a:ea typeface="Microsoft YaHei" panose="020B0503020204020204" pitchFamily="34" charset="-122"/>
              </a:defRPr>
            </a:lvl8pPr>
            <a:lvl9pPr marL="3886200" indent="-228600" defTabSz="457200" eaLnBrk="0" fontAlgn="base" hangingPunct="0">
              <a:spcBef>
                <a:spcPct val="0"/>
              </a:spcBef>
              <a:spcAft>
                <a:spcPct val="0"/>
              </a:spcAft>
              <a:defRPr>
                <a:solidFill>
                  <a:schemeClr val="bg1"/>
                </a:solidFill>
                <a:latin typeface="Arial" panose="020B0604020202020204" pitchFamily="34" charset="0"/>
                <a:ea typeface="Microsoft YaHei" panose="020B0503020204020204" pitchFamily="34" charset="-122"/>
              </a:defRPr>
            </a:lvl9pPr>
          </a:lstStyle>
          <a:p>
            <a:pPr>
              <a:buFont typeface="Wingdings" panose="05000000000000000000" pitchFamily="2" charset="2"/>
              <a:buChar char="Ø"/>
            </a:pPr>
            <a:r>
              <a:rPr lang="en-US" altLang="en-US" sz="2400" dirty="0">
                <a:solidFill>
                  <a:schemeClr val="tx1"/>
                </a:solidFill>
                <a:latin typeface="Comic Sans MS" panose="030F0702030302020204" pitchFamily="66" charset="0"/>
              </a:rPr>
              <a:t>Data vs Information vs Knowledge</a:t>
            </a:r>
            <a:endParaRPr lang="en-US" altLang="en-US" sz="2400" dirty="0">
              <a:solidFill>
                <a:schemeClr val="tx1"/>
              </a:solidFill>
              <a:latin typeface="Comic Sans MS" panose="030F0702030302020204" pitchFamily="66" charset="0"/>
            </a:endParaRPr>
          </a:p>
          <a:p>
            <a:pPr lvl="1">
              <a:buFont typeface="Wingdings" panose="05000000000000000000" pitchFamily="2" charset="2"/>
              <a:buChar char="Ø"/>
            </a:pPr>
            <a:r>
              <a:rPr lang="en-US" altLang="en-US" sz="2400" dirty="0">
                <a:solidFill>
                  <a:schemeClr val="tx1"/>
                </a:solidFill>
                <a:latin typeface="Comic Sans MS" panose="030F0702030302020204" pitchFamily="66" charset="0"/>
              </a:rPr>
              <a:t>Information</a:t>
            </a:r>
            <a:endParaRPr lang="en-US" altLang="en-US" sz="2400" dirty="0">
              <a:solidFill>
                <a:schemeClr val="tx1"/>
              </a:solidFill>
              <a:latin typeface="Comic Sans MS" panose="030F0702030302020204" pitchFamily="66" charset="0"/>
            </a:endParaRPr>
          </a:p>
        </p:txBody>
      </p:sp>
    </p:spTree>
  </p:cSld>
  <p:clrMapOvr>
    <a:masterClrMapping/>
  </p:clrMapOvr>
  <p:transition spd="med"/>
  <p:timing>
    <p:tnLst>
      <p:par>
        <p:cTn id="1" dur="indefinite" restart="never" nodeType="tmRoot"/>
      </p:par>
    </p:tn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1"/>
          <p:cNvSpPr>
            <a:spLocks noGrp="1" noChangeArrowheads="1"/>
          </p:cNvSpPr>
          <p:nvPr>
            <p:ph type="title"/>
          </p:nvPr>
        </p:nvSpPr>
        <p:spPr>
          <a:xfrm>
            <a:off x="431800" y="107950"/>
            <a:ext cx="9070975" cy="792163"/>
          </a:xfrm>
        </p:spPr>
        <p:txBody>
          <a:bodyPr tIns="38880"/>
          <a:lstStyle/>
          <a:p>
            <a:pPr eaLnBrk="1">
              <a:buClrTx/>
              <a:buFontTx/>
              <a:buNone/>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r>
              <a:rPr lang="en-US" altLang="en-US" dirty="0">
                <a:latin typeface="Comic Sans MS" panose="030F0702030302020204" pitchFamily="66" charset="0"/>
              </a:rPr>
              <a:t>Foundational Concepts</a:t>
            </a:r>
            <a:endParaRPr lang="en-US" altLang="en-US" dirty="0">
              <a:latin typeface="Comic Sans MS" panose="030F0702030302020204" pitchFamily="66" charset="0"/>
            </a:endParaRPr>
          </a:p>
        </p:txBody>
      </p:sp>
      <p:sp>
        <p:nvSpPr>
          <p:cNvPr id="5123" name="TextBox 2"/>
          <p:cNvSpPr txBox="1">
            <a:spLocks noChangeArrowheads="1"/>
          </p:cNvSpPr>
          <p:nvPr/>
        </p:nvSpPr>
        <p:spPr bwMode="auto">
          <a:xfrm>
            <a:off x="647701" y="900113"/>
            <a:ext cx="9001124" cy="26776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285750" indent="-285750">
              <a:defRPr>
                <a:solidFill>
                  <a:schemeClr val="bg1"/>
                </a:solidFill>
                <a:latin typeface="Arial" panose="020B0604020202020204" pitchFamily="34" charset="0"/>
                <a:ea typeface="Microsoft YaHei" panose="020B0503020204020204" pitchFamily="34" charset="-122"/>
              </a:defRPr>
            </a:lvl1pPr>
            <a:lvl2pPr>
              <a:defRPr>
                <a:solidFill>
                  <a:schemeClr val="bg1"/>
                </a:solidFill>
                <a:latin typeface="Arial" panose="020B0604020202020204" pitchFamily="34" charset="0"/>
                <a:ea typeface="Microsoft YaHei" panose="020B0503020204020204" pitchFamily="34" charset="-122"/>
              </a:defRPr>
            </a:lvl2pPr>
            <a:lvl3pPr>
              <a:defRPr>
                <a:solidFill>
                  <a:schemeClr val="bg1"/>
                </a:solidFill>
                <a:latin typeface="Arial" panose="020B0604020202020204" pitchFamily="34" charset="0"/>
                <a:ea typeface="Microsoft YaHei" panose="020B0503020204020204" pitchFamily="34" charset="-122"/>
              </a:defRPr>
            </a:lvl3pPr>
            <a:lvl4pPr>
              <a:defRPr>
                <a:solidFill>
                  <a:schemeClr val="bg1"/>
                </a:solidFill>
                <a:latin typeface="Arial" panose="020B0604020202020204" pitchFamily="34" charset="0"/>
                <a:ea typeface="Microsoft YaHei" panose="020B0503020204020204" pitchFamily="34" charset="-122"/>
              </a:defRPr>
            </a:lvl4pPr>
            <a:lvl5pPr>
              <a:defRPr>
                <a:solidFill>
                  <a:schemeClr val="bg1"/>
                </a:solidFill>
                <a:latin typeface="Arial" panose="020B0604020202020204" pitchFamily="34" charset="0"/>
                <a:ea typeface="Microsoft YaHei" panose="020B0503020204020204" pitchFamily="34" charset="-122"/>
              </a:defRPr>
            </a:lvl5pPr>
            <a:lvl6pPr marL="2514600" indent="-228600" defTabSz="457200" eaLnBrk="0" fontAlgn="base" hangingPunct="0">
              <a:spcBef>
                <a:spcPct val="0"/>
              </a:spcBef>
              <a:spcAft>
                <a:spcPct val="0"/>
              </a:spcAft>
              <a:defRPr>
                <a:solidFill>
                  <a:schemeClr val="bg1"/>
                </a:solidFill>
                <a:latin typeface="Arial" panose="020B0604020202020204" pitchFamily="34" charset="0"/>
                <a:ea typeface="Microsoft YaHei" panose="020B0503020204020204" pitchFamily="34" charset="-122"/>
              </a:defRPr>
            </a:lvl6pPr>
            <a:lvl7pPr marL="2971800" indent="-228600" defTabSz="457200" eaLnBrk="0" fontAlgn="base" hangingPunct="0">
              <a:spcBef>
                <a:spcPct val="0"/>
              </a:spcBef>
              <a:spcAft>
                <a:spcPct val="0"/>
              </a:spcAft>
              <a:defRPr>
                <a:solidFill>
                  <a:schemeClr val="bg1"/>
                </a:solidFill>
                <a:latin typeface="Arial" panose="020B0604020202020204" pitchFamily="34" charset="0"/>
                <a:ea typeface="Microsoft YaHei" panose="020B0503020204020204" pitchFamily="34" charset="-122"/>
              </a:defRPr>
            </a:lvl7pPr>
            <a:lvl8pPr marL="3429000" indent="-228600" defTabSz="457200" eaLnBrk="0" fontAlgn="base" hangingPunct="0">
              <a:spcBef>
                <a:spcPct val="0"/>
              </a:spcBef>
              <a:spcAft>
                <a:spcPct val="0"/>
              </a:spcAft>
              <a:defRPr>
                <a:solidFill>
                  <a:schemeClr val="bg1"/>
                </a:solidFill>
                <a:latin typeface="Arial" panose="020B0604020202020204" pitchFamily="34" charset="0"/>
                <a:ea typeface="Microsoft YaHei" panose="020B0503020204020204" pitchFamily="34" charset="-122"/>
              </a:defRPr>
            </a:lvl8pPr>
            <a:lvl9pPr marL="3886200" indent="-228600" defTabSz="457200" eaLnBrk="0" fontAlgn="base" hangingPunct="0">
              <a:spcBef>
                <a:spcPct val="0"/>
              </a:spcBef>
              <a:spcAft>
                <a:spcPct val="0"/>
              </a:spcAft>
              <a:defRPr>
                <a:solidFill>
                  <a:schemeClr val="bg1"/>
                </a:solidFill>
                <a:latin typeface="Arial" panose="020B0604020202020204" pitchFamily="34" charset="0"/>
                <a:ea typeface="Microsoft YaHei" panose="020B0503020204020204" pitchFamily="34" charset="-122"/>
              </a:defRPr>
            </a:lvl9pPr>
          </a:lstStyle>
          <a:p>
            <a:pPr>
              <a:buFont typeface="Wingdings" panose="05000000000000000000" pitchFamily="2" charset="2"/>
              <a:buChar char="Ø"/>
            </a:pPr>
            <a:r>
              <a:rPr lang="en-US" altLang="en-US" sz="2400" dirty="0">
                <a:solidFill>
                  <a:schemeClr val="tx1"/>
                </a:solidFill>
                <a:latin typeface="Comic Sans MS" panose="030F0702030302020204" pitchFamily="66" charset="0"/>
              </a:rPr>
              <a:t>Data vs Information vs Knowledge</a:t>
            </a:r>
            <a:endParaRPr lang="en-US" altLang="en-US" sz="2400" dirty="0">
              <a:solidFill>
                <a:schemeClr val="tx1"/>
              </a:solidFill>
              <a:latin typeface="Comic Sans MS" panose="030F0702030302020204" pitchFamily="66" charset="0"/>
            </a:endParaRPr>
          </a:p>
          <a:p>
            <a:pPr lvl="1">
              <a:buFont typeface="Wingdings" panose="05000000000000000000" pitchFamily="2" charset="2"/>
              <a:buChar char="Ø"/>
            </a:pPr>
            <a:r>
              <a:rPr lang="en-US" altLang="en-US" sz="2400" dirty="0">
                <a:solidFill>
                  <a:schemeClr val="tx1"/>
                </a:solidFill>
                <a:latin typeface="Comic Sans MS" panose="030F0702030302020204" pitchFamily="66" charset="0"/>
              </a:rPr>
              <a:t>Information</a:t>
            </a:r>
            <a:endParaRPr lang="en-US" altLang="en-US" sz="2400" dirty="0">
              <a:solidFill>
                <a:schemeClr val="tx1"/>
              </a:solidFill>
              <a:latin typeface="Comic Sans MS" panose="030F0702030302020204" pitchFamily="66" charset="0"/>
            </a:endParaRPr>
          </a:p>
          <a:p>
            <a:pPr lvl="2" algn="just">
              <a:buFont typeface="Wingdings" panose="05000000000000000000" pitchFamily="2" charset="2"/>
              <a:buChar char="Ø"/>
            </a:pPr>
            <a:r>
              <a:rPr lang="en-US" altLang="en-US" sz="2400" dirty="0">
                <a:solidFill>
                  <a:schemeClr val="tx1"/>
                </a:solidFill>
                <a:latin typeface="Comic Sans MS" panose="030F0702030302020204" pitchFamily="66" charset="0"/>
              </a:rPr>
              <a:t> When we establish relationship between data, they become information</a:t>
            </a:r>
            <a:endParaRPr lang="en-US" altLang="en-US" sz="2400" dirty="0">
              <a:solidFill>
                <a:schemeClr val="tx1"/>
              </a:solidFill>
              <a:latin typeface="Comic Sans MS" panose="030F0702030302020204" pitchFamily="66" charset="0"/>
            </a:endParaRPr>
          </a:p>
          <a:p>
            <a:pPr lvl="2" algn="just">
              <a:buFont typeface="Wingdings" panose="05000000000000000000" pitchFamily="2" charset="2"/>
              <a:buChar char="Ø"/>
            </a:pPr>
            <a:r>
              <a:rPr lang="en-US" altLang="en-US" sz="2400" dirty="0">
                <a:solidFill>
                  <a:schemeClr val="tx1"/>
                </a:solidFill>
                <a:latin typeface="Comic Sans MS" panose="030F0702030302020204" pitchFamily="66" charset="0"/>
              </a:rPr>
              <a:t> Example: When humidity went high, it started raining.</a:t>
            </a:r>
            <a:endParaRPr lang="en-US" altLang="en-US" sz="2400" dirty="0">
              <a:solidFill>
                <a:schemeClr val="tx1"/>
              </a:solidFill>
              <a:latin typeface="Comic Sans MS" panose="030F0702030302020204" pitchFamily="66" charset="0"/>
            </a:endParaRPr>
          </a:p>
          <a:p>
            <a:pPr lvl="1">
              <a:buFont typeface="Wingdings" panose="05000000000000000000" pitchFamily="2" charset="2"/>
              <a:buChar char="Ø"/>
            </a:pPr>
            <a:endParaRPr lang="en-US" altLang="en-US" sz="2400" dirty="0">
              <a:solidFill>
                <a:schemeClr val="tx1"/>
              </a:solidFill>
              <a:latin typeface="Comic Sans MS" panose="030F0702030302020204" pitchFamily="66" charset="0"/>
            </a:endParaRPr>
          </a:p>
        </p:txBody>
      </p:sp>
    </p:spTree>
  </p:cSld>
  <p:clrMapOvr>
    <a:masterClrMapping/>
  </p:clrMapOvr>
  <p:transition spd="med"/>
  <p:timing>
    <p:tnLst>
      <p:par>
        <p:cTn id="1" dur="indefinite" restart="never" nodeType="tmRoot"/>
      </p:par>
    </p:tn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1"/>
          <p:cNvSpPr>
            <a:spLocks noGrp="1" noChangeArrowheads="1"/>
          </p:cNvSpPr>
          <p:nvPr>
            <p:ph type="title"/>
          </p:nvPr>
        </p:nvSpPr>
        <p:spPr>
          <a:xfrm>
            <a:off x="431800" y="107950"/>
            <a:ext cx="9070975" cy="792163"/>
          </a:xfrm>
        </p:spPr>
        <p:txBody>
          <a:bodyPr tIns="38880"/>
          <a:lstStyle/>
          <a:p>
            <a:pPr eaLnBrk="1">
              <a:buClrTx/>
              <a:buFontTx/>
              <a:buNone/>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r>
              <a:rPr lang="en-US" altLang="en-US" dirty="0">
                <a:latin typeface="Comic Sans MS" panose="030F0702030302020204" pitchFamily="66" charset="0"/>
              </a:rPr>
              <a:t>Foundational Concepts</a:t>
            </a:r>
            <a:endParaRPr lang="en-US" altLang="en-US" dirty="0">
              <a:latin typeface="Comic Sans MS" panose="030F0702030302020204" pitchFamily="66" charset="0"/>
            </a:endParaRPr>
          </a:p>
        </p:txBody>
      </p:sp>
      <p:sp>
        <p:nvSpPr>
          <p:cNvPr id="5123" name="TextBox 2"/>
          <p:cNvSpPr txBox="1">
            <a:spLocks noChangeArrowheads="1"/>
          </p:cNvSpPr>
          <p:nvPr/>
        </p:nvSpPr>
        <p:spPr bwMode="auto">
          <a:xfrm>
            <a:off x="647701" y="900113"/>
            <a:ext cx="9001124" cy="8309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285750" indent="-285750">
              <a:defRPr>
                <a:solidFill>
                  <a:schemeClr val="bg1"/>
                </a:solidFill>
                <a:latin typeface="Arial" panose="020B0604020202020204" pitchFamily="34" charset="0"/>
                <a:ea typeface="Microsoft YaHei" panose="020B0503020204020204" pitchFamily="34" charset="-122"/>
              </a:defRPr>
            </a:lvl1pPr>
            <a:lvl2pPr>
              <a:defRPr>
                <a:solidFill>
                  <a:schemeClr val="bg1"/>
                </a:solidFill>
                <a:latin typeface="Arial" panose="020B0604020202020204" pitchFamily="34" charset="0"/>
                <a:ea typeface="Microsoft YaHei" panose="020B0503020204020204" pitchFamily="34" charset="-122"/>
              </a:defRPr>
            </a:lvl2pPr>
            <a:lvl3pPr>
              <a:defRPr>
                <a:solidFill>
                  <a:schemeClr val="bg1"/>
                </a:solidFill>
                <a:latin typeface="Arial" panose="020B0604020202020204" pitchFamily="34" charset="0"/>
                <a:ea typeface="Microsoft YaHei" panose="020B0503020204020204" pitchFamily="34" charset="-122"/>
              </a:defRPr>
            </a:lvl3pPr>
            <a:lvl4pPr>
              <a:defRPr>
                <a:solidFill>
                  <a:schemeClr val="bg1"/>
                </a:solidFill>
                <a:latin typeface="Arial" panose="020B0604020202020204" pitchFamily="34" charset="0"/>
                <a:ea typeface="Microsoft YaHei" panose="020B0503020204020204" pitchFamily="34" charset="-122"/>
              </a:defRPr>
            </a:lvl4pPr>
            <a:lvl5pPr>
              <a:defRPr>
                <a:solidFill>
                  <a:schemeClr val="bg1"/>
                </a:solidFill>
                <a:latin typeface="Arial" panose="020B0604020202020204" pitchFamily="34" charset="0"/>
                <a:ea typeface="Microsoft YaHei" panose="020B0503020204020204" pitchFamily="34" charset="-122"/>
              </a:defRPr>
            </a:lvl5pPr>
            <a:lvl6pPr marL="2514600" indent="-228600" defTabSz="457200" eaLnBrk="0" fontAlgn="base" hangingPunct="0">
              <a:spcBef>
                <a:spcPct val="0"/>
              </a:spcBef>
              <a:spcAft>
                <a:spcPct val="0"/>
              </a:spcAft>
              <a:defRPr>
                <a:solidFill>
                  <a:schemeClr val="bg1"/>
                </a:solidFill>
                <a:latin typeface="Arial" panose="020B0604020202020204" pitchFamily="34" charset="0"/>
                <a:ea typeface="Microsoft YaHei" panose="020B0503020204020204" pitchFamily="34" charset="-122"/>
              </a:defRPr>
            </a:lvl6pPr>
            <a:lvl7pPr marL="2971800" indent="-228600" defTabSz="457200" eaLnBrk="0" fontAlgn="base" hangingPunct="0">
              <a:spcBef>
                <a:spcPct val="0"/>
              </a:spcBef>
              <a:spcAft>
                <a:spcPct val="0"/>
              </a:spcAft>
              <a:defRPr>
                <a:solidFill>
                  <a:schemeClr val="bg1"/>
                </a:solidFill>
                <a:latin typeface="Arial" panose="020B0604020202020204" pitchFamily="34" charset="0"/>
                <a:ea typeface="Microsoft YaHei" panose="020B0503020204020204" pitchFamily="34" charset="-122"/>
              </a:defRPr>
            </a:lvl7pPr>
            <a:lvl8pPr marL="3429000" indent="-228600" defTabSz="457200" eaLnBrk="0" fontAlgn="base" hangingPunct="0">
              <a:spcBef>
                <a:spcPct val="0"/>
              </a:spcBef>
              <a:spcAft>
                <a:spcPct val="0"/>
              </a:spcAft>
              <a:defRPr>
                <a:solidFill>
                  <a:schemeClr val="bg1"/>
                </a:solidFill>
                <a:latin typeface="Arial" panose="020B0604020202020204" pitchFamily="34" charset="0"/>
                <a:ea typeface="Microsoft YaHei" panose="020B0503020204020204" pitchFamily="34" charset="-122"/>
              </a:defRPr>
            </a:lvl8pPr>
            <a:lvl9pPr marL="3886200" indent="-228600" defTabSz="457200" eaLnBrk="0" fontAlgn="base" hangingPunct="0">
              <a:spcBef>
                <a:spcPct val="0"/>
              </a:spcBef>
              <a:spcAft>
                <a:spcPct val="0"/>
              </a:spcAft>
              <a:defRPr>
                <a:solidFill>
                  <a:schemeClr val="bg1"/>
                </a:solidFill>
                <a:latin typeface="Arial" panose="020B0604020202020204" pitchFamily="34" charset="0"/>
                <a:ea typeface="Microsoft YaHei" panose="020B0503020204020204" pitchFamily="34" charset="-122"/>
              </a:defRPr>
            </a:lvl9pPr>
          </a:lstStyle>
          <a:p>
            <a:pPr>
              <a:buFont typeface="Wingdings" panose="05000000000000000000" pitchFamily="2" charset="2"/>
              <a:buChar char="Ø"/>
            </a:pPr>
            <a:r>
              <a:rPr lang="en-US" altLang="en-US" sz="2400" dirty="0">
                <a:solidFill>
                  <a:schemeClr val="tx1"/>
                </a:solidFill>
                <a:latin typeface="Comic Sans MS" panose="030F0702030302020204" pitchFamily="66" charset="0"/>
              </a:rPr>
              <a:t>Data vs Information vs Knowledge</a:t>
            </a:r>
            <a:endParaRPr lang="en-US" altLang="en-US" sz="2400" dirty="0">
              <a:solidFill>
                <a:schemeClr val="tx1"/>
              </a:solidFill>
              <a:latin typeface="Comic Sans MS" panose="030F0702030302020204" pitchFamily="66" charset="0"/>
            </a:endParaRPr>
          </a:p>
          <a:p>
            <a:pPr lvl="1">
              <a:buFont typeface="Wingdings" panose="05000000000000000000" pitchFamily="2" charset="2"/>
              <a:buChar char="Ø"/>
            </a:pPr>
            <a:r>
              <a:rPr lang="en-US" altLang="en-US" sz="2400" dirty="0">
                <a:solidFill>
                  <a:schemeClr val="tx1"/>
                </a:solidFill>
                <a:latin typeface="Comic Sans MS" panose="030F0702030302020204" pitchFamily="66" charset="0"/>
              </a:rPr>
              <a:t>Knowledge</a:t>
            </a:r>
            <a:endParaRPr lang="en-US" altLang="en-US" sz="2400" dirty="0">
              <a:solidFill>
                <a:schemeClr val="tx1"/>
              </a:solidFill>
              <a:latin typeface="Comic Sans MS" panose="030F0702030302020204" pitchFamily="66" charset="0"/>
            </a:endParaRPr>
          </a:p>
        </p:txBody>
      </p:sp>
    </p:spTree>
  </p:cSld>
  <p:clrMapOvr>
    <a:masterClrMapping/>
  </p:clrMapOvr>
  <p:transition spd="med"/>
  <p:timing>
    <p:tnLst>
      <p:par>
        <p:cTn id="1" dur="indefinite" restart="never" nodeType="tmRoot"/>
      </p:par>
    </p:tn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1"/>
          <p:cNvSpPr>
            <a:spLocks noGrp="1" noChangeArrowheads="1"/>
          </p:cNvSpPr>
          <p:nvPr>
            <p:ph type="title"/>
          </p:nvPr>
        </p:nvSpPr>
        <p:spPr>
          <a:xfrm>
            <a:off x="431800" y="107950"/>
            <a:ext cx="9070975" cy="792163"/>
          </a:xfrm>
        </p:spPr>
        <p:txBody>
          <a:bodyPr tIns="38880"/>
          <a:lstStyle/>
          <a:p>
            <a:pPr eaLnBrk="1">
              <a:buClrTx/>
              <a:buFontTx/>
              <a:buNone/>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r>
              <a:rPr lang="en-US" altLang="en-US" dirty="0">
                <a:latin typeface="Comic Sans MS" panose="030F0702030302020204" pitchFamily="66" charset="0"/>
              </a:rPr>
              <a:t>Foundational Concepts</a:t>
            </a:r>
            <a:endParaRPr lang="en-US" altLang="en-US" dirty="0">
              <a:latin typeface="Comic Sans MS" panose="030F0702030302020204" pitchFamily="66" charset="0"/>
            </a:endParaRPr>
          </a:p>
        </p:txBody>
      </p:sp>
      <p:sp>
        <p:nvSpPr>
          <p:cNvPr id="5123" name="TextBox 2"/>
          <p:cNvSpPr txBox="1">
            <a:spLocks noChangeArrowheads="1"/>
          </p:cNvSpPr>
          <p:nvPr/>
        </p:nvSpPr>
        <p:spPr bwMode="auto">
          <a:xfrm>
            <a:off x="647701" y="900113"/>
            <a:ext cx="9001124" cy="19389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285750" indent="-285750">
              <a:defRPr>
                <a:solidFill>
                  <a:schemeClr val="bg1"/>
                </a:solidFill>
                <a:latin typeface="Arial" panose="020B0604020202020204" pitchFamily="34" charset="0"/>
                <a:ea typeface="Microsoft YaHei" panose="020B0503020204020204" pitchFamily="34" charset="-122"/>
              </a:defRPr>
            </a:lvl1pPr>
            <a:lvl2pPr>
              <a:defRPr>
                <a:solidFill>
                  <a:schemeClr val="bg1"/>
                </a:solidFill>
                <a:latin typeface="Arial" panose="020B0604020202020204" pitchFamily="34" charset="0"/>
                <a:ea typeface="Microsoft YaHei" panose="020B0503020204020204" pitchFamily="34" charset="-122"/>
              </a:defRPr>
            </a:lvl2pPr>
            <a:lvl3pPr>
              <a:defRPr>
                <a:solidFill>
                  <a:schemeClr val="bg1"/>
                </a:solidFill>
                <a:latin typeface="Arial" panose="020B0604020202020204" pitchFamily="34" charset="0"/>
                <a:ea typeface="Microsoft YaHei" panose="020B0503020204020204" pitchFamily="34" charset="-122"/>
              </a:defRPr>
            </a:lvl3pPr>
            <a:lvl4pPr>
              <a:defRPr>
                <a:solidFill>
                  <a:schemeClr val="bg1"/>
                </a:solidFill>
                <a:latin typeface="Arial" panose="020B0604020202020204" pitchFamily="34" charset="0"/>
                <a:ea typeface="Microsoft YaHei" panose="020B0503020204020204" pitchFamily="34" charset="-122"/>
              </a:defRPr>
            </a:lvl4pPr>
            <a:lvl5pPr>
              <a:defRPr>
                <a:solidFill>
                  <a:schemeClr val="bg1"/>
                </a:solidFill>
                <a:latin typeface="Arial" panose="020B0604020202020204" pitchFamily="34" charset="0"/>
                <a:ea typeface="Microsoft YaHei" panose="020B0503020204020204" pitchFamily="34" charset="-122"/>
              </a:defRPr>
            </a:lvl5pPr>
            <a:lvl6pPr marL="2514600" indent="-228600" defTabSz="457200" eaLnBrk="0" fontAlgn="base" hangingPunct="0">
              <a:spcBef>
                <a:spcPct val="0"/>
              </a:spcBef>
              <a:spcAft>
                <a:spcPct val="0"/>
              </a:spcAft>
              <a:defRPr>
                <a:solidFill>
                  <a:schemeClr val="bg1"/>
                </a:solidFill>
                <a:latin typeface="Arial" panose="020B0604020202020204" pitchFamily="34" charset="0"/>
                <a:ea typeface="Microsoft YaHei" panose="020B0503020204020204" pitchFamily="34" charset="-122"/>
              </a:defRPr>
            </a:lvl6pPr>
            <a:lvl7pPr marL="2971800" indent="-228600" defTabSz="457200" eaLnBrk="0" fontAlgn="base" hangingPunct="0">
              <a:spcBef>
                <a:spcPct val="0"/>
              </a:spcBef>
              <a:spcAft>
                <a:spcPct val="0"/>
              </a:spcAft>
              <a:defRPr>
                <a:solidFill>
                  <a:schemeClr val="bg1"/>
                </a:solidFill>
                <a:latin typeface="Arial" panose="020B0604020202020204" pitchFamily="34" charset="0"/>
                <a:ea typeface="Microsoft YaHei" panose="020B0503020204020204" pitchFamily="34" charset="-122"/>
              </a:defRPr>
            </a:lvl7pPr>
            <a:lvl8pPr marL="3429000" indent="-228600" defTabSz="457200" eaLnBrk="0" fontAlgn="base" hangingPunct="0">
              <a:spcBef>
                <a:spcPct val="0"/>
              </a:spcBef>
              <a:spcAft>
                <a:spcPct val="0"/>
              </a:spcAft>
              <a:defRPr>
                <a:solidFill>
                  <a:schemeClr val="bg1"/>
                </a:solidFill>
                <a:latin typeface="Arial" panose="020B0604020202020204" pitchFamily="34" charset="0"/>
                <a:ea typeface="Microsoft YaHei" panose="020B0503020204020204" pitchFamily="34" charset="-122"/>
              </a:defRPr>
            </a:lvl8pPr>
            <a:lvl9pPr marL="3886200" indent="-228600" defTabSz="457200" eaLnBrk="0" fontAlgn="base" hangingPunct="0">
              <a:spcBef>
                <a:spcPct val="0"/>
              </a:spcBef>
              <a:spcAft>
                <a:spcPct val="0"/>
              </a:spcAft>
              <a:defRPr>
                <a:solidFill>
                  <a:schemeClr val="bg1"/>
                </a:solidFill>
                <a:latin typeface="Arial" panose="020B0604020202020204" pitchFamily="34" charset="0"/>
                <a:ea typeface="Microsoft YaHei" panose="020B0503020204020204" pitchFamily="34" charset="-122"/>
              </a:defRPr>
            </a:lvl9pPr>
          </a:lstStyle>
          <a:p>
            <a:pPr>
              <a:buFont typeface="Wingdings" panose="05000000000000000000" pitchFamily="2" charset="2"/>
              <a:buChar char="Ø"/>
            </a:pPr>
            <a:r>
              <a:rPr lang="en-US" altLang="en-US" sz="2400" dirty="0">
                <a:solidFill>
                  <a:schemeClr val="tx1"/>
                </a:solidFill>
                <a:latin typeface="Comic Sans MS" panose="030F0702030302020204" pitchFamily="66" charset="0"/>
              </a:rPr>
              <a:t>Data vs Information vs Knowledge</a:t>
            </a:r>
            <a:endParaRPr lang="en-US" altLang="en-US" sz="2400" dirty="0">
              <a:solidFill>
                <a:schemeClr val="tx1"/>
              </a:solidFill>
              <a:latin typeface="Comic Sans MS" panose="030F0702030302020204" pitchFamily="66" charset="0"/>
            </a:endParaRPr>
          </a:p>
          <a:p>
            <a:pPr lvl="1">
              <a:buFont typeface="Wingdings" panose="05000000000000000000" pitchFamily="2" charset="2"/>
              <a:buChar char="Ø"/>
            </a:pPr>
            <a:r>
              <a:rPr lang="en-US" altLang="en-US" sz="2400" dirty="0">
                <a:solidFill>
                  <a:schemeClr val="tx1"/>
                </a:solidFill>
                <a:latin typeface="Comic Sans MS" panose="030F0702030302020204" pitchFamily="66" charset="0"/>
              </a:rPr>
              <a:t>Knowledge</a:t>
            </a:r>
            <a:endParaRPr lang="en-US" altLang="en-US" sz="2400" dirty="0">
              <a:solidFill>
                <a:schemeClr val="tx1"/>
              </a:solidFill>
              <a:latin typeface="Comic Sans MS" panose="030F0702030302020204" pitchFamily="66" charset="0"/>
            </a:endParaRPr>
          </a:p>
          <a:p>
            <a:pPr lvl="2">
              <a:buFont typeface="Wingdings" panose="05000000000000000000" pitchFamily="2" charset="2"/>
              <a:buChar char="Ø"/>
            </a:pPr>
            <a:r>
              <a:rPr lang="en-US" altLang="en-US" sz="2400" dirty="0">
                <a:solidFill>
                  <a:schemeClr val="tx1"/>
                </a:solidFill>
                <a:latin typeface="Comic Sans MS" panose="030F0702030302020204" pitchFamily="66" charset="0"/>
              </a:rPr>
              <a:t> Knowledge is patterns in data</a:t>
            </a:r>
            <a:endParaRPr lang="en-US" altLang="en-US" sz="2400" dirty="0">
              <a:solidFill>
                <a:schemeClr val="tx1"/>
              </a:solidFill>
              <a:latin typeface="Comic Sans MS" panose="030F0702030302020204" pitchFamily="66" charset="0"/>
            </a:endParaRPr>
          </a:p>
          <a:p>
            <a:pPr lvl="2" algn="just">
              <a:buFont typeface="Wingdings" panose="05000000000000000000" pitchFamily="2" charset="2"/>
              <a:buChar char="Ø"/>
            </a:pPr>
            <a:r>
              <a:rPr lang="en-US" altLang="en-US" sz="2400" dirty="0">
                <a:solidFill>
                  <a:schemeClr val="tx1"/>
                </a:solidFill>
                <a:latin typeface="Comic Sans MS" panose="030F0702030302020204" pitchFamily="66" charset="0"/>
              </a:rPr>
              <a:t> Example: When humidity is high and it is gloomy, it rains</a:t>
            </a:r>
            <a:endParaRPr lang="en-US" altLang="en-US" sz="2400" dirty="0">
              <a:solidFill>
                <a:schemeClr val="tx1"/>
              </a:solidFill>
              <a:latin typeface="Comic Sans MS" panose="030F0702030302020204" pitchFamily="66" charset="0"/>
            </a:endParaRPr>
          </a:p>
        </p:txBody>
      </p:sp>
    </p:spTree>
  </p:cSld>
  <p:clrMapOvr>
    <a:masterClrMapping/>
  </p:clrMapOvr>
  <p:transition spd="med"/>
  <p:timing>
    <p:tnLst>
      <p:par>
        <p:cTn id="1" dur="indefinite" restart="never" nodeType="tmRoot"/>
      </p:par>
    </p:tn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1"/>
          <p:cNvSpPr>
            <a:spLocks noGrp="1" noChangeArrowheads="1"/>
          </p:cNvSpPr>
          <p:nvPr>
            <p:ph type="title"/>
          </p:nvPr>
        </p:nvSpPr>
        <p:spPr>
          <a:xfrm>
            <a:off x="431800" y="74613"/>
            <a:ext cx="9070975" cy="896937"/>
          </a:xfrm>
        </p:spPr>
        <p:txBody>
          <a:bodyPr tIns="38880"/>
          <a:lstStyle/>
          <a:p>
            <a:pPr eaLnBrk="1">
              <a:buClrTx/>
              <a:buFontTx/>
              <a:buNone/>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r>
              <a:rPr lang="en-US" altLang="en-US">
                <a:latin typeface="Comic Sans MS" panose="030F0702030302020204" pitchFamily="66" charset="0"/>
              </a:rPr>
              <a:t>Disclaimer</a:t>
            </a:r>
            <a:endParaRPr lang="en-US" altLang="en-US">
              <a:latin typeface="Comic Sans MS" panose="030F0702030302020204" pitchFamily="66" charset="0"/>
            </a:endParaRPr>
          </a:p>
        </p:txBody>
      </p:sp>
      <p:sp>
        <p:nvSpPr>
          <p:cNvPr id="4098" name="Rectangle 2"/>
          <p:cNvSpPr>
            <a:spLocks noGrp="1" noChangeArrowheads="1"/>
          </p:cNvSpPr>
          <p:nvPr>
            <p:ph type="subTitle" idx="4294967295"/>
          </p:nvPr>
        </p:nvSpPr>
        <p:spPr>
          <a:xfrm>
            <a:off x="503238" y="971550"/>
            <a:ext cx="9070975" cy="6408738"/>
          </a:xfrm>
        </p:spPr>
        <p:txBody>
          <a:bodyPr/>
          <a:lstStyle/>
          <a:p>
            <a:pPr marL="457200" indent="-457200" algn="just" eaLnBrk="1">
              <a:lnSpc>
                <a:spcPct val="100000"/>
              </a:lnSpc>
              <a:spcAft>
                <a:spcPct val="0"/>
              </a:spcAft>
              <a:buClrTx/>
              <a:buSzPct val="80000"/>
              <a:buFont typeface="Wingdings" panose="05000000000000000000" pitchFamily="2" charset="2"/>
              <a:buChar char="Ø"/>
              <a:tabLst>
                <a:tab pos="0" algn="l"/>
                <a:tab pos="112395" algn="l"/>
                <a:tab pos="569595" algn="l"/>
                <a:tab pos="1026795" algn="l"/>
                <a:tab pos="1483995" algn="l"/>
                <a:tab pos="1941195" algn="l"/>
                <a:tab pos="2398395" algn="l"/>
                <a:tab pos="2855595" algn="l"/>
                <a:tab pos="3312795" algn="l"/>
                <a:tab pos="3769995" algn="l"/>
                <a:tab pos="4227195" algn="l"/>
                <a:tab pos="4684395" algn="l"/>
                <a:tab pos="5141595" algn="l"/>
                <a:tab pos="5598795" algn="l"/>
                <a:tab pos="6055995" algn="l"/>
                <a:tab pos="6513195" algn="l"/>
                <a:tab pos="6970395" algn="l"/>
                <a:tab pos="7427595" algn="l"/>
                <a:tab pos="7884795" algn="l"/>
                <a:tab pos="8341995" algn="l"/>
                <a:tab pos="8799195" algn="l"/>
              </a:tabLst>
              <a:defRPr/>
            </a:pPr>
            <a:r>
              <a:rPr lang="en-US" altLang="en-US" sz="2800" dirty="0">
                <a:latin typeface="Comic Sans MS" panose="030F0702030302020204" pitchFamily="66" charset="0"/>
              </a:rPr>
              <a:t>Content of this presentation is not original and it has been prepared from various sources for teaching purpose.</a:t>
            </a:r>
            <a:endParaRPr lang="en-US" altLang="en-US" sz="2800" dirty="0">
              <a:latin typeface="Comic Sans MS" panose="030F0702030302020204" pitchFamily="66" charset="0"/>
            </a:endParaRPr>
          </a:p>
          <a:p>
            <a:pPr marL="857250" lvl="1" indent="-457200" eaLnBrk="1">
              <a:lnSpc>
                <a:spcPct val="100000"/>
              </a:lnSpc>
              <a:spcAft>
                <a:spcPct val="0"/>
              </a:spcAft>
              <a:buClrTx/>
              <a:buSzPct val="80000"/>
              <a:buFont typeface="Wingdings" panose="05000000000000000000" pitchFamily="2" charset="2"/>
              <a:buChar char="Ø"/>
              <a:tabLst>
                <a:tab pos="0" algn="l"/>
                <a:tab pos="112395" algn="l"/>
                <a:tab pos="569595" algn="l"/>
                <a:tab pos="1026795" algn="l"/>
                <a:tab pos="1483995" algn="l"/>
                <a:tab pos="1941195" algn="l"/>
                <a:tab pos="2398395" algn="l"/>
                <a:tab pos="2855595" algn="l"/>
                <a:tab pos="3312795" algn="l"/>
                <a:tab pos="3769995" algn="l"/>
                <a:tab pos="4227195" algn="l"/>
                <a:tab pos="4684395" algn="l"/>
                <a:tab pos="5141595" algn="l"/>
                <a:tab pos="5598795" algn="l"/>
                <a:tab pos="6055995" algn="l"/>
                <a:tab pos="6513195" algn="l"/>
                <a:tab pos="6970395" algn="l"/>
                <a:tab pos="7427595" algn="l"/>
                <a:tab pos="7884795" algn="l"/>
                <a:tab pos="8341995" algn="l"/>
                <a:tab pos="8799195" algn="l"/>
              </a:tabLst>
              <a:defRPr/>
            </a:pPr>
            <a:endParaRPr lang="en-US" altLang="en-US" sz="2400" dirty="0">
              <a:latin typeface="Comic Sans MS" panose="030F0702030302020204" pitchFamily="66" charset="0"/>
            </a:endParaRPr>
          </a:p>
          <a:p>
            <a:pPr marL="400050" lvl="1" indent="0" eaLnBrk="1">
              <a:lnSpc>
                <a:spcPct val="100000"/>
              </a:lnSpc>
              <a:spcAft>
                <a:spcPct val="0"/>
              </a:spcAft>
              <a:buClrTx/>
              <a:buSzPct val="80000"/>
              <a:tabLst>
                <a:tab pos="0" algn="l"/>
                <a:tab pos="112395" algn="l"/>
                <a:tab pos="569595" algn="l"/>
                <a:tab pos="1026795" algn="l"/>
                <a:tab pos="1483995" algn="l"/>
                <a:tab pos="1941195" algn="l"/>
                <a:tab pos="2398395" algn="l"/>
                <a:tab pos="2855595" algn="l"/>
                <a:tab pos="3312795" algn="l"/>
                <a:tab pos="3769995" algn="l"/>
                <a:tab pos="4227195" algn="l"/>
                <a:tab pos="4684395" algn="l"/>
                <a:tab pos="5141595" algn="l"/>
                <a:tab pos="5598795" algn="l"/>
                <a:tab pos="6055995" algn="l"/>
                <a:tab pos="6513195" algn="l"/>
                <a:tab pos="6970395" algn="l"/>
                <a:tab pos="7427595" algn="l"/>
                <a:tab pos="7884795" algn="l"/>
                <a:tab pos="8341995" algn="l"/>
                <a:tab pos="8799195" algn="l"/>
              </a:tabLst>
              <a:defRPr/>
            </a:pPr>
            <a:endParaRPr lang="en-US" altLang="en-US" dirty="0">
              <a:latin typeface="Comic Sans MS" panose="030F0702030302020204" pitchFamily="66" charset="0"/>
            </a:endParaRPr>
          </a:p>
          <a:p>
            <a:pPr marL="0" indent="0" eaLnBrk="1">
              <a:lnSpc>
                <a:spcPct val="100000"/>
              </a:lnSpc>
              <a:spcAft>
                <a:spcPct val="0"/>
              </a:spcAft>
              <a:buClrTx/>
              <a:buSzPct val="80000"/>
              <a:tabLst>
                <a:tab pos="0" algn="l"/>
                <a:tab pos="112395" algn="l"/>
                <a:tab pos="569595" algn="l"/>
                <a:tab pos="1026795" algn="l"/>
                <a:tab pos="1483995" algn="l"/>
                <a:tab pos="1941195" algn="l"/>
                <a:tab pos="2398395" algn="l"/>
                <a:tab pos="2855595" algn="l"/>
                <a:tab pos="3312795" algn="l"/>
                <a:tab pos="3769995" algn="l"/>
                <a:tab pos="4227195" algn="l"/>
                <a:tab pos="4684395" algn="l"/>
                <a:tab pos="5141595" algn="l"/>
                <a:tab pos="5598795" algn="l"/>
                <a:tab pos="6055995" algn="l"/>
                <a:tab pos="6513195" algn="l"/>
                <a:tab pos="6970395" algn="l"/>
                <a:tab pos="7427595" algn="l"/>
                <a:tab pos="7884795" algn="l"/>
                <a:tab pos="8341995" algn="l"/>
                <a:tab pos="8799195" algn="l"/>
              </a:tabLst>
              <a:defRPr/>
            </a:pPr>
            <a:endParaRPr lang="en-US" altLang="en-US" sz="2800" dirty="0">
              <a:latin typeface="Comic Sans MS" panose="030F0702030302020204" pitchFamily="66" charset="0"/>
            </a:endParaRPr>
          </a:p>
          <a:p>
            <a:pPr marL="0" indent="0" eaLnBrk="1">
              <a:lnSpc>
                <a:spcPct val="100000"/>
              </a:lnSpc>
              <a:spcAft>
                <a:spcPct val="0"/>
              </a:spcAft>
              <a:buClrTx/>
              <a:buSzPct val="80000"/>
              <a:tabLst>
                <a:tab pos="0" algn="l"/>
                <a:tab pos="112395" algn="l"/>
                <a:tab pos="569595" algn="l"/>
                <a:tab pos="1026795" algn="l"/>
                <a:tab pos="1483995" algn="l"/>
                <a:tab pos="1941195" algn="l"/>
                <a:tab pos="2398395" algn="l"/>
                <a:tab pos="2855595" algn="l"/>
                <a:tab pos="3312795" algn="l"/>
                <a:tab pos="3769995" algn="l"/>
                <a:tab pos="4227195" algn="l"/>
                <a:tab pos="4684395" algn="l"/>
                <a:tab pos="5141595" algn="l"/>
                <a:tab pos="5598795" algn="l"/>
                <a:tab pos="6055995" algn="l"/>
                <a:tab pos="6513195" algn="l"/>
                <a:tab pos="6970395" algn="l"/>
                <a:tab pos="7427595" algn="l"/>
                <a:tab pos="7884795" algn="l"/>
                <a:tab pos="8341995" algn="l"/>
                <a:tab pos="8799195" algn="l"/>
              </a:tabLst>
              <a:defRPr/>
            </a:pPr>
            <a:endParaRPr lang="en-US" altLang="en-US" sz="2800" dirty="0">
              <a:latin typeface="Comic Sans MS" panose="030F0702030302020204" pitchFamily="66" charset="0"/>
            </a:endParaRPr>
          </a:p>
          <a:p>
            <a:pPr marL="0" indent="0" eaLnBrk="1">
              <a:lnSpc>
                <a:spcPct val="100000"/>
              </a:lnSpc>
              <a:spcAft>
                <a:spcPct val="0"/>
              </a:spcAft>
              <a:buClrTx/>
              <a:buSzPct val="80000"/>
              <a:tabLst>
                <a:tab pos="0" algn="l"/>
                <a:tab pos="112395" algn="l"/>
                <a:tab pos="569595" algn="l"/>
                <a:tab pos="1026795" algn="l"/>
                <a:tab pos="1483995" algn="l"/>
                <a:tab pos="1941195" algn="l"/>
                <a:tab pos="2398395" algn="l"/>
                <a:tab pos="2855595" algn="l"/>
                <a:tab pos="3312795" algn="l"/>
                <a:tab pos="3769995" algn="l"/>
                <a:tab pos="4227195" algn="l"/>
                <a:tab pos="4684395" algn="l"/>
                <a:tab pos="5141595" algn="l"/>
                <a:tab pos="5598795" algn="l"/>
                <a:tab pos="6055995" algn="l"/>
                <a:tab pos="6513195" algn="l"/>
                <a:tab pos="6970395" algn="l"/>
                <a:tab pos="7427595" algn="l"/>
                <a:tab pos="7884795" algn="l"/>
                <a:tab pos="8341995" algn="l"/>
                <a:tab pos="8799195" algn="l"/>
              </a:tabLst>
              <a:defRPr/>
            </a:pPr>
            <a:endParaRPr lang="en-US" altLang="en-US" sz="2800" dirty="0">
              <a:latin typeface="Comic Sans MS" panose="030F0702030302020204" pitchFamily="66" charset="0"/>
            </a:endParaRPr>
          </a:p>
          <a:p>
            <a:pPr marL="800100" lvl="2" indent="0" eaLnBrk="1">
              <a:lnSpc>
                <a:spcPct val="100000"/>
              </a:lnSpc>
              <a:spcAft>
                <a:spcPct val="0"/>
              </a:spcAft>
              <a:buClrTx/>
              <a:buSzPct val="80000"/>
              <a:buFont typeface="Times New Roman" panose="02020603050405020304" pitchFamily="16" charset="0"/>
              <a:buNone/>
              <a:tabLst>
                <a:tab pos="0" algn="l"/>
                <a:tab pos="112395" algn="l"/>
                <a:tab pos="569595" algn="l"/>
                <a:tab pos="1026795" algn="l"/>
                <a:tab pos="1483995" algn="l"/>
                <a:tab pos="1941195" algn="l"/>
                <a:tab pos="2398395" algn="l"/>
                <a:tab pos="2855595" algn="l"/>
                <a:tab pos="3312795" algn="l"/>
                <a:tab pos="3769995" algn="l"/>
                <a:tab pos="4227195" algn="l"/>
                <a:tab pos="4684395" algn="l"/>
                <a:tab pos="5141595" algn="l"/>
                <a:tab pos="5598795" algn="l"/>
                <a:tab pos="6055995" algn="l"/>
                <a:tab pos="6513195" algn="l"/>
                <a:tab pos="6970395" algn="l"/>
                <a:tab pos="7427595" algn="l"/>
                <a:tab pos="7884795" algn="l"/>
                <a:tab pos="8341995" algn="l"/>
                <a:tab pos="8799195" algn="l"/>
              </a:tabLst>
              <a:defRPr/>
            </a:pPr>
            <a:endParaRPr lang="en-US" altLang="en-US" sz="2800" dirty="0">
              <a:latin typeface="Comic Sans MS" panose="030F0702030302020204" pitchFamily="66" charset="0"/>
            </a:endParaRPr>
          </a:p>
          <a:p>
            <a:pPr marL="800100" lvl="2" indent="0" eaLnBrk="1">
              <a:lnSpc>
                <a:spcPct val="100000"/>
              </a:lnSpc>
              <a:spcAft>
                <a:spcPct val="0"/>
              </a:spcAft>
              <a:buClrTx/>
              <a:buSzPct val="80000"/>
              <a:buFont typeface="Times New Roman" panose="02020603050405020304" pitchFamily="16" charset="0"/>
              <a:buNone/>
              <a:tabLst>
                <a:tab pos="0" algn="l"/>
                <a:tab pos="112395" algn="l"/>
                <a:tab pos="569595" algn="l"/>
                <a:tab pos="1026795" algn="l"/>
                <a:tab pos="1483995" algn="l"/>
                <a:tab pos="1941195" algn="l"/>
                <a:tab pos="2398395" algn="l"/>
                <a:tab pos="2855595" algn="l"/>
                <a:tab pos="3312795" algn="l"/>
                <a:tab pos="3769995" algn="l"/>
                <a:tab pos="4227195" algn="l"/>
                <a:tab pos="4684395" algn="l"/>
                <a:tab pos="5141595" algn="l"/>
                <a:tab pos="5598795" algn="l"/>
                <a:tab pos="6055995" algn="l"/>
                <a:tab pos="6513195" algn="l"/>
                <a:tab pos="6970395" algn="l"/>
                <a:tab pos="7427595" algn="l"/>
                <a:tab pos="7884795" algn="l"/>
                <a:tab pos="8341995" algn="l"/>
                <a:tab pos="8799195" algn="l"/>
              </a:tabLst>
              <a:defRPr/>
            </a:pPr>
            <a:endParaRPr lang="en-US" altLang="en-US" sz="2800" dirty="0">
              <a:latin typeface="Comic Sans MS" panose="030F0702030302020204" pitchFamily="66" charset="0"/>
            </a:endParaRPr>
          </a:p>
          <a:p>
            <a:pPr marL="800100" lvl="2" indent="0" eaLnBrk="1">
              <a:lnSpc>
                <a:spcPct val="100000"/>
              </a:lnSpc>
              <a:spcAft>
                <a:spcPct val="0"/>
              </a:spcAft>
              <a:buClrTx/>
              <a:buSzPct val="80000"/>
              <a:buFont typeface="Times New Roman" panose="02020603050405020304" pitchFamily="16" charset="0"/>
              <a:buNone/>
              <a:tabLst>
                <a:tab pos="0" algn="l"/>
                <a:tab pos="112395" algn="l"/>
                <a:tab pos="569595" algn="l"/>
                <a:tab pos="1026795" algn="l"/>
                <a:tab pos="1483995" algn="l"/>
                <a:tab pos="1941195" algn="l"/>
                <a:tab pos="2398395" algn="l"/>
                <a:tab pos="2855595" algn="l"/>
                <a:tab pos="3312795" algn="l"/>
                <a:tab pos="3769995" algn="l"/>
                <a:tab pos="4227195" algn="l"/>
                <a:tab pos="4684395" algn="l"/>
                <a:tab pos="5141595" algn="l"/>
                <a:tab pos="5598795" algn="l"/>
                <a:tab pos="6055995" algn="l"/>
                <a:tab pos="6513195" algn="l"/>
                <a:tab pos="6970395" algn="l"/>
                <a:tab pos="7427595" algn="l"/>
                <a:tab pos="7884795" algn="l"/>
                <a:tab pos="8341995" algn="l"/>
                <a:tab pos="8799195" algn="l"/>
              </a:tabLst>
              <a:defRPr/>
            </a:pPr>
            <a:endParaRPr lang="en-US" altLang="en-US" sz="2800" dirty="0">
              <a:latin typeface="Comic Sans MS" panose="030F0702030302020204" pitchFamily="66" charset="0"/>
            </a:endParaRPr>
          </a:p>
        </p:txBody>
      </p:sp>
    </p:spTree>
  </p:cSld>
  <p:clrMapOvr>
    <a:masterClrMapping/>
  </p:clrMapOvr>
  <p:transition spd="med"/>
  <p:timing>
    <p:tnLst>
      <p:par>
        <p:cTn id="1" dur="indefinite" restart="never" nodeType="tmRoot"/>
      </p:par>
    </p:tnLst>
  </p:timing>
</p:sld>
</file>

<file path=ppt/theme/theme1.xml><?xml version="1.0" encoding="utf-8"?>
<a:theme xmlns:a="http://schemas.openxmlformats.org/drawingml/2006/main" name="Office Theme">
  <a:themeElements>
    <a:clrScheme name="Office Theme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Theme">
      <a:majorFont>
        <a:latin typeface="Arial"/>
        <a:ea typeface="Microsoft YaHei"/>
        <a:cs typeface=""/>
      </a:majorFont>
      <a:minorFont>
        <a:latin typeface="Arial"/>
        <a:ea typeface="Microsoft YaHei"/>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rgbClr val="00B8FF"/>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457200" rtl="0" eaLnBrk="1" fontAlgn="base" latinLnBrk="0" hangingPunct="0">
          <a:lnSpc>
            <a:spcPct val="93000"/>
          </a:lnSpc>
          <a:spcBef>
            <a:spcPct val="0"/>
          </a:spcBef>
          <a:spcAft>
            <a:spcPct val="0"/>
          </a:spcAft>
          <a:buClr>
            <a:srgbClr val="000000"/>
          </a:buClr>
          <a:buSzPct val="100000"/>
          <a:buFont typeface="Times New Roman" panose="02020603050405020304" pitchFamily="16" charset="0"/>
          <a:buNone/>
          <a:defRPr kumimoji="0" lang="en-GB" altLang="en-US" sz="1800" b="0" i="0" u="none" strike="noStrike" cap="none" normalizeH="0" baseline="0" smtClean="0">
            <a:ln>
              <a:noFill/>
            </a:ln>
            <a:solidFill>
              <a:schemeClr val="bg1"/>
            </a:solidFill>
            <a:effectLst/>
            <a:latin typeface="Arial" panose="020B0604020202020204" pitchFamily="34" charset="0"/>
            <a:ea typeface="Microsoft YaHei" panose="020B0503020204020204" pitchFamily="34" charset="-122"/>
          </a:defRPr>
        </a:defPPr>
      </a:lstStyle>
    </a:spDef>
    <a:lnDef>
      <a:spPr bwMode="auto">
        <a:xfrm>
          <a:off x="0" y="0"/>
          <a:ext cx="1" cy="1"/>
        </a:xfrm>
        <a:custGeom>
          <a:avLst/>
          <a:gdLst/>
          <a:ahLst/>
          <a:cxnLst/>
          <a:rect l="0" t="0" r="0" b="0"/>
          <a:pathLst/>
        </a:custGeom>
        <a:solidFill>
          <a:srgbClr val="00B8FF"/>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457200" rtl="0" eaLnBrk="1" fontAlgn="base" latinLnBrk="0" hangingPunct="0">
          <a:lnSpc>
            <a:spcPct val="93000"/>
          </a:lnSpc>
          <a:spcBef>
            <a:spcPct val="0"/>
          </a:spcBef>
          <a:spcAft>
            <a:spcPct val="0"/>
          </a:spcAft>
          <a:buClr>
            <a:srgbClr val="000000"/>
          </a:buClr>
          <a:buSzPct val="100000"/>
          <a:buFont typeface="Times New Roman" panose="02020603050405020304" pitchFamily="16" charset="0"/>
          <a:buNone/>
          <a:defRPr kumimoji="0" lang="en-GB" altLang="en-US" sz="1800" b="0" i="0" u="none" strike="noStrike" cap="none" normalizeH="0" baseline="0" smtClean="0">
            <a:ln>
              <a:noFill/>
            </a:ln>
            <a:solidFill>
              <a:schemeClr val="bg1"/>
            </a:solidFill>
            <a:effectLst/>
            <a:latin typeface="Arial" panose="020B0604020202020204" pitchFamily="34" charset="0"/>
            <a:ea typeface="Microsoft YaHei" panose="020B0503020204020204" pitchFamily="34" charset="-122"/>
          </a:defRPr>
        </a:defPPr>
      </a:lstStyle>
    </a:lnDef>
  </a:objectDefaults>
  <a:extraClrSchemeLst>
    <a:extraClrScheme>
      <a:clrScheme name="Office Theme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Office Theme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Office Theme 3">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Office Theme 4">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Office Theme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Office Theme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Office Theme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20694</Words>
  <Application>WPS Presentation</Application>
  <PresentationFormat>Custom</PresentationFormat>
  <Paragraphs>652</Paragraphs>
  <Slides>70</Slides>
  <Notes>65</Notes>
  <HiddenSlides>0</HiddenSlides>
  <MMClips>0</MMClips>
  <ScaleCrop>false</ScaleCrop>
  <HeadingPairs>
    <vt:vector size="6" baseType="variant">
      <vt:variant>
        <vt:lpstr>已用的字体</vt:lpstr>
      </vt:variant>
      <vt:variant>
        <vt:i4>8</vt:i4>
      </vt:variant>
      <vt:variant>
        <vt:lpstr>主题</vt:lpstr>
      </vt:variant>
      <vt:variant>
        <vt:i4>1</vt:i4>
      </vt:variant>
      <vt:variant>
        <vt:lpstr>幻灯片标题</vt:lpstr>
      </vt:variant>
      <vt:variant>
        <vt:i4>70</vt:i4>
      </vt:variant>
    </vt:vector>
  </HeadingPairs>
  <TitlesOfParts>
    <vt:vector size="79" baseType="lpstr">
      <vt:lpstr>Arial</vt:lpstr>
      <vt:lpstr>SimSun</vt:lpstr>
      <vt:lpstr>Wingdings</vt:lpstr>
      <vt:lpstr>Microsoft YaHei</vt:lpstr>
      <vt:lpstr>Times New Roman</vt:lpstr>
      <vt:lpstr>Arial Unicode MS</vt:lpstr>
      <vt:lpstr>Arial Unicode MS</vt:lpstr>
      <vt:lpstr>Comic Sans MS</vt:lpstr>
      <vt:lpstr>Office Theme</vt:lpstr>
      <vt:lpstr>PowerPoint 演示文稿</vt:lpstr>
      <vt:lpstr>Foundational Concepts</vt:lpstr>
      <vt:lpstr>Foundational Concepts</vt:lpstr>
      <vt:lpstr>Foundational Concepts</vt:lpstr>
      <vt:lpstr>Foundational Concepts</vt:lpstr>
      <vt:lpstr>Foundational Concepts</vt:lpstr>
      <vt:lpstr>Foundational Concepts</vt:lpstr>
      <vt:lpstr>Foundational Concepts</vt:lpstr>
      <vt:lpstr>Foundational Concepts</vt:lpstr>
      <vt:lpstr>Foundational Concepts</vt:lpstr>
      <vt:lpstr>Foundational Concepts</vt:lpstr>
      <vt:lpstr>Foundational Concepts</vt:lpstr>
      <vt:lpstr>Foundational Concepts</vt:lpstr>
      <vt:lpstr>Foundational Concepts</vt:lpstr>
      <vt:lpstr>Foundational Concepts</vt:lpstr>
      <vt:lpstr>Foundational Concepts</vt:lpstr>
      <vt:lpstr>Foundational Concepts</vt:lpstr>
      <vt:lpstr>Foundational Concepts</vt:lpstr>
      <vt:lpstr>Foundational Concepts</vt:lpstr>
      <vt:lpstr>Foundational Concepts</vt:lpstr>
      <vt:lpstr>Foundational Concepts</vt:lpstr>
      <vt:lpstr>Foundational Concepts</vt:lpstr>
      <vt:lpstr>Foundational Concepts</vt:lpstr>
      <vt:lpstr>Foundational Concepts</vt:lpstr>
      <vt:lpstr>Foundational Concepts</vt:lpstr>
      <vt:lpstr>Foundational Concepts</vt:lpstr>
      <vt:lpstr>Foundational Concepts</vt:lpstr>
      <vt:lpstr>Foundational Concepts</vt:lpstr>
      <vt:lpstr>Foundational Concepts</vt:lpstr>
      <vt:lpstr>Foundational Concepts</vt:lpstr>
      <vt:lpstr>Foundational Concepts</vt:lpstr>
      <vt:lpstr>Foundational Concepts</vt:lpstr>
      <vt:lpstr>Foundational Concepts</vt:lpstr>
      <vt:lpstr>Foundational Concepts</vt:lpstr>
      <vt:lpstr>Foundational Concepts</vt:lpstr>
      <vt:lpstr>Foundational Concepts</vt:lpstr>
      <vt:lpstr>Foundational Concepts</vt:lpstr>
      <vt:lpstr>Foundational Concepts</vt:lpstr>
      <vt:lpstr>Foundational Concepts</vt:lpstr>
      <vt:lpstr>Foundational Concepts</vt:lpstr>
      <vt:lpstr>Foundational Concepts</vt:lpstr>
      <vt:lpstr>Foundational Concepts</vt:lpstr>
      <vt:lpstr>Foundational Concepts</vt:lpstr>
      <vt:lpstr>Foundational Concepts</vt:lpstr>
      <vt:lpstr>Foundational Concepts</vt:lpstr>
      <vt:lpstr>Foundational Concepts</vt:lpstr>
      <vt:lpstr>Foundational Concepts</vt:lpstr>
      <vt:lpstr>Foundational Concepts</vt:lpstr>
      <vt:lpstr>Foundational Concepts</vt:lpstr>
      <vt:lpstr>Foundational Concepts</vt:lpstr>
      <vt:lpstr>Foundational Concepts</vt:lpstr>
      <vt:lpstr>Foundational Concepts</vt:lpstr>
      <vt:lpstr>Foundational Concepts</vt:lpstr>
      <vt:lpstr>Foundational Concepts</vt:lpstr>
      <vt:lpstr>Foundational Concepts</vt:lpstr>
      <vt:lpstr>Foundational Concepts</vt:lpstr>
      <vt:lpstr>PowerPoint 演示文稿</vt:lpstr>
      <vt:lpstr>History of AI</vt:lpstr>
      <vt:lpstr>History of AI</vt:lpstr>
      <vt:lpstr>History of AI</vt:lpstr>
      <vt:lpstr>Foundational Concepts</vt:lpstr>
      <vt:lpstr>Foundational Concepts</vt:lpstr>
      <vt:lpstr>Recent AI Based Tools</vt:lpstr>
      <vt:lpstr>Foundational Concepts</vt:lpstr>
      <vt:lpstr>Foundational Concepts</vt:lpstr>
      <vt:lpstr>Foundational Concepts</vt:lpstr>
      <vt:lpstr>Foundational Concepts</vt:lpstr>
      <vt:lpstr>Foundational Concepts</vt:lpstr>
      <vt:lpstr>Foundational Concepts</vt:lpstr>
      <vt:lpstr>Disclaimer</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Priyank</dc:creator>
  <cp:lastModifiedBy>cse</cp:lastModifiedBy>
  <cp:revision>159</cp:revision>
  <cp:lastPrinted>2113-01-01T00:00:00Z</cp:lastPrinted>
  <dcterms:created xsi:type="dcterms:W3CDTF">2013-01-08T06:31:00Z</dcterms:created>
  <dcterms:modified xsi:type="dcterms:W3CDTF">2024-02-02T06:27:28Z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A7331FB853C64DC2A4BBB76F02E94FA5_12</vt:lpwstr>
  </property>
  <property fmtid="{D5CDD505-2E9C-101B-9397-08002B2CF9AE}" pid="3" name="KSOProductBuildVer">
    <vt:lpwstr>1033-12.2.0.13431</vt:lpwstr>
  </property>
</Properties>
</file>