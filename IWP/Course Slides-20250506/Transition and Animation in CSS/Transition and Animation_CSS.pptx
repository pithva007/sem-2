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1" r:id="rId1"/>
  </p:sldMasterIdLst>
  <p:notesMasterIdLst>
    <p:notesMasterId r:id="rId32"/>
  </p:notesMasterIdLst>
  <p:sldIdLst>
    <p:sldId id="380" r:id="rId2"/>
    <p:sldId id="382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4" r:id="rId14"/>
    <p:sldId id="399" r:id="rId15"/>
    <p:sldId id="400" r:id="rId16"/>
    <p:sldId id="401" r:id="rId17"/>
    <p:sldId id="393" r:id="rId18"/>
    <p:sldId id="395" r:id="rId19"/>
    <p:sldId id="396" r:id="rId20"/>
    <p:sldId id="402" r:id="rId21"/>
    <p:sldId id="405" r:id="rId22"/>
    <p:sldId id="397" r:id="rId23"/>
    <p:sldId id="398" r:id="rId24"/>
    <p:sldId id="403" r:id="rId25"/>
    <p:sldId id="404" r:id="rId26"/>
    <p:sldId id="406" r:id="rId27"/>
    <p:sldId id="407" r:id="rId28"/>
    <p:sldId id="408" r:id="rId29"/>
    <p:sldId id="297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9946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065C5E-74B8-4D38-BFF1-D6133689CEB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A65A5-D9F1-44D3-9389-211ED05F7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5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49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1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0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2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6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94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5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4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8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9298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05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134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71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01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64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8EAF6-38E5-4AE9-B40C-99F7C0AB72D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09E3739-7111-412B-869E-5D3FE03F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8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  <p:sldLayoutId id="2147484033" r:id="rId12"/>
    <p:sldLayoutId id="2147484034" r:id="rId13"/>
    <p:sldLayoutId id="2147484035" r:id="rId14"/>
    <p:sldLayoutId id="2147484036" r:id="rId15"/>
    <p:sldLayoutId id="214748403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transitionex1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transitionex2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transitionex3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transitionex4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transitionex5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transitionex6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keyframeex1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keyframeex2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keyframeex3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animationex1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animationex2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animationex3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animationex7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animationex4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animationex5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animationex6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animationex8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animationex9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754" y="106977"/>
            <a:ext cx="9923929" cy="83371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CSS3 Transitions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754" y="940693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CSS3 transitions allows you to change property values smoothly (from one value to another), over a given duration.</a:t>
            </a:r>
          </a:p>
          <a:p>
            <a:pPr algn="just"/>
            <a:r>
              <a:rPr lang="en-US" sz="2000" b="1" dirty="0"/>
              <a:t>Example:</a:t>
            </a:r>
            <a:r>
              <a:rPr lang="en-US" sz="2000" dirty="0"/>
              <a:t> Mouse over the element below to see a CSS3 transition effect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4489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How to Use CSS3 Transitions?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To create a transition effect, you must specify two things:</a:t>
            </a:r>
          </a:p>
          <a:p>
            <a:pPr lvl="1" algn="just"/>
            <a:r>
              <a:rPr lang="en-US" sz="1800" dirty="0"/>
              <a:t>the CSS property you want to add an effect to</a:t>
            </a:r>
          </a:p>
          <a:p>
            <a:pPr lvl="1" algn="just"/>
            <a:r>
              <a:rPr lang="en-US" sz="1800" dirty="0"/>
              <a:t>the duration of the effect</a:t>
            </a:r>
          </a:p>
          <a:p>
            <a:pPr algn="just"/>
            <a:r>
              <a:rPr lang="en-US" sz="2000" b="1" dirty="0"/>
              <a:t>Note:</a:t>
            </a:r>
            <a:r>
              <a:rPr lang="en-US" sz="2000" dirty="0"/>
              <a:t> If the duration part is not specified, the transition will have no effect, because the default value is 0.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7042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How to Use CSS3 Transitions?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following example shows a 100px * 100px red &lt;div&gt; element. The &lt;div&gt; element has also specified a transition effect for the width property, with a duration of 2 seconds: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997" t="42280" r="32155" b="29779"/>
          <a:stretch/>
        </p:blipFill>
        <p:spPr>
          <a:xfrm>
            <a:off x="2178425" y="4639035"/>
            <a:ext cx="9426388" cy="22189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514" t="42279" r="52721" b="28125"/>
          <a:stretch/>
        </p:blipFill>
        <p:spPr>
          <a:xfrm>
            <a:off x="4988860" y="1956145"/>
            <a:ext cx="4799208" cy="268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2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transition-property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transition-property property specifies the name of the CSS property the transition effect is for (the transition effect will start when the specified CSS property changes).</a:t>
            </a:r>
          </a:p>
          <a:p>
            <a:pPr algn="just"/>
            <a:r>
              <a:rPr lang="en-US" sz="2000" b="1" dirty="0"/>
              <a:t>Tip:</a:t>
            </a:r>
            <a:r>
              <a:rPr lang="en-US" sz="2000" dirty="0"/>
              <a:t> A transition effect could typically occur when a user hover over an element.</a:t>
            </a:r>
          </a:p>
          <a:p>
            <a:pPr algn="just"/>
            <a:r>
              <a:rPr lang="en-US" sz="2000" b="1" dirty="0"/>
              <a:t>Note:</a:t>
            </a:r>
            <a:r>
              <a:rPr lang="en-US" sz="2000" dirty="0"/>
              <a:t> Always specify the transition-duration property, otherwise the duration is 0, and the transition will have no effect.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2943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transition-property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170" t="25000" r="28228" b="24816"/>
          <a:stretch/>
        </p:blipFill>
        <p:spPr>
          <a:xfrm>
            <a:off x="1680884" y="994881"/>
            <a:ext cx="10286998" cy="536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8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transition-duration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transition-duration property specifies how many seconds (s) or milliseconds (</a:t>
            </a:r>
            <a:r>
              <a:rPr lang="en-US" sz="2000" dirty="0" err="1"/>
              <a:t>ms</a:t>
            </a:r>
            <a:r>
              <a:rPr lang="en-US" sz="2000" dirty="0"/>
              <a:t>) a transition effect takes to complete.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997" t="19853" r="18512" b="37317"/>
          <a:stretch/>
        </p:blipFill>
        <p:spPr>
          <a:xfrm>
            <a:off x="1828799" y="2272351"/>
            <a:ext cx="10264167" cy="383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49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transition-timing-function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transition-timing-function property specifies the speed curve of the transition effect.</a:t>
            </a:r>
          </a:p>
          <a:p>
            <a:pPr algn="just"/>
            <a:r>
              <a:rPr lang="en-US" sz="2000" dirty="0"/>
              <a:t>This property allows a transition effect to change speed over its duration.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2519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transition-timing-function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6996" t="18199" r="17996" b="11765"/>
          <a:stretch/>
        </p:blipFill>
        <p:spPr>
          <a:xfrm>
            <a:off x="1680883" y="1008530"/>
            <a:ext cx="9587751" cy="580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84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transition-timing-function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Bezier Curve</a:t>
            </a:r>
          </a:p>
          <a:p>
            <a:pPr algn="just"/>
            <a:r>
              <a:rPr lang="en-US" sz="2000" dirty="0"/>
              <a:t>The Bezier curve is a commonly used curve model in computer graphics. If you have been working with Vector Graphic Editors like Adobe Illustrator or </a:t>
            </a:r>
            <a:r>
              <a:rPr lang="en-US" sz="2000" dirty="0" err="1"/>
              <a:t>Inkscape</a:t>
            </a:r>
            <a:r>
              <a:rPr lang="en-US" sz="2000" dirty="0"/>
              <a:t>, you will find this curve model when you are drawing with the pen tool. This curve is formed with four points as illustrated in the following figure:</a:t>
            </a:r>
          </a:p>
          <a:p>
            <a:pPr algn="just"/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2035" t="39522" r="56857" b="7169"/>
          <a:stretch/>
        </p:blipFill>
        <p:spPr>
          <a:xfrm>
            <a:off x="2339788" y="2783340"/>
            <a:ext cx="5365377" cy="389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transition-delay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transition-delay property specifies when the transition effect will start.</a:t>
            </a:r>
          </a:p>
          <a:p>
            <a:pPr algn="just"/>
            <a:r>
              <a:rPr lang="en-US" sz="2000" dirty="0"/>
              <a:t>The transition-delay value is defined in seconds (s) or milliseconds (</a:t>
            </a:r>
            <a:r>
              <a:rPr lang="en-US" sz="2000" dirty="0" err="1"/>
              <a:t>ms</a:t>
            </a:r>
            <a:r>
              <a:rPr lang="en-US" sz="2000" dirty="0"/>
              <a:t>).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7410" t="35478" r="23060" b="22794"/>
          <a:stretch/>
        </p:blipFill>
        <p:spPr>
          <a:xfrm>
            <a:off x="2407023" y="2514600"/>
            <a:ext cx="9588048" cy="377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88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transition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transition property is a shorthand property for the four transition properties:</a:t>
            </a:r>
          </a:p>
          <a:p>
            <a:pPr algn="just"/>
            <a:r>
              <a:rPr lang="en-US" sz="2000" dirty="0"/>
              <a:t>transition-property, transition-duration, transition-timing-function, and transition-delay.</a:t>
            </a:r>
          </a:p>
          <a:p>
            <a:pPr algn="just"/>
            <a:r>
              <a:rPr lang="en-US" sz="2000" b="1" dirty="0"/>
              <a:t>Note:</a:t>
            </a:r>
            <a:r>
              <a:rPr lang="en-US" sz="2000" dirty="0"/>
              <a:t> Always specify the transition-duration property, otherwise the duration is 0s, and the transition will have no effect.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52294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transition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6791" t="19669" r="27504" b="24081"/>
          <a:stretch/>
        </p:blipFill>
        <p:spPr>
          <a:xfrm>
            <a:off x="1680884" y="994881"/>
            <a:ext cx="10019242" cy="568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1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754" y="106977"/>
            <a:ext cx="9923929" cy="83371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CSS3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754" y="940693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CSS3 animations allows animation of most HTML elements without using JavaScript or Flash!</a:t>
            </a:r>
          </a:p>
          <a:p>
            <a:pPr algn="just"/>
            <a:r>
              <a:rPr lang="en-US" sz="2000" b="1" dirty="0"/>
              <a:t>What are CSS3 Animations?</a:t>
            </a:r>
          </a:p>
          <a:p>
            <a:pPr lvl="1" algn="just"/>
            <a:r>
              <a:rPr lang="en-US" sz="2000" dirty="0"/>
              <a:t>An animation lets an element gradually change from one style to another.</a:t>
            </a:r>
          </a:p>
          <a:p>
            <a:pPr lvl="1" algn="just"/>
            <a:r>
              <a:rPr lang="en-US" sz="2000" dirty="0"/>
              <a:t>You can change as many CSS properties you want, as many times you want.</a:t>
            </a:r>
          </a:p>
          <a:p>
            <a:pPr lvl="1" algn="just"/>
            <a:r>
              <a:rPr lang="en-US" sz="2000" dirty="0"/>
              <a:t>To use CSS3 animation, you must first specify some </a:t>
            </a:r>
            <a:r>
              <a:rPr lang="en-US" sz="2000" dirty="0" err="1"/>
              <a:t>keyframes</a:t>
            </a:r>
            <a:r>
              <a:rPr lang="en-US" sz="2000" dirty="0"/>
              <a:t> for the animation.</a:t>
            </a:r>
          </a:p>
          <a:p>
            <a:pPr lvl="1" algn="just"/>
            <a:r>
              <a:rPr lang="en-US" sz="2000" dirty="0" err="1"/>
              <a:t>Keyframes</a:t>
            </a:r>
            <a:r>
              <a:rPr lang="en-US" sz="2000" dirty="0"/>
              <a:t> hold what styles the element will have at certain times.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171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754" y="106977"/>
            <a:ext cx="9923929" cy="83371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CSS3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754" y="940693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The @</a:t>
            </a:r>
            <a:r>
              <a:rPr lang="en-US" sz="2400" b="1" dirty="0" err="1"/>
              <a:t>keyframes</a:t>
            </a:r>
            <a:r>
              <a:rPr lang="en-US" sz="2400" b="1" dirty="0"/>
              <a:t> Rule</a:t>
            </a:r>
          </a:p>
          <a:p>
            <a:pPr lvl="1" algn="just"/>
            <a:r>
              <a:rPr lang="en-US" sz="2000" dirty="0"/>
              <a:t>When you specify CSS styles inside the @</a:t>
            </a:r>
            <a:r>
              <a:rPr lang="en-US" sz="2000" dirty="0" err="1"/>
              <a:t>keyframes</a:t>
            </a:r>
            <a:r>
              <a:rPr lang="en-US" sz="2000" dirty="0"/>
              <a:t> rule, the animation will gradually change from the current style to the new style at certain times.</a:t>
            </a:r>
          </a:p>
          <a:p>
            <a:pPr lvl="1" algn="just"/>
            <a:r>
              <a:rPr lang="en-US" sz="2000" dirty="0"/>
              <a:t>To get an animation to work, you must bind the animation to an element.</a:t>
            </a:r>
          </a:p>
          <a:p>
            <a:pPr lvl="1" algn="just"/>
            <a:r>
              <a:rPr lang="en-US" sz="2000" dirty="0"/>
              <a:t>The following example binds the "example" animation to the &lt;div&gt; element. The animation will lasts for 4 seconds, and it will gradually change the background-color of the &lt;div&gt; element from "red" to "yellow":</a:t>
            </a:r>
          </a:p>
          <a:p>
            <a:pPr lvl="1" algn="just"/>
            <a:endParaRPr lang="en-US" sz="2000" dirty="0"/>
          </a:p>
          <a:p>
            <a:pPr lvl="1"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0550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754" y="106977"/>
            <a:ext cx="9923929" cy="83371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CSS3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754" y="940693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The @</a:t>
            </a:r>
            <a:r>
              <a:rPr lang="en-US" sz="2400" b="1" dirty="0" err="1"/>
              <a:t>keyframes</a:t>
            </a:r>
            <a:r>
              <a:rPr lang="en-US" sz="2400" b="1" dirty="0"/>
              <a:t> Rule</a:t>
            </a:r>
          </a:p>
          <a:p>
            <a:pPr lvl="1" algn="just"/>
            <a:r>
              <a:rPr lang="en-US" sz="2000" dirty="0"/>
              <a:t>Note: If the animation-duration property is not specified, the animation will have no effect, because the default value is 0. </a:t>
            </a:r>
          </a:p>
          <a:p>
            <a:pPr lvl="1" algn="just"/>
            <a:r>
              <a:rPr lang="en-US" sz="2000" dirty="0"/>
              <a:t>In the example above we have specified when the style will change by using the keywords "from" and "to" (which represents 0% (start) and 100% (complete)).</a:t>
            </a:r>
          </a:p>
          <a:p>
            <a:pPr lvl="1" algn="just"/>
            <a:r>
              <a:rPr lang="en-US" sz="2000" dirty="0"/>
              <a:t>It is also possible to use percent. By using percent, you can add as many style changes as you like.</a:t>
            </a:r>
          </a:p>
          <a:p>
            <a:pPr lvl="1" algn="just"/>
            <a:endParaRPr lang="en-US" sz="2000" dirty="0"/>
          </a:p>
          <a:p>
            <a:pPr lvl="1" algn="just"/>
            <a:r>
              <a:rPr lang="en-US" sz="2000" dirty="0"/>
              <a:t>The following example will change the background-color of the &lt;div&gt; element when the animation is 25% complete, 50% complete, and again when the animation is 100% complete:</a:t>
            </a:r>
          </a:p>
          <a:p>
            <a:pPr lvl="1" algn="just"/>
            <a:r>
              <a:rPr lang="en-US" sz="2000" dirty="0">
                <a:hlinkClick r:id="rId2" action="ppaction://hlinkfile"/>
              </a:rPr>
              <a:t>Example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3516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754" y="106977"/>
            <a:ext cx="9923929" cy="83371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CSS3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754" y="940693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The @</a:t>
            </a:r>
            <a:r>
              <a:rPr lang="en-US" sz="2400" b="1" dirty="0" err="1"/>
              <a:t>keyframes</a:t>
            </a:r>
            <a:r>
              <a:rPr lang="en-US" sz="2400" b="1" dirty="0"/>
              <a:t> Rule</a:t>
            </a:r>
          </a:p>
          <a:p>
            <a:pPr lvl="1" algn="just"/>
            <a:r>
              <a:rPr lang="en-US" sz="2000" dirty="0"/>
              <a:t>Note: If the animation-duration property is not specified, the animation will have no effect, because the default value is 0. </a:t>
            </a:r>
          </a:p>
          <a:p>
            <a:pPr lvl="1" algn="just"/>
            <a:r>
              <a:rPr lang="en-US" sz="2000" dirty="0"/>
              <a:t>In the example above we have specified when the style will change by using the keywords "from" and "to" (which represents 0% (start) and 100% (complete)).</a:t>
            </a:r>
          </a:p>
          <a:p>
            <a:pPr lvl="1" algn="just"/>
            <a:r>
              <a:rPr lang="en-US" sz="2000" dirty="0"/>
              <a:t>It is also possible to use percent. By using percent, you can add as many style changes as you like.</a:t>
            </a:r>
          </a:p>
          <a:p>
            <a:pPr lvl="1" algn="just"/>
            <a:endParaRPr lang="en-US" sz="2000" dirty="0"/>
          </a:p>
          <a:p>
            <a:pPr lvl="1" algn="just"/>
            <a:r>
              <a:rPr lang="en-US" sz="2000" dirty="0"/>
              <a:t>The following example will change the background-color of the &lt;div&gt; element when the animation is 25% complete, 50% complete, and again when the animation is 100% complete:</a:t>
            </a:r>
          </a:p>
          <a:p>
            <a:pPr lvl="1" algn="just"/>
            <a:endParaRPr lang="en-US" sz="2000" dirty="0"/>
          </a:p>
          <a:p>
            <a:pPr lvl="1" algn="just"/>
            <a:r>
              <a:rPr lang="en-US" sz="2000" dirty="0">
                <a:hlinkClick r:id="rId2" action="ppaction://hlinkfile"/>
              </a:rPr>
              <a:t>Example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5596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animation-name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animation-name property specifies a name for the @</a:t>
            </a:r>
            <a:r>
              <a:rPr lang="en-US" sz="2000" dirty="0" err="1"/>
              <a:t>keyframes</a:t>
            </a:r>
            <a:r>
              <a:rPr lang="en-US" sz="2000" dirty="0"/>
              <a:t> animation.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687" t="28309" r="17066" b="23345"/>
          <a:stretch/>
        </p:blipFill>
        <p:spPr>
          <a:xfrm>
            <a:off x="1169893" y="2461013"/>
            <a:ext cx="10716605" cy="439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75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animation-delay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animation-delay property specifies a delay for the start of an animation.</a:t>
            </a:r>
          </a:p>
          <a:p>
            <a:pPr algn="just"/>
            <a:r>
              <a:rPr lang="en-US" sz="2000" dirty="0"/>
              <a:t>The animation-delay value is defined in seconds (s) or milliseconds (</a:t>
            </a:r>
            <a:r>
              <a:rPr lang="en-US" sz="2000" dirty="0" err="1"/>
              <a:t>ms</a:t>
            </a:r>
            <a:r>
              <a:rPr lang="en-US" sz="2000" dirty="0"/>
              <a:t>).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893" t="30331" r="17066" b="25919"/>
          <a:stretch/>
        </p:blipFill>
        <p:spPr>
          <a:xfrm>
            <a:off x="1680884" y="2568387"/>
            <a:ext cx="10433956" cy="38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55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animation-timing-function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animation-timing-function specifies the speed curve of an animation.</a:t>
            </a:r>
          </a:p>
          <a:p>
            <a:pPr algn="just"/>
            <a:r>
              <a:rPr lang="en-US" sz="2000" dirty="0"/>
              <a:t>The speed curve defines the TIME an animation uses to change from one set of CSS styles to another.</a:t>
            </a:r>
          </a:p>
          <a:p>
            <a:pPr algn="just"/>
            <a:r>
              <a:rPr lang="en-US" sz="2000" dirty="0"/>
              <a:t>The speed curve is used to make the changes smoothly.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9054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animation-timing-function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307" t="18015" r="15412" b="6250"/>
          <a:stretch/>
        </p:blipFill>
        <p:spPr>
          <a:xfrm>
            <a:off x="1680884" y="994880"/>
            <a:ext cx="9453281" cy="586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23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animation-duration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animation-duration property defines how many seconds or milliseconds an animation takes to complete one cycle.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687" t="22794" r="16446" b="34191"/>
          <a:stretch/>
        </p:blipFill>
        <p:spPr>
          <a:xfrm>
            <a:off x="1532964" y="2393475"/>
            <a:ext cx="10671091" cy="385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06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animation-play-state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animation-play-state property specifies whether the animation is running or paused.</a:t>
            </a:r>
          </a:p>
          <a:p>
            <a:pPr algn="just"/>
            <a:r>
              <a:rPr lang="en-US" sz="2000" b="1" dirty="0"/>
              <a:t>Note:</a:t>
            </a:r>
            <a:r>
              <a:rPr lang="en-US" sz="2000" dirty="0"/>
              <a:t> Use this property in a JavaScript to pause an animation in the middle of a cycle.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997" t="32170" r="17169" b="19485"/>
          <a:stretch/>
        </p:blipFill>
        <p:spPr>
          <a:xfrm>
            <a:off x="2164976" y="2985246"/>
            <a:ext cx="9380009" cy="387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48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animation-iteration-count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animation-iteration-count property specifies the number of times an animation should be played.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583" t="29044" r="17376" b="24816"/>
          <a:stretch/>
        </p:blipFill>
        <p:spPr>
          <a:xfrm>
            <a:off x="1680884" y="2689209"/>
            <a:ext cx="10167422" cy="399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88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animation-fill-mode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animation-fill-mode property specifies a style for the element when the animation is not playing (when it is finished, or when it has a delay).</a:t>
            </a:r>
          </a:p>
          <a:p>
            <a:pPr algn="just"/>
            <a:r>
              <a:rPr lang="en-US" sz="2000" dirty="0"/>
              <a:t>By default, CSS animations do not affect the element until the first </a:t>
            </a:r>
            <a:r>
              <a:rPr lang="en-US" sz="2000" dirty="0" err="1"/>
              <a:t>keyframe</a:t>
            </a:r>
            <a:r>
              <a:rPr lang="en-US" sz="2000" dirty="0"/>
              <a:t> is "played", and then stops once the last </a:t>
            </a:r>
            <a:r>
              <a:rPr lang="en-US" sz="2000" dirty="0" err="1"/>
              <a:t>keyframe</a:t>
            </a:r>
            <a:r>
              <a:rPr lang="en-US" sz="2000" dirty="0"/>
              <a:t> has completed. The animation-fill-mode property can override this behavior. 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7132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animation-fill-mode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6894" t="20955" r="16549" b="9560"/>
          <a:stretch/>
        </p:blipFill>
        <p:spPr>
          <a:xfrm>
            <a:off x="1680884" y="994881"/>
            <a:ext cx="9989016" cy="586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56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animation-direction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animation-direction property defines whether an animation should play in reverse direction or in alternate cycles.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6790" t="24632" r="25850" b="10478"/>
          <a:stretch/>
        </p:blipFill>
        <p:spPr>
          <a:xfrm>
            <a:off x="4137212" y="1734864"/>
            <a:ext cx="8054788" cy="512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8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/>
              <a:t>The animation-direction property defines whether an animation should play in reverse direction or in alternate cycles.</a:t>
            </a:r>
          </a:p>
          <a:p>
            <a:pPr algn="just"/>
            <a:r>
              <a:rPr lang="en-US" sz="2000" dirty="0"/>
              <a:t>The animation property is a shorthand property for eight of the animation properties:</a:t>
            </a:r>
          </a:p>
          <a:p>
            <a:pPr lvl="1" algn="just"/>
            <a:r>
              <a:rPr lang="en-US" sz="1800" dirty="0"/>
              <a:t>animation-name</a:t>
            </a:r>
          </a:p>
          <a:p>
            <a:pPr lvl="1" algn="just"/>
            <a:r>
              <a:rPr lang="en-US" sz="1800" dirty="0"/>
              <a:t>animation-duration</a:t>
            </a:r>
          </a:p>
          <a:p>
            <a:pPr lvl="1" algn="just"/>
            <a:r>
              <a:rPr lang="en-US" sz="1800" dirty="0"/>
              <a:t>animation-timing-function</a:t>
            </a:r>
          </a:p>
          <a:p>
            <a:pPr lvl="1" algn="just"/>
            <a:r>
              <a:rPr lang="en-US" sz="1800" dirty="0"/>
              <a:t>animation-delay</a:t>
            </a:r>
          </a:p>
          <a:p>
            <a:pPr lvl="1" algn="just"/>
            <a:r>
              <a:rPr lang="en-US" sz="1800" dirty="0"/>
              <a:t>animation-iteration-count</a:t>
            </a:r>
          </a:p>
          <a:p>
            <a:pPr lvl="1" algn="just"/>
            <a:r>
              <a:rPr lang="en-US" sz="1800" dirty="0"/>
              <a:t>animation-direction</a:t>
            </a:r>
          </a:p>
          <a:p>
            <a:pPr lvl="1" algn="just"/>
            <a:r>
              <a:rPr lang="en-US" sz="1800" dirty="0"/>
              <a:t>animation-fill-mode</a:t>
            </a:r>
          </a:p>
          <a:p>
            <a:pPr lvl="1" algn="just"/>
            <a:r>
              <a:rPr lang="en-US" sz="1800" dirty="0"/>
              <a:t>animation-play-state</a:t>
            </a:r>
          </a:p>
          <a:p>
            <a:pPr algn="just"/>
            <a:r>
              <a:rPr lang="en-US" sz="2000" b="1" dirty="0"/>
              <a:t>Note:</a:t>
            </a:r>
            <a:r>
              <a:rPr lang="en-US" sz="2000" dirty="0"/>
              <a:t> Always specify the animation-duration property, otherwise the duration is 0, and will never be played.</a:t>
            </a:r>
          </a:p>
          <a:p>
            <a:pPr algn="just"/>
            <a:r>
              <a:rPr lang="en-US" sz="2000" dirty="0">
                <a:hlinkClick r:id="rId2" action="ppaction://hlinkfile"/>
              </a:rPr>
              <a:t>Example</a:t>
            </a: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8130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4" y="174814"/>
            <a:ext cx="9923929" cy="833716"/>
          </a:xfrm>
        </p:spPr>
        <p:txBody>
          <a:bodyPr>
            <a:normAutofit/>
          </a:bodyPr>
          <a:lstStyle/>
          <a:p>
            <a:r>
              <a:rPr lang="en-US" sz="4000" dirty="0"/>
              <a:t>animation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4" y="994881"/>
            <a:ext cx="9923929" cy="5688106"/>
          </a:xfrm>
        </p:spPr>
        <p:txBody>
          <a:bodyPr>
            <a:normAutofit/>
          </a:bodyPr>
          <a:lstStyle/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100" t="18749" r="24094" b="9008"/>
          <a:stretch/>
        </p:blipFill>
        <p:spPr>
          <a:xfrm>
            <a:off x="1680883" y="994881"/>
            <a:ext cx="10139081" cy="584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82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http://www.w3schools.com/cssref/</a:t>
            </a:r>
          </a:p>
        </p:txBody>
      </p:sp>
    </p:spTree>
    <p:extLst>
      <p:ext uri="{BB962C8B-B14F-4D97-AF65-F5344CB8AC3E}">
        <p14:creationId xmlns:p14="http://schemas.microsoft.com/office/powerpoint/2010/main" val="2483493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270" y="3072653"/>
            <a:ext cx="9923929" cy="1008529"/>
          </a:xfrm>
        </p:spPr>
        <p:txBody>
          <a:bodyPr/>
          <a:lstStyle/>
          <a:p>
            <a:pPr algn="ctr"/>
            <a:r>
              <a:rPr lang="en-US" i="1" dirty="0"/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87069018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8519</TotalTime>
  <Words>1157</Words>
  <Application>Microsoft Office PowerPoint</Application>
  <PresentationFormat>Widescreen</PresentationFormat>
  <Paragraphs>117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Century Gothic</vt:lpstr>
      <vt:lpstr>Wingdings 3</vt:lpstr>
      <vt:lpstr>Wisp</vt:lpstr>
      <vt:lpstr>CSS3 Transitions</vt:lpstr>
      <vt:lpstr>How to Use CSS3 Transitions?</vt:lpstr>
      <vt:lpstr>How to Use CSS3 Transitions?</vt:lpstr>
      <vt:lpstr>transition-property Property</vt:lpstr>
      <vt:lpstr>transition-property Property</vt:lpstr>
      <vt:lpstr>transition-duration Property</vt:lpstr>
      <vt:lpstr>transition-timing-function Property</vt:lpstr>
      <vt:lpstr>transition-timing-function Property</vt:lpstr>
      <vt:lpstr>transition-timing-function Property</vt:lpstr>
      <vt:lpstr>transition-delay Property</vt:lpstr>
      <vt:lpstr>transition Property</vt:lpstr>
      <vt:lpstr>transition Property</vt:lpstr>
      <vt:lpstr>CSS3 Animations</vt:lpstr>
      <vt:lpstr>CSS3 Animations</vt:lpstr>
      <vt:lpstr>CSS3 Animations</vt:lpstr>
      <vt:lpstr>CSS3 Animations</vt:lpstr>
      <vt:lpstr>animation-name Property</vt:lpstr>
      <vt:lpstr>animation-delay Property</vt:lpstr>
      <vt:lpstr>animation-timing-function Property</vt:lpstr>
      <vt:lpstr>animation-timing-function Property</vt:lpstr>
      <vt:lpstr>animation-duration Property</vt:lpstr>
      <vt:lpstr>animation-play-state Property</vt:lpstr>
      <vt:lpstr>animation-iteration-count Property</vt:lpstr>
      <vt:lpstr>animation-fill-mode Property</vt:lpstr>
      <vt:lpstr>animation-fill-mode Property</vt:lpstr>
      <vt:lpstr>animation-direction Property</vt:lpstr>
      <vt:lpstr>animation Property</vt:lpstr>
      <vt:lpstr>animation Property</vt:lpstr>
      <vt:lpstr>References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</dc:creator>
  <cp:lastModifiedBy>CSE-45</cp:lastModifiedBy>
  <cp:revision>481</cp:revision>
  <dcterms:created xsi:type="dcterms:W3CDTF">2015-08-13T06:44:29Z</dcterms:created>
  <dcterms:modified xsi:type="dcterms:W3CDTF">2025-02-10T04:45:03Z</dcterms:modified>
</cp:coreProperties>
</file>