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A080-00CF-40AE-AED0-37B8F58C4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D129A-3AFA-45CA-840C-7B8DC718A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4673-CB07-4B39-A20E-F65D6DE9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72ED4-B691-466A-94C7-1F270AF9C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DC186-AC9C-4A95-A0FC-6B56E617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23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7EDA9-F605-452F-8C48-36F5D943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07C3E-B277-4589-9F62-B9F135089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F0578-D80B-4F0C-9C3F-FCAC52155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AE5D6-DCE9-409A-A9FB-2E3E0A21A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9F17B-DFB6-4A00-97CA-D4A37FAC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6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F2DB0-6E89-4EEB-B71B-8389641D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F2CE7-0349-45FC-8163-5418614C9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984F8-B7C5-488D-A2B4-A47F59E4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D648D-6DDD-4667-9666-6D64FB62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97B44-94FB-4642-ABA9-E7A166A9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88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1BA9-C1A0-4DDA-85B6-C05C2C67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5498C-5E8E-4CB5-B972-8819563DF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042FB-F8D7-42B2-A4FF-7EBB0990A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0BAA4-91E5-4CFD-9B93-341ECADC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02358-69F5-475B-B97F-B67FF60F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C40B6-A237-4E91-85C5-C30FFCA5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57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ED95-E70D-476C-AC5B-1C6C07423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6C902-EA98-4B18-B7CB-942BE6C50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BE199-DF4F-4F7C-B648-825D7F5FF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71706-4F6F-4FA5-B6F9-37A5649DD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5EA0C-5B26-4D44-9C45-DC1F8C24A6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443274-C57B-4704-AD2C-99255832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66948F-4F10-4102-A4D6-349CDCD3B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82517-DBA5-4861-AA21-29D64FD1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00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31732-5714-4717-84E0-6E87BAFD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A2E130-2EDE-4787-B58D-FBF43D46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80640-7283-4A87-BB03-520CBD56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CDDAF-D86C-4C4D-B156-505B777B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38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DB590-0881-4667-B43B-2587E907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D0315B-387E-4EB2-A785-8B0D35A1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0934D-5830-4AE3-9E13-3247987C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21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8DB0-45A9-42AE-AB20-E6E7FA9EB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E582E-F2E8-4751-8CF1-91A982EE0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E1593-528D-4B69-B683-3FC1D06AD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F871F-8118-4E72-89A9-D87FB5CFF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32079-1EE0-4624-A314-74A22BA0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A2275-A679-40A1-99AE-E7E32984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86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74119-03C4-4710-8F31-540D53EF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2B686-024A-4F86-9917-F23A31BA0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F484A-A528-476E-87E0-44B8A54A9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A4BD1-684B-4E6B-B7AA-FB4E15F0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E691F-C3D8-4969-9B89-DEE56FB6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F1002-9B5E-4151-9F8B-BAAD62F4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54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9C67-9CCD-4A4C-B8B5-E45D5AAC7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DCD3B-03A2-414E-8619-468EFA5C6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A08E2-CD8E-4367-BD55-1D428C8D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FA8F0-C8ED-467A-8787-E5E502F6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2A3C5-B69D-4AD9-8042-CEC4A68F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15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494F1-3088-4EA7-ACF4-47B897E860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F9B8A-FFB3-4058-A076-5136AE584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32CE5-D46C-42A5-8183-69890CF5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4B825-B0FE-4460-A3BB-03FC254F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E9B86-C21B-4241-BFB8-CCAA3D7C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13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305D2B-69E0-4908-82C3-A55C9E51E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9A03D-DE75-4B70-A8EE-DDFA28C2D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B7C4F-252A-4716-A02C-A2ADD842A1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B7EE0-21D6-4B3A-88A3-ACE81DF3EC53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73DB2-CD70-4EF8-80F1-05602A5E9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16575-8693-438B-935D-27B1EF3C9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3458A-B89F-4C34-8B0E-8C6B6EFFF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63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9396-C37C-4F3C-A3B5-35DB354EF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F0F0F"/>
                </a:solidFill>
                <a:effectLst/>
                <a:latin typeface="Söhne"/>
              </a:rPr>
              <a:t>Introduction to Web Development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FF0D7-A51B-4A00-9F10-E05B928FB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865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36EF-AC0E-470C-8229-DC3B99A1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Wide Web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3053-B3F8-460D-A0E2-420756DC4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World Wide Web (WWW) is a system of interconnected documents and resources, linked together through hyperlinks and URLs (Uniform Resource Locators).</a:t>
            </a:r>
          </a:p>
          <a:p>
            <a:pPr algn="just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It is a vast information space accessible over the Internet, allowing users to browse and navigate through webpages, images, videos, and other multimedia content.</a:t>
            </a:r>
            <a:endParaRPr lang="en-US" dirty="0">
              <a:solidFill>
                <a:srgbClr val="374151"/>
              </a:solidFill>
              <a:latin typeface="Söhne"/>
            </a:endParaRPr>
          </a:p>
          <a:p>
            <a:pPr algn="just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Tim Berners-Lee, a British computer scientist, is credited with inventing the World Wide Web in 1989.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70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7592-1C9F-49BA-BCF7-D2E0A227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the Web in Modern Society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7E74E-AFAE-4B7E-8C6E-D1CE1DEB3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i="0" dirty="0">
                <a:solidFill>
                  <a:srgbClr val="374151"/>
                </a:solidFill>
                <a:effectLst/>
                <a:latin typeface="Söhne"/>
              </a:rPr>
              <a:t>The Web plays a pivotal role in modern society, serving as a global platform for communication, collaboration, and information dissemination. Its significance extends across various domains: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Söhne"/>
              </a:rPr>
              <a:t>Communication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Söhne"/>
              </a:rPr>
              <a:t>Information Access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Söhne"/>
              </a:rPr>
              <a:t>E-commerce</a:t>
            </a:r>
            <a:endParaRPr lang="en-IN" dirty="0">
              <a:latin typeface="Söhne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Söhne"/>
              </a:rPr>
              <a:t>Entertainment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Söhne"/>
              </a:rPr>
              <a:t>Social Interaction</a:t>
            </a:r>
            <a:endParaRPr lang="en-US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2873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7A73-0201-4339-9ACD-8548C688C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Components: Clients and Servers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192639-4D4D-47DF-8D6F-A6CB3D4BD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605" y="1931169"/>
            <a:ext cx="7619026" cy="4277079"/>
          </a:xfrm>
        </p:spPr>
      </p:pic>
    </p:spTree>
    <p:extLst>
      <p:ext uri="{BB962C8B-B14F-4D97-AF65-F5344CB8AC3E}">
        <p14:creationId xmlns:p14="http://schemas.microsoft.com/office/powerpoint/2010/main" val="3447543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744A4-4168-42E1-9F3D-38D47C88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Web Developers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F6AE0-678D-4C94-BF53-2C81E4EE9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Front-End Developers</a:t>
            </a:r>
          </a:p>
          <a:p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Back-End Developers</a:t>
            </a:r>
            <a:endParaRPr lang="en-IN" dirty="0">
              <a:solidFill>
                <a:srgbClr val="374151"/>
              </a:solidFill>
              <a:latin typeface="Söhne"/>
            </a:endParaRPr>
          </a:p>
          <a:p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Full-Stack Developers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376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9581-E5DB-4D8A-B115-17F3D0CD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Requirements for web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1518C-6A2E-40D4-8C86-9BC3D1592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600" i="0" dirty="0">
                <a:effectLst/>
                <a:latin typeface="Söhne"/>
              </a:rPr>
              <a:t>Project Requirements Gathering</a:t>
            </a:r>
          </a:p>
          <a:p>
            <a:r>
              <a:rPr lang="en-IN" sz="2600" i="0" dirty="0">
                <a:effectLst/>
                <a:latin typeface="Söhne"/>
              </a:rPr>
              <a:t>Technology Stack</a:t>
            </a:r>
            <a:endParaRPr lang="en-IN" sz="2600" dirty="0">
              <a:latin typeface="Söhne"/>
            </a:endParaRPr>
          </a:p>
          <a:p>
            <a:r>
              <a:rPr lang="en-US" sz="2600" i="0" dirty="0">
                <a:effectLst/>
                <a:latin typeface="Söhne"/>
              </a:rPr>
              <a:t>Design and User Experience (UX)</a:t>
            </a:r>
            <a:endParaRPr lang="en-IN" sz="2600" i="0" dirty="0">
              <a:effectLst/>
              <a:latin typeface="Söhne"/>
            </a:endParaRPr>
          </a:p>
          <a:p>
            <a:r>
              <a:rPr lang="en-IN" sz="2600" i="0" dirty="0">
                <a:effectLst/>
                <a:latin typeface="Söhne"/>
              </a:rPr>
              <a:t>Content Management</a:t>
            </a:r>
            <a:endParaRPr lang="en-IN" sz="2600" dirty="0">
              <a:latin typeface="Söhne"/>
            </a:endParaRPr>
          </a:p>
          <a:p>
            <a:r>
              <a:rPr lang="en-IN" sz="2600" i="0" dirty="0">
                <a:effectLst/>
                <a:latin typeface="Söhne"/>
              </a:rPr>
              <a:t>Security Measures</a:t>
            </a:r>
          </a:p>
          <a:p>
            <a:r>
              <a:rPr lang="en-IN" sz="2600" i="0" dirty="0">
                <a:effectLst/>
                <a:latin typeface="Söhne"/>
              </a:rPr>
              <a:t>Performance Optimization</a:t>
            </a:r>
            <a:endParaRPr lang="en-IN" sz="2600" dirty="0">
              <a:latin typeface="Söhne"/>
            </a:endParaRPr>
          </a:p>
          <a:p>
            <a:r>
              <a:rPr lang="en-IN" sz="2600" i="0" dirty="0">
                <a:effectLst/>
                <a:latin typeface="Söhne"/>
              </a:rPr>
              <a:t>Database Design and Management</a:t>
            </a:r>
          </a:p>
          <a:p>
            <a:r>
              <a:rPr lang="en-IN" sz="2600" i="0" dirty="0">
                <a:effectLst/>
                <a:latin typeface="Söhne"/>
              </a:rPr>
              <a:t>Testing and Quality Assurance</a:t>
            </a:r>
            <a:endParaRPr lang="en-IN" sz="2600" dirty="0">
              <a:latin typeface="Söhne"/>
            </a:endParaRPr>
          </a:p>
          <a:p>
            <a:r>
              <a:rPr lang="en-IN" sz="2600" i="0" dirty="0">
                <a:effectLst/>
                <a:latin typeface="Söhne"/>
              </a:rPr>
              <a:t>Scalability</a:t>
            </a:r>
          </a:p>
          <a:p>
            <a:r>
              <a:rPr lang="en-IN" sz="2600" i="0" dirty="0">
                <a:effectLst/>
                <a:latin typeface="Söhne"/>
              </a:rPr>
              <a:t>Documentation</a:t>
            </a:r>
          </a:p>
          <a:p>
            <a:r>
              <a:rPr lang="en-IN" sz="2600" dirty="0">
                <a:latin typeface="Söhne"/>
              </a:rPr>
              <a:t>Maintenance and Support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10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94B7-C82A-4BE2-88A3-D810BA40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of Web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3B1D7-28DA-4330-9CE6-23EFFA17C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207" y="1482291"/>
            <a:ext cx="10721741" cy="48607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Planning Phase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Design Phase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Development Phase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Testing Phase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Deployment Phase</a:t>
            </a:r>
          </a:p>
        </p:txBody>
      </p:sp>
    </p:spTree>
    <p:extLst>
      <p:ext uri="{BB962C8B-B14F-4D97-AF65-F5344CB8AC3E}">
        <p14:creationId xmlns:p14="http://schemas.microsoft.com/office/powerpoint/2010/main" val="34404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194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Söhne</vt:lpstr>
      <vt:lpstr>Wingdings</vt:lpstr>
      <vt:lpstr>Office Theme</vt:lpstr>
      <vt:lpstr>Introduction to Web Development</vt:lpstr>
      <vt:lpstr>World Wide Web </vt:lpstr>
      <vt:lpstr>Importance of the Web in Modern Society</vt:lpstr>
      <vt:lpstr>Key Components: Clients and Servers</vt:lpstr>
      <vt:lpstr>Types of Web Developers</vt:lpstr>
      <vt:lpstr>Requirements for web development</vt:lpstr>
      <vt:lpstr>Process of Web Development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Development</dc:title>
  <dc:creator>CSE-45</dc:creator>
  <cp:lastModifiedBy>CSE-45</cp:lastModifiedBy>
  <cp:revision>7</cp:revision>
  <dcterms:created xsi:type="dcterms:W3CDTF">2024-01-01T17:06:19Z</dcterms:created>
  <dcterms:modified xsi:type="dcterms:W3CDTF">2024-12-23T09:10:17Z</dcterms:modified>
</cp:coreProperties>
</file>